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b7eabf101f43b0" /><Relationship Type="http://schemas.openxmlformats.org/officeDocument/2006/relationships/extended-properties" Target="/docProps/app.xml" Id="Raae46b9f6e9c4107" /><Relationship Type="http://schemas.openxmlformats.org/officeDocument/2006/relationships/officeDocument" Target="/ppt/presentation.xml" Id="Rd451ccd4a239484e" /></Relationships>
</file>

<file path=ppt/presentation.xml><?xml version="1.0" encoding="utf-8"?>
<p:presentation xmlns:p="http://schemas.openxmlformats.org/presentationml/2006/main">
  <p:sldMasterIdLst>
    <p:sldMasterId xmlns:r="http://schemas.openxmlformats.org/officeDocument/2006/relationships" id="2147483648" r:id="R488ab950606c45ae"/>
  </p:sldMasterIdLst>
  <p:notesMasterIdLst>
    <p:notesMasterId xmlns:r="http://schemas.openxmlformats.org/officeDocument/2006/relationships" r:id="R728239f10f964aa0"/>
  </p:notesMasterIdLst>
  <p:sldIdLst>
    <p:sldId xmlns:r="http://schemas.openxmlformats.org/officeDocument/2006/relationships" id="256" r:id="Rd962bae417ec4fab"/>
    <p:sldId xmlns:r="http://schemas.openxmlformats.org/officeDocument/2006/relationships" id="257" r:id="R6cc276af0ef6489c"/>
    <p:sldId xmlns:r="http://schemas.openxmlformats.org/officeDocument/2006/relationships" id="258" r:id="Rdf7405598e934280"/>
    <p:sldId xmlns:r="http://schemas.openxmlformats.org/officeDocument/2006/relationships" id="259" r:id="R93251de0b2ec4a0a"/>
    <p:sldId xmlns:r="http://schemas.openxmlformats.org/officeDocument/2006/relationships" id="260" r:id="Ra0b06e9e21394054"/>
    <p:sldId xmlns:r="http://schemas.openxmlformats.org/officeDocument/2006/relationships" id="261" r:id="Rf200acd8d0e145e1"/>
    <p:sldId xmlns:r="http://schemas.openxmlformats.org/officeDocument/2006/relationships" id="262" r:id="R0454331c811e4d0a"/>
    <p:sldId xmlns:r="http://schemas.openxmlformats.org/officeDocument/2006/relationships" id="263" r:id="R5505c998a90a4b0e"/>
    <p:sldId xmlns:r="http://schemas.openxmlformats.org/officeDocument/2006/relationships" id="264" r:id="R47b800f98cac4bfd"/>
    <p:sldId xmlns:r="http://schemas.openxmlformats.org/officeDocument/2006/relationships" id="265" r:id="R05c0d2b208534612"/>
    <p:sldId xmlns:r="http://schemas.openxmlformats.org/officeDocument/2006/relationships" id="266" r:id="R1bc30043c29b4263"/>
    <p:sldId xmlns:r="http://schemas.openxmlformats.org/officeDocument/2006/relationships" id="267" r:id="R8481c1e8a11b4b41"/>
    <p:sldId xmlns:r="http://schemas.openxmlformats.org/officeDocument/2006/relationships" id="268" r:id="R9cbe04b92a7d49c1"/>
    <p:sldId xmlns:r="http://schemas.openxmlformats.org/officeDocument/2006/relationships" id="269" r:id="R915031fcdfa845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e07d7bd142485c" /><Relationship Type="http://schemas.openxmlformats.org/officeDocument/2006/relationships/slideMaster" Target="/ppt/slideMasters/slideMaster1.xml" Id="R488ab950606c45ae" /><Relationship Type="http://schemas.openxmlformats.org/officeDocument/2006/relationships/notesMaster" Target="/ppt/notesMasters/notesMaster1.xml" Id="R728239f10f964aa0" /><Relationship Type="http://schemas.openxmlformats.org/officeDocument/2006/relationships/presProps" Target="/ppt/presProps.xml" Id="R485fd61cbb4249dc" /><Relationship Type="http://schemas.openxmlformats.org/officeDocument/2006/relationships/tableStyles" Target="/ppt/tableStyles.xml" Id="R9a38bb5db6b94c66" /><Relationship Type="http://schemas.openxmlformats.org/officeDocument/2006/relationships/slide" Target="/ppt/slides/slide1.xml" Id="Rd962bae417ec4fab" /><Relationship Type="http://schemas.openxmlformats.org/officeDocument/2006/relationships/slide" Target="/ppt/slides/slide2.xml" Id="R6cc276af0ef6489c" /><Relationship Type="http://schemas.openxmlformats.org/officeDocument/2006/relationships/slide" Target="/ppt/slides/slide3.xml" Id="Rdf7405598e934280" /><Relationship Type="http://schemas.openxmlformats.org/officeDocument/2006/relationships/slide" Target="/ppt/slides/slide4.xml" Id="R93251de0b2ec4a0a" /><Relationship Type="http://schemas.openxmlformats.org/officeDocument/2006/relationships/slide" Target="/ppt/slides/slide5.xml" Id="Ra0b06e9e21394054" /><Relationship Type="http://schemas.openxmlformats.org/officeDocument/2006/relationships/slide" Target="/ppt/slides/slide6.xml" Id="Rf200acd8d0e145e1" /><Relationship Type="http://schemas.openxmlformats.org/officeDocument/2006/relationships/slide" Target="/ppt/slides/slide7.xml" Id="R0454331c811e4d0a" /><Relationship Type="http://schemas.openxmlformats.org/officeDocument/2006/relationships/slide" Target="/ppt/slides/slide8.xml" Id="R5505c998a90a4b0e" /><Relationship Type="http://schemas.openxmlformats.org/officeDocument/2006/relationships/slide" Target="/ppt/slides/slide9.xml" Id="R47b800f98cac4bfd" /><Relationship Type="http://schemas.openxmlformats.org/officeDocument/2006/relationships/slide" Target="/ppt/slides/slide10.xml" Id="R05c0d2b208534612" /><Relationship Type="http://schemas.openxmlformats.org/officeDocument/2006/relationships/slide" Target="/ppt/slides/slide11.xml" Id="R1bc30043c29b4263" /><Relationship Type="http://schemas.openxmlformats.org/officeDocument/2006/relationships/slide" Target="/ppt/slides/slide12.xml" Id="R8481c1e8a11b4b41" /><Relationship Type="http://schemas.openxmlformats.org/officeDocument/2006/relationships/slide" Target="/ppt/slides/slide13.xml" Id="R9cbe04b92a7d49c1" /><Relationship Type="http://schemas.openxmlformats.org/officeDocument/2006/relationships/slide" Target="/ppt/slides/slide14.xml" Id="R915031fcdfa845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90022bd30a46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f5341bba94723" /><Relationship Type="http://schemas.openxmlformats.org/officeDocument/2006/relationships/notesMaster" Target="/ppt/notesMasters/notesMaster1.xml" Id="Rb58f18dba7a842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ca2b969f574c62" /><Relationship Type="http://schemas.openxmlformats.org/officeDocument/2006/relationships/notesMaster" Target="/ppt/notesMasters/notesMaster1.xml" Id="Rc49a0b082c4944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794a4806414f49" /><Relationship Type="http://schemas.openxmlformats.org/officeDocument/2006/relationships/notesMaster" Target="/ppt/notesMasters/notesMaster1.xml" Id="Rd809fbba30f042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d6df7476e479a" /><Relationship Type="http://schemas.openxmlformats.org/officeDocument/2006/relationships/notesMaster" Target="/ppt/notesMasters/notesMaster1.xml" Id="R047430d2dac84f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33d65072ea4bcf" /><Relationship Type="http://schemas.openxmlformats.org/officeDocument/2006/relationships/notesMaster" Target="/ppt/notesMasters/notesMaster1.xml" Id="Rb3b6918a7ae34f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ee55095694413a" /><Relationship Type="http://schemas.openxmlformats.org/officeDocument/2006/relationships/notesMaster" Target="/ppt/notesMasters/notesMaster1.xml" Id="R92dbb51c203c4f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1495954bfe4d28" /><Relationship Type="http://schemas.openxmlformats.org/officeDocument/2006/relationships/notesMaster" Target="/ppt/notesMasters/notesMaster1.xml" Id="Rfff80b4ee60041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4eea2755dd4fe9" /><Relationship Type="http://schemas.openxmlformats.org/officeDocument/2006/relationships/notesMaster" Target="/ppt/notesMasters/notesMaster1.xml" Id="Re6733db60ac94c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de98ba8e3d41fc" /><Relationship Type="http://schemas.openxmlformats.org/officeDocument/2006/relationships/notesMaster" Target="/ppt/notesMasters/notesMaster1.xml" Id="R9d8bf78eefb74f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32a3e71a2d441f" /><Relationship Type="http://schemas.openxmlformats.org/officeDocument/2006/relationships/notesMaster" Target="/ppt/notesMasters/notesMaster1.xml" Id="R2792437a5de440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db6a3997ea452f" /><Relationship Type="http://schemas.openxmlformats.org/officeDocument/2006/relationships/notesMaster" Target="/ppt/notesMasters/notesMaster1.xml" Id="Rc18a2ddc42bd40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01c915e04e4b1d" /><Relationship Type="http://schemas.openxmlformats.org/officeDocument/2006/relationships/notesMaster" Target="/ppt/notesMasters/notesMaster1.xml" Id="Rdce4a623953741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00b0ac7101426f" /><Relationship Type="http://schemas.openxmlformats.org/officeDocument/2006/relationships/notesMaster" Target="/ppt/notesMasters/notesMaster1.xml" Id="Re5b521a8067e42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efee36c6534e56" /><Relationship Type="http://schemas.openxmlformats.org/officeDocument/2006/relationships/notesMaster" Target="/ppt/notesMasters/notesMaster1.xml" Id="R8380a6c5ee7748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30 seconds</a:t>
            </a:r>
          </a:p>
          <a:p xmlns:a="http://schemas.openxmlformats.org/drawingml/2006/main">
            <a:r>
              <a:t/>
            </a:r>
          </a:p>
          <a:p xmlns:a="http://schemas.openxmlformats.org/drawingml/2006/main">
            <a:r>
              <a:t>SPEAKING TEXT</a:t>
            </a:r>
          </a:p>
          <a:p xmlns:a="http://schemas.openxmlformats.org/drawingml/2006/main">
            <a:r>
              <a:t>We use a healthy aorta to investigate how well a one-dimensional description represents a more detailed three-dimensional flow. Our case contains bends and side branches, with a rigid vessel wall. We work with an existing simulation and test the assumptions using its pressure and velocity fields. We will first explain the measurements, then compare the reference profiles, and finish with the momentum balance.</a:t>
            </a:r>
          </a:p>
          <a:p xmlns:a="http://schemas.openxmlformats.org/drawingml/2006/main">
            <a:r>
              <a:t/>
            </a:r>
          </a:p>
          <a:p xmlns:a="http://schemas.openxmlformats.org/drawingml/2006/main">
            <a:r>
              <a:t>CUES</a:t>
            </a:r>
          </a:p>
          <a:p xmlns:a="http://schemas.openxmlformats.org/drawingml/2006/main">
            <a:r>
              <a:t>Introduce Rosalie and Mark. The picture shows the actual model wall and the sampled main-aorta centreline.</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Vascular Model Repository, model 0012_H_AO_H and matching rigid-wall 3D results. Actual prepared section fields and extraction record in data/actual_volume_sections.npz and .json.</a:t>
            </a:r>
          </a:p>
          <a:p xmlns:a="http://schemas.openxmlformats.org/drawingml/2006/main">
            <a:r>
              <a:t>User-provided FtP Project (1).pdf, page 1: planned presenters and model; page 2: group 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50 seconds</a:t>
            </a:r>
          </a:p>
          <a:p xmlns:a="http://schemas.openxmlformats.org/drawingml/2006/main">
            <a:r>
              <a:t/>
            </a:r>
          </a:p>
          <a:p xmlns:a="http://schemas.openxmlformats.org/drawingml/2006/main">
            <a:r>
              <a:t>SPEAKING TEXT</a:t>
            </a:r>
          </a:p>
          <a:p xmlns:a="http://schemas.openxmlformats.org/drawingml/2006/main">
            <a:r>
              <a:t>The question is how well a 1D model can represent flow in this realistic vessel. A 1D model describes each cross-section using its area, flow rate and mean pressure. This saves detail, but it needs assumptions about the flow within a section. We examine whether flow is mainly axial and pressure is uniform. We also test how a fixed velocity profile and its friction law affect the balance. Finally, we check conservation and calculate a momentum residual. We use the allowed healthy model, so our conclusions concern its bends and branches.</a:t>
            </a:r>
          </a:p>
          <a:p xmlns:a="http://schemas.openxmlformats.org/drawingml/2006/main">
            <a:r>
              <a:t/>
            </a:r>
          </a:p>
          <a:p xmlns:a="http://schemas.openxmlformats.org/drawingml/2006/main">
            <a:r>
              <a:t>CUES</a:t>
            </a:r>
          </a:p>
          <a:p xmlns:a="http://schemas.openxmlformats.org/drawingml/2006/main">
            <a:r>
              <a:t>Define A, Q and mean P. Explain that alpha represents the velocity-profile correction and f represents signed friction.</a:t>
            </a:r>
          </a:p>
          <a:p xmlns:a="http://schemas.openxmlformats.org/drawingml/2006/main">
            <a:r>
              <a:t/>
            </a:r>
          </a:p>
          <a:p xmlns:a="http://schemas.openxmlformats.org/drawingml/2006/main">
            <a:r>
              <a:t>SOURCES (not spoken)</a:t>
            </a:r>
          </a:p>
          <a:p xmlns:a="http://schemas.openxmlformats.org/drawingml/2006/main">
            <a:r>
              <a:t>Simone Saitta, FP2P_projects_Simone.pptx, Project 2, slide 2. Canvas course 89400, file 10917250.</a:t>
            </a:r>
          </a:p>
          <a:p xmlns:a="http://schemas.openxmlformats.org/drawingml/2006/main">
            <a:r>
              <a:t>FtP_Aorta_1D_Assumptions.ipynb, completed student version of 12 October 2026.</a:t>
            </a:r>
          </a:p>
          <a:p xmlns:a="http://schemas.openxmlformats.org/drawingml/2006/main">
            <a:r>
              <a:t>User-provided project plan, page 3: A1–A6 working hypotheses. Healthy-model scope confirmed by the project group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50 seconds</a:t>
            </a:r>
          </a:p>
          <a:p xmlns:a="http://schemas.openxmlformats.org/drawingml/2006/main">
            <a:r>
              <a:t/>
            </a:r>
          </a:p>
          <a:p xmlns:a="http://schemas.openxmlformats.org/drawingml/2006/main">
            <a:r>
              <a:t>SPEAKING TEXT</a:t>
            </a:r>
          </a:p>
          <a:p xmlns:a="http://schemas.openxmlformats.org/drawingml/2006/main">
            <a:r>
              <a:t>Our input is an existing rigid-wall simulation from the Vascular Model Repository. We follow the centreline and place sections perpendicular to its local direction. The prepared data contain actual pressure and velocity values on those filled sections. We calculate flow by integrating the downstream velocity and mean pressure by weighting pressure with triangle area. Weighting matters because mesh points are unevenly spaced. We analyse 201 snapshots of one complete cycle and 47 usable sections. We exclude branch neighbourhoods from derivatives because a single-vessel balance does not include their side outlets. The cap conservation check includes those outlets.</a:t>
            </a:r>
          </a:p>
          <a:p xmlns:a="http://schemas.openxmlformats.org/drawingml/2006/main">
            <a:r>
              <a:t/>
            </a:r>
          </a:p>
          <a:p xmlns:a="http://schemas.openxmlformats.org/drawingml/2006/main">
            <a:r>
              <a:t>CUES</a:t>
            </a:r>
          </a:p>
          <a:p xmlns:a="http://schemas.openxmlformats.org/drawingml/2006/main">
            <a:r>
              <a:t>Distinguish analysing existing 3D results from running a new CFD solver. Mention SI conversion and one cardiac period of 0.937 s.</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Vascular Model Repository, model 0012_H_AO_H and matching rigid-wall 3D results. Actual prepared section fields and extraction record in data/actual_volume_sections.npz and .json.</a:t>
            </a:r>
          </a:p>
          <a:p xmlns:a="http://schemas.openxmlformats.org/drawingml/2006/main">
            <a:r>
              <a:t>results/geometry.csv, cap_flows_m3_s.csv and actual_volume_section_metrics.csv; aorta_functions.py section_metrics and load_sections.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60 seconds</a:t>
            </a:r>
          </a:p>
          <a:p xmlns:a="http://schemas.openxmlformats.org/drawingml/2006/main">
            <a:r>
              <a:t/>
            </a:r>
          </a:p>
          <a:p xmlns:a="http://schemas.openxmlformats.org/drawingml/2006/main">
            <a:r>
              <a:t>SPEAKING TEXT</a:t>
            </a:r>
          </a:p>
          <a:p xmlns:a="http://schemas.openxmlformats.org/drawingml/2006/main">
            <a:r>
              <a:t>For incompressible flow in a rigid domain, inlet flow should equal the sum of outlet flows. The two curves almost overlap. The maximum global mismatch is about 0.000022 percent of peak inlet flow. This is a computational conservation check. We then make a stricter local comparison: section flow versus inlet flow minus the upstream branch flows. Its maximum difference is 0.35 percent of peak inlet flow. This supports consistent section measurements. We use peak inlet flow as the denominator, so the percentage remains interpretable when instantaneous flow is small. These checks establish consistency of the flow measurements rather than accuracy against a patient experiment.</a:t>
            </a:r>
          </a:p>
          <a:p xmlns:a="http://schemas.openxmlformats.org/drawingml/2006/main">
            <a:r>
              <a:t/>
            </a:r>
          </a:p>
          <a:p xmlns:a="http://schemas.openxmlformats.org/drawingml/2006/main">
            <a:r>
              <a:t>CUES</a:t>
            </a:r>
          </a:p>
          <a:p xmlns:a="http://schemas.openxmlformats.org/drawingml/2006/main">
            <a:r>
              <a:t>Point out the overlapping curves. Keep global and local errors distinct. Both percentages use peak inlet flow.</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results/cap_flows_m3_s.csv and findings.csv; notebook code cells 5, 6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50 seconds</a:t>
            </a:r>
          </a:p>
          <a:p xmlns:a="http://schemas.openxmlformats.org/drawingml/2006/main">
            <a:r>
              <a:t/>
            </a:r>
          </a:p>
          <a:p xmlns:a="http://schemas.openxmlformats.org/drawingml/2006/main">
            <a:r>
              <a:t>SPEAKING TEXT</a:t>
            </a:r>
          </a:p>
          <a:p xmlns:a="http://schemas.openxmlformats.org/drawingml/2006/main">
            <a:r>
              <a:t>Before interpreting the aorta, we use a known solution for pulsatile flow in a straight circular tube. Womersley flow changes profile with phase, whereas a Poiseuille profile has a fixed parabolic shape. Our check recovers the imposed mean speed with an error of about four times ten to the minus seven metres per second. It also satisfies no-slip at the wall and the analytical momentum balance. The plot shows four phases of that controlled case. This checks the reference calculation and balance conventions. The aorta has more complex geometry, so the known case cannot by itself validate the physiological behaviour of our model.</a:t>
            </a:r>
          </a:p>
          <a:p xmlns:a="http://schemas.openxmlformats.org/drawingml/2006/main">
            <a:r>
              <a:t/>
            </a:r>
          </a:p>
          <a:p xmlns:a="http://schemas.openxmlformats.org/drawingml/2006/main">
            <a:r>
              <a:t>CUES</a:t>
            </a:r>
          </a:p>
          <a:p xmlns:a="http://schemas.openxmlformats.org/drawingml/2006/main">
            <a:r>
              <a:t>The known case uses radius 10 mm and mean speed 0.2 + 0.08 cos(2πt/T) m/s. Use the phase legend, then point to the wall at r/R = 1.</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aorta_functions.py check_analytical_cases and womersley_reference; notebook code cell 10. Controlled analytical reference, not a patient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Rosalie Post | Target: 55 seconds</a:t>
            </a:r>
          </a:p>
          <a:p xmlns:a="http://schemas.openxmlformats.org/drawingml/2006/main">
            <a:r>
              <a:t/>
            </a:r>
          </a:p>
          <a:p xmlns:a="http://schemas.openxmlformats.org/drawingml/2006/main">
            <a:r>
              <a:t>SPEAKING TEXT</a:t>
            </a:r>
          </a:p>
          <a:p xmlns:a="http://schemas.openxmlformats.org/drawingml/2006/main">
            <a:r>
              <a:t>These maps show one descending-aorta section, about 199 millimetres from the inlet, at its peak section flow. On the left, colour shows pressure relative to the area-weighted section mean. The pressure range is about 126 pascals. That is only 0.8 percent of the mean pressure, but about 24 percent of the dynamic pressure based on the mean speed. Those denominators answer different questions. A small fraction of absolute pressure does not automatically make a transverse pressure gradient irrelevant. The right map shows axial velocity and its spatial variation. Mark will now look more closely at the velocity profiles and friction comparisons.</a:t>
            </a:r>
          </a:p>
          <a:p xmlns:a="http://schemas.openxmlformats.org/drawingml/2006/main">
            <a:r>
              <a:t/>
            </a:r>
          </a:p>
          <a:p xmlns:a="http://schemas.openxmlformats.org/drawingml/2006/main">
            <a:r>
              <a:t>CUES</a:t>
            </a:r>
          </a:p>
          <a:p xmlns:a="http://schemas.openxmlformats.org/drawingml/2006/main">
            <a:r>
              <a:t>This is cycle fraction 0.10. Mean pressure is 15.6 kPa. The pressure comparison uses this example only and does not establish uniformity throughout the vessel.</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results/figures/section_pressure_velocity.png; actual_volume_section_metrics.csv at s = 0.1989983727 m and cycle fraction 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65 seconds</a:t>
            </a:r>
          </a:p>
          <a:p xmlns:a="http://schemas.openxmlformats.org/drawingml/2006/main">
            <a:r>
              <a:t/>
            </a:r>
          </a:p>
          <a:p xmlns:a="http://schemas.openxmlformats.org/drawingml/2006/main">
            <a:r>
              <a:t>SPEAKING TEXT</a:t>
            </a:r>
          </a:p>
          <a:p xmlns:a="http://schemas.openxmlformats.org/drawingml/2006/main">
            <a:r>
              <a:t>The scatter plot keeps all the section points rather than reducing them to a single smooth curve. At a given radius, the spread shows variation around the section. The peak-flow profile is relatively flat through much of the interior. Its measured momentum correction is about 1.06, compared with 1.33 for Poiseuille and 1.10 for the blunt reference. At this peak-flow example, the in-plane RMS velocity is 7.1 percent of the axial RMS velocity. That supports mostly axial flow for this particular section and phase. The profiles change across the saved cycle, so we should not extend that conclusion to every phase. The radius is area-equivalent, and the actual boundary is not perfectly circular.</a:t>
            </a:r>
          </a:p>
          <a:p xmlns:a="http://schemas.openxmlformats.org/drawingml/2006/main">
            <a:r>
              <a:t/>
            </a:r>
          </a:p>
          <a:p xmlns:a="http://schemas.openxmlformats.org/drawingml/2006/main">
            <a:r>
              <a:t>CUES</a:t>
            </a:r>
          </a:p>
          <a:p xmlns:a="http://schemas.openxmlformats.org/drawingml/2006/main">
            <a:r>
              <a:t>Quarter and half interval mean fractions 0.25 and 0.50 of the saved cycle, not named physiological phases. The backup slide compares alpha over the cycle.</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data/actual_volume_sections.npz, station 46, frames 20, 50 and 100; results/example_section.vtp; actual_volume_section_metrics.csv.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65 seconds</a:t>
            </a:r>
          </a:p>
          <a:p xmlns:a="http://schemas.openxmlformats.org/drawingml/2006/main">
            <a:r>
              <a:t/>
            </a:r>
          </a:p>
          <a:p xmlns:a="http://schemas.openxmlformats.org/drawingml/2006/main">
            <a:r>
              <a:t>SPEAKING TEXT</a:t>
            </a:r>
          </a:p>
          <a:p xmlns:a="http://schemas.openxmlformats.org/drawingml/2006/main">
            <a:r>
              <a:t>We next compare signed friction at the same section. The Poiseuille and blunt profiles use different friction coefficients. The Womersley reference also changes force with the pulsatile flow. All three references use the same measured bulk-flow history. The near-wall curve estimates force using velocity gradients and the no-slip condition. It does not use the magnitude of the supplied surface wall-shear field as a signed force. The curves differ in magnitude and phase, which changes their contribution to the momentum balance. We preserve their signs because friction during changing or reversing flow cannot be interpreted from magnitude alone. The estimate still depends on how we sample close to the wall.</a:t>
            </a:r>
          </a:p>
          <a:p xmlns:a="http://schemas.openxmlformats.org/drawingml/2006/main">
            <a:r>
              <a:t/>
            </a:r>
          </a:p>
          <a:p xmlns:a="http://schemas.openxmlformats.org/drawingml/2006/main">
            <a:r>
              <a:t>CUES</a:t>
            </a:r>
          </a:p>
          <a:p xmlns:a="http://schemas.openxmlformats.org/drawingml/2006/main">
            <a:r>
              <a:t>f = K_R U. K_R = 8πν for Poiseuille and 22πν for ζ = 9. The Womersley reference uses a straight tube with the area-equivalent radius.</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results/actual_volume_section_metrics.csv f_measured and U; aorta_functions.py womersley_reference; data/actual_volume_sections.json: probe depth and viscosity.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65 seconds</a:t>
            </a:r>
          </a:p>
          <a:p xmlns:a="http://schemas.openxmlformats.org/drawingml/2006/main">
            <a:r>
              <a:t/>
            </a:r>
          </a:p>
          <a:p xmlns:a="http://schemas.openxmlformats.org/drawingml/2006/main">
            <a:r>
              <a:t>SPEAKING TEXT</a:t>
            </a:r>
          </a:p>
          <a:p xmlns:a="http://schemas.openxmlformats.org/drawingml/2006/main">
            <a:r>
              <a:t>The equation combines local acceleration, convective transport, the mean-pressure gradient and signed friction. Their sum is the residual. We normalise its absolute value by the sum of term magnitudes, with the small numerical floor defined in the notebook. Dark regions on the map show relatively small residuals. Larger values occur at particular positions and phases, so a single average hides variation. White regions have no available result, including branch exclusions and low-flow masking. We compute spatial derivatives separately within continuous usable section runs. This avoids differentiating across a branch gap. We interpret the residual as consistency of this projected balance, while remembering that sampling, geometry and numerical derivatives also affect it.</a:t>
            </a:r>
          </a:p>
          <a:p xmlns:a="http://schemas.openxmlformats.org/drawingml/2006/main">
            <a:r>
              <a:t/>
            </a:r>
          </a:p>
          <a:p xmlns:a="http://schemas.openxmlformats.org/drawingml/2006/main">
            <a:r>
              <a:t>CUES</a:t>
            </a:r>
          </a:p>
          <a:p xmlns:a="http://schemas.openxmlformats.org/drawingml/2006/main">
            <a:r>
              <a:t>The displayed map uses measured alpha and near-wall force. Colour saturates at 0.5. Endpoints remain excluded. The next slide compares common samples fairly.</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results/figures/momentum_residual_maps.png, lower measured panel; actual_volume_momentum_measured.csv; aorta_functions.py balance_terms and analyse_sections.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65 seconds</a:t>
            </a:r>
          </a:p>
          <a:p xmlns:a="http://schemas.openxmlformats.org/drawingml/2006/main">
            <a:r>
              <a:t/>
            </a:r>
          </a:p>
          <a:p xmlns:a="http://schemas.openxmlformats.org/drawingml/2006/main">
            <a:r>
              <a:t>SPEAKING TEXT</a:t>
            </a:r>
          </a:p>
          <a:p xmlns:a="http://schemas.openxmlformats.org/drawingml/2006/main">
            <a:r>
              <a:t>This table compares three ways to close the same momentum balance. We use the same 2,878 available station-time pairs for every row. That matters because the measured correction becomes unstable near zero net flow and therefore has more missing values. The median normalised residual is 4.6 percent for Poiseuille, 4.4 percent for the blunt profile and 1.2 percent when we use the measured profile correction and near-wall force estimate. The measured closure also has a lower 95th percentile, but that value is still 17.5 percent. This suggests the choice of closure matters. Because we change alpha and friction together, this comparison does not isolate how much each one contributes.</a:t>
            </a:r>
          </a:p>
          <a:p xmlns:a="http://schemas.openxmlformats.org/drawingml/2006/main">
            <a:r>
              <a:t/>
            </a:r>
          </a:p>
          <a:p xmlns:a="http://schemas.openxmlformats.org/drawingml/2006/main">
            <a:r>
              <a:t>CUES</a:t>
            </a:r>
          </a:p>
          <a:p xmlns:a="http://schemas.openxmlformats.org/drawingml/2006/main">
            <a:r>
              <a:t>Percentages are relative to the sum of momentum-term magnitudes. They are not percentages of clinical accuracy. Keep the median and 95th percentile distinct.</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results/closure_residual_statistics.csv, all three rows; notebook code cell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50 seconds</a:t>
            </a:r>
          </a:p>
          <a:p xmlns:a="http://schemas.openxmlformats.org/drawingml/2006/main">
            <a:r>
              <a:t/>
            </a:r>
          </a:p>
          <a:p xmlns:a="http://schemas.openxmlformats.org/drawingml/2006/main">
            <a:r>
              <a:t>SPEAKING TEXT</a:t>
            </a:r>
          </a:p>
          <a:p xmlns:a="http://schemas.openxmlformats.org/drawingml/2006/main">
            <a:r>
              <a:t>The wall-force estimate requires a derivative close to the wall. The plot compares probes at 0.30 and 0.15 millimetres. Their differences show that the sampling choice can affect the result. This is a sensitivity check and does not establish mesh convergence. The model also has rigid walls, one anatomy and one available cycle. We therefore cannot assess compliance, generalise across different anatomies, or demonstrate cycle-to-cycle convergence. Branch masking and derivative choices further restrict the available region. These limits do not cancel the consistency checks, but they control how confidently we can interpret the remaining residual as a limitation of a 1D description.</a:t>
            </a:r>
          </a:p>
          <a:p xmlns:a="http://schemas.openxmlformats.org/drawingml/2006/main">
            <a:r>
              <a:t/>
            </a:r>
          </a:p>
          <a:p xmlns:a="http://schemas.openxmlformats.org/drawingml/2006/main">
            <a:r>
              <a:t>CUES</a:t>
            </a:r>
          </a:p>
          <a:p xmlns:a="http://schemas.openxmlformats.org/drawingml/2006/main">
            <a:r>
              <a:t>Avoid claiming the healthy model covers stenotic flow. Anatomical stenosis is not required for this agreed project case.</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results/actual_volume_section_metrics.csv f_measured and f_half_depth; data/actual_volume_sections.json; original model metadata and model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Bongers | Target: 55 seconds</a:t>
            </a:r>
          </a:p>
          <a:p xmlns:a="http://schemas.openxmlformats.org/drawingml/2006/main">
            <a:r>
              <a:t/>
            </a:r>
          </a:p>
          <a:p xmlns:a="http://schemas.openxmlformats.org/drawingml/2006/main">
            <a:r>
              <a:t>SPEAKING TEXT</a:t>
            </a:r>
          </a:p>
          <a:p xmlns:a="http://schemas.openxmlformats.org/drawingml/2006/main">
            <a:r>
              <a:t>For this healthy aorta, the conservation checks support consistent flow measurements. The section maps and profiles show details that a few 1D quantities cannot retain. Using measured profile and friction information reduces the typical projected momentum residual compared with the fixed references. However, the residual still varies with position and phase, and our numerical limits remain relevant. Our conclusion is that a 1D description can summarise the bulk transport, while its closures and the region of application need careful interpretation. We would next test additional geometries and numerical resolution before making broader claims. We are happy to discuss where the 1D description is useful and which checks should come next.</a:t>
            </a:r>
          </a:p>
          <a:p xmlns:a="http://schemas.openxmlformats.org/drawingml/2006/main">
            <a:r>
              <a:t/>
            </a:r>
          </a:p>
          <a:p xmlns:a="http://schemas.openxmlformats.org/drawingml/2006/main">
            <a:r>
              <a:t>CUES</a:t>
            </a:r>
          </a:p>
          <a:p xmlns:a="http://schemas.openxmlformats.org/drawingml/2006/main">
            <a:r>
              <a:t>Finish the main talk here. Allow about 3 minutes for questions. Open a backup slide only if it answers a question.</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results/findings.csv and closure_residual_statistics.csv; scope limitations documented in results/validation.md.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Either presenter | Target: 0 seconds</a:t>
            </a:r>
          </a:p>
          <a:p xmlns:a="http://schemas.openxmlformats.org/drawingml/2006/main">
            <a:r>
              <a:t/>
            </a:r>
          </a:p>
          <a:p xmlns:a="http://schemas.openxmlformats.org/drawingml/2006/main">
            <a:r>
              <a:t>SPEAKING TEXT</a:t>
            </a:r>
          </a:p>
          <a:p xmlns:a="http://schemas.openxmlformats.org/drawingml/2006/main">
            <a:r>
              <a:t>This backup compares the measured profile correction with Poiseuille, the blunt reference and Womersley over the cycle. The logarithmic axis makes the wide positive range visible. Alpha divides a velocity-squared integral by net flow squared, so counterflow or near-zero net flow can make it large. We mask the actual section below five percent of local peak flow. The Womersley helper uses a one-percent cutoff, so the gaps are not identical. This is a reference comparison rather than a fitted local closure.</a:t>
            </a:r>
          </a:p>
          <a:p xmlns:a="http://schemas.openxmlformats.org/drawingml/2006/main">
            <a:r>
              <a:t/>
            </a:r>
          </a:p>
          <a:p xmlns:a="http://schemas.openxmlformats.org/drawingml/2006/main">
            <a:r>
              <a:t>CUES</a:t>
            </a:r>
          </a:p>
          <a:p xmlns:a="http://schemas.openxmlformats.org/drawingml/2006/main">
            <a:r>
              <a:t>Use this only if asked about fixed alpha, the logarithmic scale or low-flow gaps.</a:t>
            </a:r>
          </a:p>
          <a:p xmlns:a="http://schemas.openxmlformats.org/drawingml/2006/main">
            <a:r>
              <a:t/>
            </a:r>
          </a:p>
          <a:p xmlns:a="http://schemas.openxmlformats.org/drawingml/2006/main">
            <a:r>
              <a:t>SOURCES (not spoken)</a:t>
            </a:r>
          </a:p>
          <a:p xmlns:a="http://schemas.openxmlformats.org/drawingml/2006/main">
            <a:r>
              <a:t>FtP_Aorta_1D_Assumptions.ipynb, completed student version of 12 October 2026.</a:t>
            </a:r>
          </a:p>
          <a:p xmlns:a="http://schemas.openxmlformats.org/drawingml/2006/main">
            <a:r>
              <a:t>results/figures/profile_factor_comparison.png; aorta_functions.py womersley_reference and analyse_sections.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Either presenter | Target: 0 seconds</a:t>
            </a:r>
          </a:p>
          <a:p xmlns:a="http://schemas.openxmlformats.org/drawingml/2006/main">
            <a:r>
              <a:t/>
            </a:r>
          </a:p>
          <a:p xmlns:a="http://schemas.openxmlformats.org/drawingml/2006/main">
            <a:r>
              <a:t>SPEAKING TEXT</a:t>
            </a:r>
          </a:p>
          <a:p xmlns:a="http://schemas.openxmlformats.org/drawingml/2006/main">
            <a:r>
              <a:t>The input simulation comes from the Vascular Model Repository. We preserve its model notices and cite the repository publication. The Project 2 brief and course lectures provide the modelling context. Our notebook and included supporting scripts contain the calculations behind these slides. Running main.py regenerates the notebook figures and tables from the included actual section fields. Drafting and code organisation used AI assistance. The group should review the interpretation and speaking text before presenting.</a:t>
            </a:r>
          </a:p>
          <a:p xmlns:a="http://schemas.openxmlformats.org/drawingml/2006/main">
            <a:r>
              <a:t/>
            </a:r>
          </a:p>
          <a:p xmlns:a="http://schemas.openxmlformats.org/drawingml/2006/main">
            <a:r>
              <a:t>CUES</a:t>
            </a:r>
          </a:p>
          <a:p xmlns:a="http://schemas.openxmlformats.org/drawingml/2006/main">
            <a:r>
              <a:t>Course instructions: current Simone and Ed guidelines specify 11 minutes plus 3 minutes discussion and 20% presentation weight. No dedicated template or detailed scoring rubric was found in accessible material checked on 12 October.</a:t>
            </a:r>
          </a:p>
          <a:p xmlns:a="http://schemas.openxmlformats.org/drawingml/2006/main">
            <a:r>
              <a:t/>
            </a:r>
          </a:p>
          <a:p xmlns:a="http://schemas.openxmlformats.org/drawingml/2006/main">
            <a:r>
              <a:t>SOURCES (not spoken)</a:t>
            </a:r>
          </a:p>
          <a:p xmlns:a="http://schemas.openxmlformats.org/drawingml/2006/main">
            <a:r>
              <a:t>Simone Saitta, FP2P_projects_Simone.pptx, Project 2, slide 2. Canvas course 89400, file 10917250.</a:t>
            </a:r>
          </a:p>
          <a:p xmlns:a="http://schemas.openxmlformats.org/drawingml/2006/main">
            <a:r>
              <a:t>Simone guidelines, rules_projects_Simone.pdf, page 2, Canvas file 10928253. Ed guidelines, page 1, Canvas file 10939851. Current Canvas syllabus, course 89400.</a:t>
            </a:r>
          </a:p>
          <a:p xmlns:a="http://schemas.openxmlformats.org/drawingml/2006/main">
            <a:r>
              <a:t>Wilson, Ortiz and Johnson (2013). The Vascular Model Repository: A Public Resource of Medical Imaging Data and Blood Flow Simulation Results. Journal of Medical Devices 7(4), 040923. doi:10.1115/1.4025983.</a:t>
            </a:r>
          </a:p>
          <a:p xmlns:a="http://schemas.openxmlformats.org/drawingml/2006/main">
            <a:r>
              <a:t>FtP_Aorta_1D_Assumptions.ipynb, completed student version of 12 October 2026.</a:t>
            </a:r>
          </a:p>
          <a:p xmlns:a="http://schemas.openxmlformats.org/drawingml/2006/main">
            <a:br/>
            <a:br/>
            <a:r>
              <a:t>MODEL DATA NOTICES (not spoken)</a:t>
            </a:r>
            <a:br/>
            <a:r>
              <a:t># Copyright (c) Stanford University, the Regents of the University of California,</a:t>
            </a:r>
            <a:br/>
            <a:r>
              <a:t># Open Source Medical Software Corporation, and other parties.</a:t>
            </a:r>
            <a:br/>
            <a:r>
              <a:t>#</a:t>
            </a:r>
            <a:br/>
            <a:r>
              <a:t># All Rights Reserved.</a:t>
            </a:r>
            <a:br/>
            <a:r>
              <a:t>#</a:t>
            </a:r>
            <a:br/>
            <a:r>
              <a:t># Permission is hereby granted, free of charge, to any person obtaining</a:t>
            </a:r>
            <a:br/>
            <a:r>
              <a:t># a copy of this data to use the data for research and development</a:t>
            </a:r>
            <a:br/>
            <a:r>
              <a:t># purposes subject to the following conditions:</a:t>
            </a:r>
            <a:br/>
            <a:r>
              <a:t>#</a:t>
            </a:r>
            <a:br/>
            <a:r>
              <a:t># The above copyright notice and this README-COPYRIGHT file shall be</a:t>
            </a:r>
            <a:br/>
            <a:r>
              <a:t># included in all copies of any portion of this data.</a:t>
            </a:r>
            <a:br/>
            <a:r>
              <a:t>#</a:t>
            </a:r>
            <a:br/>
            <a:r>
              <a:t># Whenever reasonable and possible in publications and presentations</a:t>
            </a:r>
            <a:br/>
            <a:r>
              <a:t># when this data is used in whole or part, please include an</a:t>
            </a:r>
            <a:br/>
            <a:r>
              <a:t># acknowledgement similar to the following:</a:t>
            </a:r>
            <a:br/>
            <a:r>
              <a:t>#</a:t>
            </a:r>
            <a:br/>
            <a:r>
              <a:t># "The data used herein was provided in whole or in part with</a:t>
            </a:r>
            <a:br/>
            <a:r>
              <a:t># Federal funds from the National Library of Medicine under Grant</a:t>
            </a:r>
            <a:br/>
            <a:r>
              <a:t># No. R01LM013120, and the National Heart, Lung, and Blood Institute,</a:t>
            </a:r>
            <a:br/>
            <a:r>
              <a:t># National Institutes of Health, Department of Health and Human Services,</a:t>
            </a:r>
            <a:br/>
            <a:r>
              <a:t># under Contract No. HHSN268201100035C"</a:t>
            </a:r>
            <a:br/>
            <a:r>
              <a:t>#</a:t>
            </a:r>
            <a:br/>
            <a:r>
              <a:t># AND/OR</a:t>
            </a:r>
            <a:br/>
            <a:r>
              <a:t>#</a:t>
            </a:r>
            <a:br/>
            <a:r>
              <a:t># N.M. Wilson, A.K. Ortiz, and A.B. Johnson, “The Vascular Model Repository:</a:t>
            </a:r>
            <a:br/>
            <a:r>
              <a:t># A Public Resource of Medical Imaging Data and Blood Flow Simulation Results,”</a:t>
            </a:r>
            <a:br/>
            <a:r>
              <a:t># J. Med. Devices 7(4), 040923 (Dec 05, 2013) doi:10.1115/1.4025983.</a:t>
            </a:r>
            <a:br/>
            <a:r>
              <a:t>#</a:t>
            </a:r>
            <a:br/>
            <a:r>
              <a:t># AND/OR</a:t>
            </a:r>
            <a:br/>
            <a:r>
              <a:t>#</a:t>
            </a:r>
            <a:br/>
            <a:r>
              <a:t># Reference the official website for this data: www.vascularmodel.com</a:t>
            </a:r>
            <a:br/>
            <a:r>
              <a:t>#</a:t>
            </a:r>
            <a:br/>
            <a:r>
              <a:t>#</a:t>
            </a:r>
            <a:br/>
            <a:r>
              <a:t># THE DATA IS PROVIDED "AS IS", WITHOUT WARRANTY OF ANY KIND, EXPRESS</a:t>
            </a:r>
            <a:br/>
            <a:r>
              <a:t># OR IMPLIED, INCLUDING BUT NOT LIMITED TO THE WARRANTIES OF</a:t>
            </a:r>
            <a:br/>
            <a:r>
              <a:t># MERCHANTABILITY, FITNESS FOR A PARTICULAR PURPOSE AND NONINFRINGEMENT.</a:t>
            </a:r>
            <a:br/>
            <a:r>
              <a:t># IN NO EVENT SHALL THE AUTHORS OR COPYRIGHT HOLDERS BE LIABLE FOR ANY</a:t>
            </a:r>
            <a:br/>
            <a:r>
              <a:t># CLAIM, DAMAGES OR OTHER LIABILITY, WHETHER IN AN ACTION OF CONTRACT,</a:t>
            </a:r>
            <a:br/>
            <a:r>
              <a:t># TORT OR OTHERWISE, ARISING FROM, OUT OF OR IN CONNECTION WITH THE</a:t>
            </a:r>
            <a:br/>
            <a:r>
              <a:t># DATA OR THE USE OR OTHER DEALINGS IN THE DATA.</a:t>
            </a:r>
            <a:br/>
            <a:br/>
            <a:r>
              <a:t>README-COPYRIGHT</a:t>
            </a:r>
            <a:br/>
            <a:r>
              <a:t># Copyright (c) Stanford University, the Regents of the University of California,</a:t>
            </a:r>
            <a:br/>
            <a:r>
              <a:t># Open Source Medical Software Corporation, and other parties.</a:t>
            </a:r>
            <a:br/>
            <a:r>
              <a:t>#</a:t>
            </a:r>
            <a:br/>
            <a:r>
              <a:t># All Rights Reserved.</a:t>
            </a:r>
            <a:br/>
            <a:r>
              <a:t>#</a:t>
            </a:r>
            <a:br/>
            <a:r>
              <a:t># Permission is hereby granted, free of charge, to any person obtaining</a:t>
            </a:r>
            <a:br/>
            <a:r>
              <a:t># a copy of this data to use the data for research and development</a:t>
            </a:r>
            <a:br/>
            <a:r>
              <a:t># purposes subject to the following conditions:</a:t>
            </a:r>
            <a:br/>
            <a:r>
              <a:t>#</a:t>
            </a:r>
            <a:br/>
            <a:r>
              <a:t># The above copyright notice and this README-COPYRIGHT file shall be</a:t>
            </a:r>
            <a:br/>
            <a:r>
              <a:t># included in all copies of any portion of this data.</a:t>
            </a:r>
            <a:br/>
            <a:r>
              <a:t>#</a:t>
            </a:r>
            <a:br/>
            <a:r>
              <a:t># Whenever reasonable and possible in publications and presentations</a:t>
            </a:r>
            <a:br/>
            <a:r>
              <a:t># when this data is used in whole or part, please include an</a:t>
            </a:r>
            <a:br/>
            <a:r>
              <a:t># acknowledgement similar to the following:</a:t>
            </a:r>
            <a:br/>
            <a:r>
              <a:t>#</a:t>
            </a:r>
            <a:br/>
            <a:r>
              <a:t># "The data used herein was provided in whole or in part with</a:t>
            </a:r>
            <a:br/>
            <a:r>
              <a:t># Federal funds from the National Library of Medicine under Grant</a:t>
            </a:r>
            <a:br/>
            <a:r>
              <a:t># No. R01LM013120, and the National Heart, Lung, and Blood Institute,</a:t>
            </a:r>
            <a:br/>
            <a:r>
              <a:t># National Institutes of Health, Department of Health and Human Services,</a:t>
            </a:r>
            <a:br/>
            <a:r>
              <a:t># under Contract No. HHSN268201100035C"</a:t>
            </a:r>
            <a:br/>
            <a:r>
              <a:t>#</a:t>
            </a:r>
            <a:br/>
            <a:r>
              <a:t># AND/OR</a:t>
            </a:r>
            <a:br/>
            <a:r>
              <a:t>#</a:t>
            </a:r>
            <a:br/>
            <a:r>
              <a:t># N.M. Wilson, A.K. Ortiz, and A.B. Johnson, “The Vascular Model Repository:</a:t>
            </a:r>
            <a:br/>
            <a:r>
              <a:t># A Public Resource of Medical Imaging Data and Blood Flow Simulation Results,”</a:t>
            </a:r>
            <a:br/>
            <a:r>
              <a:t># J. Med. Devices 7(4), 040923 (Dec 05, 2013) doi:10.1115/1.4025983.</a:t>
            </a:r>
            <a:br/>
            <a:r>
              <a:t>#</a:t>
            </a:r>
            <a:br/>
            <a:r>
              <a:t># AND/OR</a:t>
            </a:r>
            <a:br/>
            <a:r>
              <a:t>#</a:t>
            </a:r>
            <a:br/>
            <a:r>
              <a:t># Reference the official website for this data: www.vascularmodel.com</a:t>
            </a:r>
            <a:br/>
            <a:r>
              <a:t>#</a:t>
            </a:r>
            <a:br/>
            <a:r>
              <a:t>#</a:t>
            </a:r>
            <a:br/>
            <a:r>
              <a:t># THE DATA IS PROVIDED "AS IS", WITHOUT WARRANTY OF ANY KIND, EXPRESS</a:t>
            </a:r>
            <a:br/>
            <a:r>
              <a:t># OR IMPLIED, INCLUDING BUT NOT LIMITED TO THE WARRANTIES OF</a:t>
            </a:r>
            <a:br/>
            <a:r>
              <a:t># MERCHANTABILITY, FITNESS FOR A PARTICULAR PURPOSE AND NONINFRINGEMENT.</a:t>
            </a:r>
            <a:br/>
            <a:r>
              <a:t># IN NO EVENT SHALL THE AUTHORS OR COPYRIGHT HOLDERS BE LIABLE FOR ANY</a:t>
            </a:r>
            <a:br/>
            <a:r>
              <a:t># CLAIM, DAMAGES OR OTHER LIABILITY, WHETHER IN AN ACTION OF CONTRACT,</a:t>
            </a:r>
            <a:br/>
            <a:r>
              <a:t># TORT OR OTHERWISE, ARISING FROM, OUT OF OR IN CONNECTION WITH THE</a:t>
            </a:r>
            <a:br/>
            <a:r>
              <a:t># DATA OR THE USE OR OTHER DEALINGS IN THE DATA.</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7773ec21534d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7b1255dc2542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5273fac7be49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d46df4db6a4c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24d6ad599e47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fde77291104f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9688CC-A517-44D0-A8B6-18AB93FD61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E0CEB6-FE6A-41F9-BFC2-CA90577229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BEC655-C01F-433D-BCD9-A2ACA20AD9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FA64CC-9F32-4B36-80FD-F67C9ED311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932E9B-CE36-47D1-8C2E-F87B37C8E7B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50AE41-4B42-4AE9-861E-9C536515E5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3F0917-EA77-4072-AFA1-AAABF0CD0D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6FCDE8-C1CB-4DC2-9F8D-CC51E47894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7C734-ABA6-4222-89FA-E34F070326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ECBFDE-9A39-47E0-B175-4C56DD2599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fb339698fc4470" /><Relationship Type="http://schemas.openxmlformats.org/officeDocument/2006/relationships/slideLayout" Target="/ppt/slideLayouts/slideLayout1.xml" Id="Rc7cb38cd46234c13" /><Relationship Type="http://schemas.openxmlformats.org/officeDocument/2006/relationships/slideLayout" Target="/ppt/slideLayouts/slideLayout2.xml" Id="R2fb2b99dfee540cd" /><Relationship Type="http://schemas.openxmlformats.org/officeDocument/2006/relationships/slideLayout" Target="/ppt/slideLayouts/slideLayout3.xml" Id="R90cda48e8ba2442c" /><Relationship Type="http://schemas.openxmlformats.org/officeDocument/2006/relationships/slideLayout" Target="/ppt/slideLayouts/slideLayout4.xml" Id="Rd90c315cf0cf4ae5" /><Relationship Type="http://schemas.openxmlformats.org/officeDocument/2006/relationships/slideLayout" Target="/ppt/slideLayouts/slideLayout5.xml" Id="Rabecd48f57114ff5" /><Relationship Type="http://schemas.openxmlformats.org/officeDocument/2006/relationships/slideLayout" Target="/ppt/slideLayouts/slideLayout6.xml" Id="R3a2767d61ed747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cb38cd46234c13"/>
    <p:sldLayoutId xmlns:r="http://schemas.openxmlformats.org/officeDocument/2006/relationships" id="2147483650" r:id="R2fb2b99dfee540cd"/>
    <p:sldLayoutId xmlns:r="http://schemas.openxmlformats.org/officeDocument/2006/relationships" id="2147483651" r:id="R90cda48e8ba2442c"/>
    <p:sldLayoutId xmlns:r="http://schemas.openxmlformats.org/officeDocument/2006/relationships" id="2147483652" r:id="Rd90c315cf0cf4ae5"/>
    <p:sldLayoutId xmlns:r="http://schemas.openxmlformats.org/officeDocument/2006/relationships" id="2147483653" r:id="Rabecd48f57114ff5"/>
    <p:sldLayoutId xmlns:r="http://schemas.openxmlformats.org/officeDocument/2006/relationships" id="2147483654" r:id="R3a2767d61ed747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fea1e097fe4f0b" /><Relationship Type="http://schemas.openxmlformats.org/officeDocument/2006/relationships/image" Target="/ppt/media/image.png" Id="Ra3c73f5b98774f4e" /><Relationship Type="http://schemas.openxmlformats.org/officeDocument/2006/relationships/notesSlide" Target="/ppt/notesSlides/notesSlide1.xml" Id="Re272aac9dd504d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024df3a4c641d9" /><Relationship Type="http://schemas.openxmlformats.org/officeDocument/2006/relationships/notesSlide" Target="/ppt/notesSlides/notesSlide2.xml" Id="R8ce4efcb589a47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69c228c16e4df2" /><Relationship Type="http://schemas.openxmlformats.org/officeDocument/2006/relationships/notesSlide" Target="/ppt/notesSlides/notesSlide3.xml" Id="R466b766287d440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1279e1cd2a4e6a" /><Relationship Type="http://schemas.openxmlformats.org/officeDocument/2006/relationships/chart" Target="/ppt/slides/charts/chart1.xml" Id="R21580d06fa2c4c3f" /><Relationship Type="http://schemas.openxmlformats.org/officeDocument/2006/relationships/notesSlide" Target="/ppt/notesSlides/notesSlide4.xml" Id="R17202d11a9be46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bb83d494a94a2b" /><Relationship Type="http://schemas.openxmlformats.org/officeDocument/2006/relationships/chart" Target="/ppt/slides/charts/chart2.xml" Id="R0f4f888c75bd4109" /><Relationship Type="http://schemas.openxmlformats.org/officeDocument/2006/relationships/notesSlide" Target="/ppt/notesSlides/notesSlide5.xml" Id="Rf9cb05a2c14943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bd2c4ec5dd41b4" /><Relationship Type="http://schemas.openxmlformats.org/officeDocument/2006/relationships/image" Target="/ppt/media/image2.png" Id="Re715ca9fd8274909" /><Relationship Type="http://schemas.openxmlformats.org/officeDocument/2006/relationships/notesSlide" Target="/ppt/notesSlides/notesSlide6.xml" Id="Rc9b7303d739043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c1adbb495146cf" /><Relationship Type="http://schemas.openxmlformats.org/officeDocument/2006/relationships/chart" Target="/ppt/slides/charts/chart3.xml" Id="Rda113244a93b415a" /><Relationship Type="http://schemas.openxmlformats.org/officeDocument/2006/relationships/notesSlide" Target="/ppt/notesSlides/notesSlide7.xml" Id="R92ffdac59be34f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f17ebff12e4354" /><Relationship Type="http://schemas.openxmlformats.org/officeDocument/2006/relationships/chart" Target="/ppt/slides/charts/chart4.xml" Id="Read373e415304d6e" /><Relationship Type="http://schemas.openxmlformats.org/officeDocument/2006/relationships/notesSlide" Target="/ppt/notesSlides/notesSlide8.xml" Id="R85327546e07e4c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4b14f45fbf4dcf" /><Relationship Type="http://schemas.openxmlformats.org/officeDocument/2006/relationships/image" Target="/ppt/media/image3.png" Id="R333abef30df044d1" /><Relationship Type="http://schemas.openxmlformats.org/officeDocument/2006/relationships/notesSlide" Target="/ppt/notesSlides/notesSlide9.xml" Id="R71b32edc72414d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02c0b1a87849cc" /><Relationship Type="http://schemas.openxmlformats.org/officeDocument/2006/relationships/notesSlide" Target="/ppt/notesSlides/notesSlide10.xml" Id="R9b8e995cb5b844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bef1941eb5457e" /><Relationship Type="http://schemas.openxmlformats.org/officeDocument/2006/relationships/chart" Target="/ppt/slides/charts/chart5.xml" Id="Rdb306952eeb24339" /><Relationship Type="http://schemas.openxmlformats.org/officeDocument/2006/relationships/notesSlide" Target="/ppt/notesSlides/notesSlide11.xml" Id="R9b896a1a537d44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771eb10a4d401d" /><Relationship Type="http://schemas.openxmlformats.org/officeDocument/2006/relationships/notesSlide" Target="/ppt/notesSlides/notesSlide12.xml" Id="Rfbbf1fc9084644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6745d3a686481f" /><Relationship Type="http://schemas.openxmlformats.org/officeDocument/2006/relationships/image" Target="/ppt/media/image4.png" Id="R9efb3abcfa2d4d15" /><Relationship Type="http://schemas.openxmlformats.org/officeDocument/2006/relationships/notesSlide" Target="/ppt/notesSlides/notesSlide13.xml" Id="Rafbcb3e08ca549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95ac9e904e4c5d" /><Relationship Type="http://schemas.openxmlformats.org/officeDocument/2006/relationships/notesSlide" Target="/ppt/notesSlides/notesSlide14.xml" Id="Rfaf0fb6424ef4466" /></Relationships>
</file>

<file path=ppt/slides/charts/chart1.xml><?xml version="1.0" encoding="utf-8"?>
<c:chartSpace xmlns:c="http://schemas.openxmlformats.org/drawingml/2006/chart">
  <c:lang val="en-US"/>
  <c:chart>
    <c:plotArea>
      <c:scatterChart>
        <c:scatterStyle val="line"/>
        <c:varyColors val="0"/>
        <c:ser>
          <c:idx val="0"/>
          <c:order val="0"/>
          <c:tx>
            <c:v>Inlet</c:v>
          </c:tx>
          <c:spPr>
            <a:ln xmlns:a="http://schemas.openxmlformats.org/drawingml/2006/main" w="28575">
              <a:solidFill>
                <a:srgbClr val="2166A8"/>
              </a:solidFill>
              <a:prstDash val="solid"/>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c:formatCode>
              <c:ptCount val="201"/>
              <c:pt idx="0">
                <c:v>178.1374988208</c:v>
              </c:pt>
              <c:pt idx="1">
                <c:v>206.5148039601</c:v>
              </c:pt>
              <c:pt idx="2">
                <c:v>235.59915077870002</c:v>
              </c:pt>
              <c:pt idx="3">
                <c:v>264.82027029</c:v>
              </c:pt>
              <c:pt idx="4">
                <c:v>293.7850883529</c:v>
              </c:pt>
              <c:pt idx="5">
                <c:v>321.52121402529997</c:v>
              </c:pt>
              <c:pt idx="6">
                <c:v>348.1654300026</c:v>
              </c:pt>
              <c:pt idx="7">
                <c:v>373.3178684851</c:v>
              </c:pt>
              <c:pt idx="8">
                <c:v>396.5163384642</c:v>
              </c:pt>
              <c:pt idx="9">
                <c:v>417.7169202719</c:v>
              </c:pt>
              <c:pt idx="10">
                <c:v>436.3646228472</c:v>
              </c:pt>
              <c:pt idx="11">
                <c:v>452.8144679722</c:v>
              </c:pt>
              <c:pt idx="12">
                <c:v>466.91862810789996</c:v>
              </c:pt>
              <c:pt idx="13">
                <c:v>478.4352370789</c:v>
              </c:pt>
              <c:pt idx="14">
                <c:v>487.3990851047</c:v>
              </c:pt>
              <c:pt idx="15">
                <c:v>494.18151754020005</c:v>
              </c:pt>
              <c:pt idx="16">
                <c:v>498.84500769740004</c:v>
              </c:pt>
              <c:pt idx="17">
                <c:v>501.377324577</c:v>
              </c:pt>
              <c:pt idx="18">
                <c:v>501.9553435333</c:v>
              </c:pt>
              <c:pt idx="19">
                <c:v>500.86867374039997</c:v>
              </c:pt>
              <c:pt idx="20">
                <c:v>498.30623546740003</c:v>
              </c:pt>
              <c:pt idx="21">
                <c:v>494.3136426146</c:v>
              </c:pt>
              <c:pt idx="22">
                <c:v>488.96056008600004</c:v>
              </c:pt>
              <c:pt idx="23">
                <c:v>482.6604855828</c:v>
              </c:pt>
              <c:pt idx="24">
                <c:v>475.3497845146</c:v>
              </c:pt>
              <c:pt idx="25">
                <c:v>467.2639162671</c:v>
              </c:pt>
              <c:pt idx="26">
                <c:v>458.3273236159</c:v>
              </c:pt>
              <c:pt idx="27">
                <c:v>448.9350654886</c:v>
              </c:pt>
              <c:pt idx="28">
                <c:v>438.9107305558</c:v>
              </c:pt>
              <c:pt idx="29">
                <c:v>428.5210237728</c:v>
              </c:pt>
              <c:pt idx="30">
                <c:v>417.67624094070004</c:v>
              </c:pt>
              <c:pt idx="31">
                <c:v>406.4668151394</c:v>
              </c:pt>
              <c:pt idx="32">
                <c:v>395.04243037860005</c:v>
              </c:pt>
              <c:pt idx="33">
                <c:v>383.2416459993</c:v>
              </c:pt>
              <c:pt idx="34">
                <c:v>371.1734793319</c:v>
              </c:pt>
              <c:pt idx="35">
                <c:v>358.86405390600004</c:v>
              </c:pt>
              <c:pt idx="36">
                <c:v>346.3821147323</c:v>
              </c:pt>
              <c:pt idx="37">
                <c:v>333.467119181</c:v>
              </c:pt>
              <c:pt idx="38">
                <c:v>320.3152055127</c:v>
              </c:pt>
              <c:pt idx="39">
                <c:v>306.7250329971</c:v>
              </c:pt>
              <c:pt idx="40">
                <c:v>292.66088111690004</c:v>
              </c:pt>
              <c:pt idx="41">
                <c:v>278.0854616666</c:v>
              </c:pt>
              <c:pt idx="42">
                <c:v>263.0406786723</c:v>
              </c:pt>
              <c:pt idx="43">
                <c:v>247.3842761997</c:v>
              </c:pt>
              <c:pt idx="44">
                <c:v>231.1016324763</c:v>
              </c:pt>
              <c:pt idx="45">
                <c:v>214.3938834657</c:v>
              </c:pt>
              <c:pt idx="46">
                <c:v>196.72826725419998</c:v>
              </c:pt>
              <c:pt idx="47">
                <c:v>178.8486274924</c:v>
              </c:pt>
              <c:pt idx="48">
                <c:v>160.3038383537</c:v>
              </c:pt>
              <c:pt idx="49">
                <c:v>141.5899543826</c:v>
              </c:pt>
              <c:pt idx="50">
                <c:v>122.41216942500002</c:v>
              </c:pt>
              <c:pt idx="51">
                <c:v>103.6566487526</c:v>
              </c:pt>
              <c:pt idx="52">
                <c:v>84.86508769367309</c:v>
              </c:pt>
              <c:pt idx="53">
                <c:v>66.67821777420004</c:v>
              </c:pt>
              <c:pt idx="54">
                <c:v>49.2201793599494</c:v>
              </c:pt>
              <c:pt idx="55">
                <c:v>32.566063592386676</c:v>
              </c:pt>
              <c:pt idx="56">
                <c:v>17.058548696231544</c:v>
              </c:pt>
              <c:pt idx="57">
                <c:v>2.9971334275328925</c:v>
              </c:pt>
              <c:pt idx="58">
                <c:v>-9.4485748574435</c:v>
              </c:pt>
              <c:pt idx="59">
                <c:v>-20.250345237255615</c:v>
              </c:pt>
              <c:pt idx="60">
                <c:v>-29.250274318132075</c:v>
              </c:pt>
              <c:pt idx="61">
                <c:v>-36.58486406686369</c:v>
              </c:pt>
              <c:pt idx="62">
                <c:v>-41.9546790554348</c:v>
              </c:pt>
              <c:pt idx="63">
                <c:v>-45.537909396382965</c:v>
              </c:pt>
              <c:pt idx="64">
                <c:v>-47.494235321734216</c:v>
              </c:pt>
              <c:pt idx="65">
                <c:v>-47.98492418863402</c:v>
              </c:pt>
              <c:pt idx="66">
                <c:v>-47.081824493304644</c:v>
              </c:pt>
              <c:pt idx="67">
                <c:v>-44.98129861483587</c:v>
              </c:pt>
              <c:pt idx="68">
                <c:v>-41.98788685470207</c:v>
              </c:pt>
              <c:pt idx="69">
                <c:v>-38.34047519268681</c:v>
              </c:pt>
              <c:pt idx="70">
                <c:v>-34.10423999186131</c:v>
              </c:pt>
              <c:pt idx="71">
                <c:v>-29.604223822477604</c:v>
              </c:pt>
              <c:pt idx="72">
                <c:v>-24.99207825870445</c:v>
              </c:pt>
              <c:pt idx="73">
                <c:v>-20.468941581661174</c:v>
              </c:pt>
              <c:pt idx="74">
                <c:v>-16.050674251091785</c:v>
              </c:pt>
              <c:pt idx="75">
                <c:v>-11.977650612167674</c:v>
              </c:pt>
              <c:pt idx="76">
                <c:v>-8.191666303019113</c:v>
              </c:pt>
              <c:pt idx="77">
                <c:v>-4.758947549921438</c:v>
              </c:pt>
              <c:pt idx="78">
                <c:v>-1.661087794494226</c:v>
              </c:pt>
              <c:pt idx="79">
                <c:v>0.9870782632842819</c:v>
              </c:pt>
              <c:pt idx="80">
                <c:v>3.363580589053597</c:v>
              </c:pt>
              <c:pt idx="81">
                <c:v>5.46401310222646</c:v>
              </c:pt>
              <c:pt idx="82">
                <c:v>7.310334392777851</c:v>
              </c:pt>
              <c:pt idx="83">
                <c:v>8.971599111809029</c:v>
              </c:pt>
              <c:pt idx="84">
                <c:v>10.446400753287344</c:v>
              </c:pt>
              <c:pt idx="85">
                <c:v>11.80038462903095</c:v>
              </c:pt>
              <c:pt idx="86">
                <c:v>13.0264764948328</c:v>
              </c:pt>
              <c:pt idx="87">
                <c:v>14.113368750631526</c:v>
              </c:pt>
              <c:pt idx="88">
                <c:v>15.060920281630352</c:v>
              </c:pt>
              <c:pt idx="89">
                <c:v>15.874874972818276</c:v>
              </c:pt>
              <c:pt idx="90">
                <c:v>16.519816249285114</c:v>
              </c:pt>
              <c:pt idx="91">
                <c:v>16.96408695354346</c:v>
              </c:pt>
              <c:pt idx="92">
                <c:v>17.212041031517334</c:v>
              </c:pt>
              <c:pt idx="93">
                <c:v>17.254398397445012</c:v>
              </c:pt>
              <c:pt idx="94">
                <c:v>17.09579289383486</c:v>
              </c:pt>
              <c:pt idx="95">
                <c:v>16.709563469272112</c:v>
              </c:pt>
              <c:pt idx="96">
                <c:v>16.151188912807</c:v>
              </c:pt>
              <c:pt idx="97">
                <c:v>15.45798732249575</c:v>
              </c:pt>
              <c:pt idx="98">
                <c:v>14.64984273007166</c:v>
              </c:pt>
              <c:pt idx="99">
                <c:v>13.78912871763965</c:v>
              </c:pt>
              <c:pt idx="100">
                <c:v>12.923299165186153</c:v>
              </c:pt>
              <c:pt idx="101">
                <c:v>12.115588651540769</c:v>
              </c:pt>
              <c:pt idx="102">
                <c:v>11.39061284061592</c:v>
              </c:pt>
              <c:pt idx="103">
                <c:v>10.821048155398396</c:v>
              </c:pt>
              <c:pt idx="104">
                <c:v>10.41718303447122</c:v>
              </c:pt>
              <c:pt idx="105">
                <c:v>10.18553848573232</c:v>
              </c:pt>
              <c:pt idx="106">
                <c:v>10.128820468578969</c:v>
              </c:pt>
              <c:pt idx="107">
                <c:v>10.25560965547983</c:v>
              </c:pt>
              <c:pt idx="108">
                <c:v>10.516597208351268</c:v>
              </c:pt>
              <c:pt idx="109">
                <c:v>10.866713861743392</c:v>
              </c:pt>
              <c:pt idx="110">
                <c:v>11.25826810931858</c:v>
              </c:pt>
              <c:pt idx="111">
                <c:v>11.644728930602508</c:v>
              </c:pt>
              <c:pt idx="112">
                <c:v>11.958427695842344</c:v>
              </c:pt>
              <c:pt idx="113">
                <c:v>12.1646284836627</c:v>
              </c:pt>
              <c:pt idx="114">
                <c:v>12.222724221985592</c:v>
              </c:pt>
              <c:pt idx="115">
                <c:v>12.088337234084612</c:v>
              </c:pt>
              <c:pt idx="116">
                <c:v>11.75122587350901</c:v>
              </c:pt>
              <c:pt idx="117">
                <c:v>11.222207209011952</c:v>
              </c:pt>
              <c:pt idx="118">
                <c:v>10.522013510097475</c:v>
              </c:pt>
              <c:pt idx="119">
                <c:v>9.667209478581372</c:v>
              </c:pt>
              <c:pt idx="120">
                <c:v>8.694419947966367</c:v>
              </c:pt>
              <c:pt idx="121">
                <c:v>7.677933347444094</c:v>
              </c:pt>
              <c:pt idx="122">
                <c:v>6.649564136164555</c:v>
              </c:pt>
              <c:pt idx="123">
                <c:v>5.674563469702065</c:v>
              </c:pt>
              <c:pt idx="124">
                <c:v>4.808785095975239</c:v>
              </c:pt>
              <c:pt idx="125">
                <c:v>4.090100359286177</c:v>
              </c:pt>
              <c:pt idx="126">
                <c:v>3.5323306266444923</c:v>
              </c:pt>
              <c:pt idx="127">
                <c:v>3.1687124459386453</c:v>
              </c:pt>
              <c:pt idx="128">
                <c:v>3.0050949451521904</c:v>
              </c:pt>
              <c:pt idx="129">
                <c:v>3.0067737794764193</c:v>
              </c:pt>
              <c:pt idx="130">
                <c:v>3.1491706645839894</c:v>
              </c:pt>
              <c:pt idx="131">
                <c:v>3.3921311650511967</c:v>
              </c:pt>
              <c:pt idx="132">
                <c:v>3.693261177091958</c:v>
              </c:pt>
              <c:pt idx="133">
                <c:v>3.9942196200715534</c:v>
              </c:pt>
              <c:pt idx="134">
                <c:v>4.242892330009688</c:v>
              </c:pt>
              <c:pt idx="135">
                <c:v>4.401556123350292</c:v>
              </c:pt>
              <c:pt idx="136">
                <c:v>4.403882861008931</c:v>
              </c:pt>
              <c:pt idx="137">
                <c:v>4.25192031853444</c:v>
              </c:pt>
              <c:pt idx="138">
                <c:v>3.9381427538816918</c:v>
              </c:pt>
              <c:pt idx="139">
                <c:v>3.455433069039824</c:v>
              </c:pt>
              <c:pt idx="140">
                <c:v>2.8248764198462113</c:v>
              </c:pt>
              <c:pt idx="141">
                <c:v>2.0826151646018882</c:v>
              </c:pt>
              <c:pt idx="142">
                <c:v>1.277979016657095</c:v>
              </c:pt>
              <c:pt idx="143">
                <c:v>0.4581727407502049</c:v>
              </c:pt>
              <c:pt idx="144">
                <c:v>-0.3352103052413152</c:v>
              </c:pt>
              <c:pt idx="145">
                <c:v>-1.040733168355132</c:v>
              </c:pt>
              <c:pt idx="146">
                <c:v>-1.6243779400841376</c:v>
              </c:pt>
              <c:pt idx="147">
                <c:v>-2.060848994787437</c:v>
              </c:pt>
              <c:pt idx="148">
                <c:v>-2.3074908453732292</c:v>
              </c:pt>
              <c:pt idx="149">
                <c:v>-2.385295953796384</c:v>
              </c:pt>
              <c:pt idx="150">
                <c:v>-2.30896527634685</c:v>
              </c:pt>
              <c:pt idx="151">
                <c:v>-2.100671697521118</c:v>
              </c:pt>
              <c:pt idx="152">
                <c:v>-1.7932679721716913</c:v>
              </c:pt>
              <c:pt idx="153">
                <c:v>-1.4435189626610172</c:v>
              </c:pt>
              <c:pt idx="154">
                <c:v>-1.0986937640089849</c:v>
              </c:pt>
              <c:pt idx="155">
                <c:v>-0.8086242947244735</c:v>
              </c:pt>
              <c:pt idx="156">
                <c:v>-0.6226135608081188</c:v>
              </c:pt>
              <c:pt idx="157">
                <c:v>-0.5737099006301594</c:v>
              </c:pt>
              <c:pt idx="158">
                <c:v>-0.6702706581950677</c:v>
              </c:pt>
              <c:pt idx="159">
                <c:v>-0.9182067299676956</c:v>
              </c:pt>
              <c:pt idx="160">
                <c:v>-1.3164456437584922</c:v>
              </c:pt>
              <c:pt idx="161">
                <c:v>-1.823088739333254</c:v>
              </c:pt>
              <c:pt idx="162">
                <c:v>-2.379478236766175</c:v>
              </c:pt>
              <c:pt idx="163">
                <c:v>-2.9515787844444796</c:v>
              </c:pt>
              <c:pt idx="164">
                <c:v>-3.445143915813997</c:v>
              </c:pt>
              <c:pt idx="165">
                <c:v>-3.81050040463376</c:v>
              </c:pt>
              <c:pt idx="166">
                <c:v>-3.9963682241687506</c:v>
              </c:pt>
              <c:pt idx="167">
                <c:v>-3.958391895156429</c:v>
              </c:pt>
              <c:pt idx="168">
                <c:v>-3.662293927686489</c:v>
              </c:pt>
              <c:pt idx="169">
                <c:v>-3.095526264540783</c:v>
              </c:pt>
              <c:pt idx="170">
                <c:v>-2.3083559642510356</c:v>
              </c:pt>
              <c:pt idx="171">
                <c:v>-1.350669485169867</c:v>
              </c:pt>
              <c:pt idx="172">
                <c:v>-0.26470968819841895</c:v>
              </c:pt>
              <c:pt idx="173">
                <c:v>0.8278812869893944</c:v>
              </c:pt>
              <c:pt idx="174">
                <c:v>1.829938220082991</c:v>
              </c:pt>
              <c:pt idx="175">
                <c:v>2.635061325532281</c:v>
              </c:pt>
              <c:pt idx="176">
                <c:v>3.1337936631367924</c:v>
              </c:pt>
              <c:pt idx="177">
                <c:v>3.203979595274779</c:v>
              </c:pt>
              <c:pt idx="178">
                <c:v>2.819789393096025</c:v>
              </c:pt>
              <c:pt idx="179">
                <c:v>1.957358898871105</c:v>
              </c:pt>
              <c:pt idx="180">
                <c:v>0.6158272637118332</c:v>
              </c:pt>
              <c:pt idx="181">
                <c:v>-1.2060137173888765</c:v>
              </c:pt>
              <c:pt idx="182">
                <c:v>-3.314524518128048</c:v>
              </c:pt>
              <c:pt idx="183">
                <c:v>-5.55577588123162</c:v>
              </c:pt>
              <c:pt idx="184">
                <c:v>-7.7146256187431215</c:v>
              </c:pt>
              <c:pt idx="185">
                <c:v>-9.52196580962782</c:v>
              </c:pt>
              <c:pt idx="186">
                <c:v>-10.672306653057976</c:v>
              </c:pt>
              <c:pt idx="187">
                <c:v>-10.890758203790357</c:v>
              </c:pt>
              <c:pt idx="188">
                <c:v>-9.863827815413893</c:v>
              </c:pt>
              <c:pt idx="189">
                <c:v>-6.982416056158701</c:v>
              </c:pt>
              <c:pt idx="190">
                <c:v>-2.2847109533667025</c:v>
              </c:pt>
              <c:pt idx="191">
                <c:v>4.638240344427779</c:v>
              </c:pt>
              <c:pt idx="192">
                <c:v>13.796971608571793</c:v>
              </c:pt>
              <c:pt idx="193">
                <c:v>25.896657949303368</c:v>
              </c:pt>
              <c:pt idx="194">
                <c:v>40.67295272048793</c:v>
              </c:pt>
              <c:pt idx="195">
                <c:v>57.80189435498345</c:v>
              </c:pt>
              <c:pt idx="196">
                <c:v>77.66825536999445</c:v>
              </c:pt>
              <c:pt idx="197">
                <c:v>99.99829412974653</c:v>
              </c:pt>
              <c:pt idx="198">
                <c:v>124.49917557099998</c:v>
              </c:pt>
              <c:pt idx="199">
                <c:v>150.4511975975</c:v>
              </c:pt>
              <c:pt idx="200">
                <c:v>178.13749882090002</c:v>
              </c:pt>
            </c:numLit>
          </c:yVal>
        </c:ser>
        <c:ser>
          <c:idx val="1"/>
          <c:order val="1"/>
          <c:tx>
            <c:v>Sum of outlets</c:v>
          </c:tx>
          <c:spPr>
            <a:ln xmlns:a="http://schemas.openxmlformats.org/drawingml/2006/main" w="22860">
              <a:solidFill>
                <a:srgbClr val="D57A19"/>
              </a:solidFill>
              <a:prstDash val="dash"/>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c:formatCode>
              <c:ptCount val="201"/>
              <c:pt idx="0">
                <c:v>178.13749856305003</c:v>
              </c:pt>
              <c:pt idx="1">
                <c:v>206.51480023113456</c:v>
              </c:pt>
              <c:pt idx="2">
                <c:v>235.59914254560744</c:v>
              </c:pt>
              <c:pt idx="3">
                <c:v>264.82025943160255</c:v>
              </c:pt>
              <c:pt idx="4">
                <c:v>293.78507678280954</c:v>
              </c:pt>
              <c:pt idx="5">
                <c:v>321.52120063274657</c:v>
              </c:pt>
              <c:pt idx="6">
                <c:v>348.1653996404602</c:v>
              </c:pt>
              <c:pt idx="7">
                <c:v>373.3178501957799</c:v>
              </c:pt>
              <c:pt idx="8">
                <c:v>396.5163209777841</c:v>
              </c:pt>
              <c:pt idx="9">
                <c:v>417.71690259722794</c:v>
              </c:pt>
              <c:pt idx="10">
                <c:v>436.36460885873515</c:v>
              </c:pt>
              <c:pt idx="11">
                <c:v>452.8144553213004</c:v>
              </c:pt>
              <c:pt idx="12">
                <c:v>466.91861604642827</c:v>
              </c:pt>
              <c:pt idx="13">
                <c:v>478.43523387610634</c:v>
              </c:pt>
              <c:pt idx="14">
                <c:v>487.3990859325973</c:v>
              </c:pt>
              <c:pt idx="15">
                <c:v>494.18151563487896</c:v>
              </c:pt>
              <c:pt idx="16">
                <c:v>498.84500628996346</c:v>
              </c:pt>
              <c:pt idx="17">
                <c:v>501.37732434809254</c:v>
              </c:pt>
              <c:pt idx="18">
                <c:v>501.9553532347126</c:v>
              </c:pt>
              <c:pt idx="19">
                <c:v>500.8686728883281</c:v>
              </c:pt>
              <c:pt idx="20">
                <c:v>498.3062426879352</c:v>
              </c:pt>
              <c:pt idx="21">
                <c:v>494.31365195860184</c:v>
              </c:pt>
              <c:pt idx="22">
                <c:v>488.9605718571705</c:v>
              </c:pt>
              <c:pt idx="23">
                <c:v>482.66050936122116</c:v>
              </c:pt>
              <c:pt idx="24">
                <c:v>475.34979856318836</c:v>
              </c:pt>
              <c:pt idx="25">
                <c:v>467.26392361134725</c:v>
              </c:pt>
              <c:pt idx="26">
                <c:v>458.327327325935</c:v>
              </c:pt>
              <c:pt idx="27">
                <c:v>448.9350637489366</c:v>
              </c:pt>
              <c:pt idx="28">
                <c:v>438.91072538541164</c:v>
              </c:pt>
              <c:pt idx="29">
                <c:v>428.52102155811343</c:v>
              </c:pt>
              <c:pt idx="30">
                <c:v>417.67624435674486</c:v>
              </c:pt>
              <c:pt idx="31">
                <c:v>406.4668161517028</c:v>
              </c:pt>
              <c:pt idx="32">
                <c:v>395.04242677611654</c:v>
              </c:pt>
              <c:pt idx="33">
                <c:v>383.24165116631184</c:v>
              </c:pt>
              <c:pt idx="34">
                <c:v>371.1734893221662</c:v>
              </c:pt>
              <c:pt idx="35">
                <c:v>358.86406055444075</c:v>
              </c:pt>
              <c:pt idx="36">
                <c:v>346.3821175468093</c:v>
              </c:pt>
              <c:pt idx="37">
                <c:v>333.4671164708854</c:v>
              </c:pt>
              <c:pt idx="38">
                <c:v>320.3152127746872</c:v>
              </c:pt>
              <c:pt idx="39">
                <c:v>306.725044031344</c:v>
              </c:pt>
              <c:pt idx="40">
                <c:v>292.66089374039433</c:v>
              </c:pt>
              <c:pt idx="41">
                <c:v>278.085474209917</c:v>
              </c:pt>
              <c:pt idx="42">
                <c:v>263.0406859389485</c:v>
              </c:pt>
              <c:pt idx="43">
                <c:v>247.38428171808226</c:v>
              </c:pt>
              <c:pt idx="44">
                <c:v>231.10163738560414</c:v>
              </c:pt>
              <c:pt idx="45">
                <c:v>214.3938802593973</c:v>
              </c:pt>
              <c:pt idx="46">
                <c:v>196.728272527643</c:v>
              </c:pt>
              <c:pt idx="47">
                <c:v>178.84863594758696</c:v>
              </c:pt>
              <c:pt idx="48">
                <c:v>160.3038405321608</c:v>
              </c:pt>
              <c:pt idx="49">
                <c:v>141.58996584751378</c:v>
              </c:pt>
              <c:pt idx="50">
                <c:v>122.41217560634749</c:v>
              </c:pt>
              <c:pt idx="51">
                <c:v>103.65665383817075</c:v>
              </c:pt>
              <c:pt idx="52">
                <c:v>84.8650932201198</c:v>
              </c:pt>
              <c:pt idx="53">
                <c:v>66.67821883024185</c:v>
              </c:pt>
              <c:pt idx="54">
                <c:v>49.22017897083963</c:v>
              </c:pt>
              <c:pt idx="55">
                <c:v>32.56606472192254</c:v>
              </c:pt>
              <c:pt idx="56">
                <c:v>17.058550527916182</c:v>
              </c:pt>
              <c:pt idx="57">
                <c:v>2.997135545096345</c:v>
              </c:pt>
              <c:pt idx="58">
                <c:v>-9.448572038000602</c:v>
              </c:pt>
              <c:pt idx="59">
                <c:v>-20.25034290757794</c:v>
              </c:pt>
              <c:pt idx="60">
                <c:v>-29.250272513372668</c:v>
              </c:pt>
              <c:pt idx="61">
                <c:v>-36.58486208641844</c:v>
              </c:pt>
              <c:pt idx="62">
                <c:v>-41.954682442407545</c:v>
              </c:pt>
              <c:pt idx="63">
                <c:v>-45.537910657679745</c:v>
              </c:pt>
              <c:pt idx="64">
                <c:v>-47.49423628213089</c:v>
              </c:pt>
              <c:pt idx="65">
                <c:v>-47.98491976473116</c:v>
              </c:pt>
              <c:pt idx="66">
                <c:v>-47.08182903506533</c:v>
              </c:pt>
              <c:pt idx="67">
                <c:v>-44.98130436627215</c:v>
              </c:pt>
              <c:pt idx="68">
                <c:v>-41.98789237178009</c:v>
              </c:pt>
              <c:pt idx="69">
                <c:v>-38.340477502206724</c:v>
              </c:pt>
              <c:pt idx="70">
                <c:v>-34.10423529723105</c:v>
              </c:pt>
              <c:pt idx="71">
                <c:v>-29.604209700065265</c:v>
              </c:pt>
              <c:pt idx="72">
                <c:v>-24.99206532890002</c:v>
              </c:pt>
              <c:pt idx="73">
                <c:v>-20.468928724521646</c:v>
              </c:pt>
              <c:pt idx="74">
                <c:v>-16.050662813070222</c:v>
              </c:pt>
              <c:pt idx="75">
                <c:v>-11.977640846223577</c:v>
              </c:pt>
              <c:pt idx="76">
                <c:v>-8.191655992818706</c:v>
              </c:pt>
              <c:pt idx="77">
                <c:v>-4.758940314879417</c:v>
              </c:pt>
              <c:pt idx="78">
                <c:v>-1.6610776163492633</c:v>
              </c:pt>
              <c:pt idx="79">
                <c:v>0.9870738999813933</c:v>
              </c:pt>
              <c:pt idx="80">
                <c:v>3.363576162457016</c:v>
              </c:pt>
              <c:pt idx="81">
                <c:v>5.464007282250207</c:v>
              </c:pt>
              <c:pt idx="82">
                <c:v>7.310329384747881</c:v>
              </c:pt>
              <c:pt idx="83">
                <c:v>8.971590668258766</c:v>
              </c:pt>
              <c:pt idx="84">
                <c:v>10.446395435288094</c:v>
              </c:pt>
              <c:pt idx="85">
                <c:v>11.800379152234791</c:v>
              </c:pt>
              <c:pt idx="86">
                <c:v>13.026474417893802</c:v>
              </c:pt>
              <c:pt idx="87">
                <c:v>14.11336292789611</c:v>
              </c:pt>
              <c:pt idx="88">
                <c:v>15.060916601721388</c:v>
              </c:pt>
              <c:pt idx="89">
                <c:v>15.874872070680558</c:v>
              </c:pt>
              <c:pt idx="90">
                <c:v>16.519801689477635</c:v>
              </c:pt>
              <c:pt idx="91">
                <c:v>16.964067615689448</c:v>
              </c:pt>
              <c:pt idx="92">
                <c:v>17.21202974545054</c:v>
              </c:pt>
              <c:pt idx="93">
                <c:v>17.254391835007414</c:v>
              </c:pt>
              <c:pt idx="94">
                <c:v>17.095793314949102</c:v>
              </c:pt>
              <c:pt idx="95">
                <c:v>16.70956572814456</c:v>
              </c:pt>
              <c:pt idx="96">
                <c:v>16.15118027270419</c:v>
              </c:pt>
              <c:pt idx="97">
                <c:v>15.457978744099922</c:v>
              </c:pt>
              <c:pt idx="98">
                <c:v>14.649834722833674</c:v>
              </c:pt>
              <c:pt idx="99">
                <c:v>13.789120969017885</c:v>
              </c:pt>
              <c:pt idx="100">
                <c:v>12.923291553063052</c:v>
              </c:pt>
              <c:pt idx="101">
                <c:v>12.115582579395069</c:v>
              </c:pt>
              <c:pt idx="102">
                <c:v>11.39060782007011</c:v>
              </c:pt>
              <c:pt idx="103">
                <c:v>10.821046646031663</c:v>
              </c:pt>
              <c:pt idx="104">
                <c:v>10.417228786225637</c:v>
              </c:pt>
              <c:pt idx="105">
                <c:v>10.185565495383594</c:v>
              </c:pt>
              <c:pt idx="106">
                <c:v>10.128831661443733</c:v>
              </c:pt>
              <c:pt idx="107">
                <c:v>10.255594892965796</c:v>
              </c:pt>
              <c:pt idx="108">
                <c:v>10.516579884367538</c:v>
              </c:pt>
              <c:pt idx="109">
                <c:v>10.86669698799506</c:v>
              </c:pt>
              <c:pt idx="110">
                <c:v>11.258253449318476</c:v>
              </c:pt>
              <c:pt idx="111">
                <c:v>11.644716843015393</c:v>
              </c:pt>
              <c:pt idx="112">
                <c:v>11.958413974596457</c:v>
              </c:pt>
              <c:pt idx="113">
                <c:v>12.164615009009195</c:v>
              </c:pt>
              <c:pt idx="114">
                <c:v>12.222724133454706</c:v>
              </c:pt>
              <c:pt idx="115">
                <c:v>12.088365255600644</c:v>
              </c:pt>
              <c:pt idx="116">
                <c:v>11.75127690523666</c:v>
              </c:pt>
              <c:pt idx="117">
                <c:v>11.222279180806565</c:v>
              </c:pt>
              <c:pt idx="118">
                <c:v>10.521984483764315</c:v>
              </c:pt>
              <c:pt idx="119">
                <c:v>9.667211532580776</c:v>
              </c:pt>
              <c:pt idx="120">
                <c:v>8.694430570904792</c:v>
              </c:pt>
              <c:pt idx="121">
                <c:v>7.677935166301318</c:v>
              </c:pt>
              <c:pt idx="122">
                <c:v>6.649563746468994</c:v>
              </c:pt>
              <c:pt idx="123">
                <c:v>5.6745644233240995</c:v>
              </c:pt>
              <c:pt idx="124">
                <c:v>4.808788780157181</c:v>
              </c:pt>
              <c:pt idx="125">
                <c:v>4.090112260703283</c:v>
              </c:pt>
              <c:pt idx="126">
                <c:v>3.532321554913152</c:v>
              </c:pt>
              <c:pt idx="127">
                <c:v>3.1686947859570824</c:v>
              </c:pt>
              <c:pt idx="128">
                <c:v>3.005112539225104</c:v>
              </c:pt>
              <c:pt idx="129">
                <c:v>3.006777659790973</c:v>
              </c:pt>
              <c:pt idx="130">
                <c:v>3.149175246398466</c:v>
              </c:pt>
              <c:pt idx="131">
                <c:v>3.392114621457513</c:v>
              </c:pt>
              <c:pt idx="132">
                <c:v>3.693243446898334</c:v>
              </c:pt>
              <c:pt idx="133">
                <c:v>3.994204459618442</c:v>
              </c:pt>
              <c:pt idx="134">
                <c:v>4.242879930808113</c:v>
              </c:pt>
              <c:pt idx="135">
                <c:v>4.401549512373321</c:v>
              </c:pt>
              <c:pt idx="136">
                <c:v>4.403908336516763</c:v>
              </c:pt>
              <c:pt idx="137">
                <c:v>4.251950431756787</c:v>
              </c:pt>
              <c:pt idx="138">
                <c:v>3.9381399142047036</c:v>
              </c:pt>
              <c:pt idx="139">
                <c:v>3.4554303443720262</c:v>
              </c:pt>
              <c:pt idx="140">
                <c:v>2.8248754402212977</c:v>
              </c:pt>
              <c:pt idx="141">
                <c:v>2.082617731939582</c:v>
              </c:pt>
              <c:pt idx="142">
                <c:v>1.2779811095588252</c:v>
              </c:pt>
              <c:pt idx="143">
                <c:v>0.45817462370526874</c:v>
              </c:pt>
              <c:pt idx="144">
                <c:v>-0.33520294808294643</c:v>
              </c:pt>
              <c:pt idx="145">
                <c:v>-1.0407285886607345</c:v>
              </c:pt>
              <c:pt idx="146">
                <c:v>-1.6243742975326922</c:v>
              </c:pt>
              <c:pt idx="147">
                <c:v>-2.0608476578453216</c:v>
              </c:pt>
              <c:pt idx="148">
                <c:v>-2.3074931631385556</c:v>
              </c:pt>
              <c:pt idx="149">
                <c:v>-2.3852787769635913</c:v>
              </c:pt>
              <c:pt idx="150">
                <c:v>-2.308969009185053</c:v>
              </c:pt>
              <c:pt idx="151">
                <c:v>-2.100669739504142</c:v>
              </c:pt>
              <c:pt idx="152">
                <c:v>-1.793270108816968</c:v>
              </c:pt>
              <c:pt idx="153">
                <c:v>-1.4435175809907634</c:v>
              </c:pt>
              <c:pt idx="154">
                <c:v>-1.0986920656629027</c:v>
              </c:pt>
              <c:pt idx="155">
                <c:v>-0.8086221610374413</c:v>
              </c:pt>
              <c:pt idx="156">
                <c:v>-0.6226176020712672</c:v>
              </c:pt>
              <c:pt idx="157">
                <c:v>-0.5737060041406021</c:v>
              </c:pt>
              <c:pt idx="158">
                <c:v>-0.6702659868824477</c:v>
              </c:pt>
              <c:pt idx="159">
                <c:v>-0.9182074027298331</c:v>
              </c:pt>
              <c:pt idx="160">
                <c:v>-1.3164493961692443</c:v>
              </c:pt>
              <c:pt idx="161">
                <c:v>-1.8230889335078995</c:v>
              </c:pt>
              <c:pt idx="162">
                <c:v>-2.3794748890549093</c:v>
              </c:pt>
              <c:pt idx="163">
                <c:v>-2.9515784588475515</c:v>
              </c:pt>
              <c:pt idx="164">
                <c:v>-3.4451437471144373</c:v>
              </c:pt>
              <c:pt idx="165">
                <c:v>-3.8105006155500605</c:v>
              </c:pt>
              <c:pt idx="166">
                <c:v>-3.996368720705697</c:v>
              </c:pt>
              <c:pt idx="167">
                <c:v>-3.958396923900972</c:v>
              </c:pt>
              <c:pt idx="168">
                <c:v>-3.6622958780586345</c:v>
              </c:pt>
              <c:pt idx="169">
                <c:v>-3.0955248697223916</c:v>
              </c:pt>
              <c:pt idx="170">
                <c:v>-2.308360564555817</c:v>
              </c:pt>
              <c:pt idx="171">
                <c:v>-1.3506777741188414</c:v>
              </c:pt>
              <c:pt idx="172">
                <c:v>-0.26471847676833565</c:v>
              </c:pt>
              <c:pt idx="173">
                <c:v>0.8278720144401662</c:v>
              </c:pt>
              <c:pt idx="174">
                <c:v>1.8299296479273899</c:v>
              </c:pt>
              <c:pt idx="175">
                <c:v>2.635055020404596</c:v>
              </c:pt>
              <c:pt idx="176">
                <c:v>3.1337902238290942</c:v>
              </c:pt>
              <c:pt idx="177">
                <c:v>3.2039853699860714</c:v>
              </c:pt>
              <c:pt idx="178">
                <c:v>2.8197906310913687</c:v>
              </c:pt>
              <c:pt idx="179">
                <c:v>1.957361958993513</c:v>
              </c:pt>
              <c:pt idx="180">
                <c:v>0.6158335246972062</c:v>
              </c:pt>
              <c:pt idx="181">
                <c:v>-1.2060026526455123</c:v>
              </c:pt>
              <c:pt idx="182">
                <c:v>-3.3145051708842144</c:v>
              </c:pt>
              <c:pt idx="183">
                <c:v>-5.555739727586698</c:v>
              </c:pt>
              <c:pt idx="184">
                <c:v>-7.714604587809161</c:v>
              </c:pt>
              <c:pt idx="185">
                <c:v>-9.521946040124467</c:v>
              </c:pt>
              <c:pt idx="186">
                <c:v>-10.672293495826155</c:v>
              </c:pt>
              <c:pt idx="187">
                <c:v>-10.890758713900121</c:v>
              </c:pt>
              <c:pt idx="188">
                <c:v>-9.863823521810007</c:v>
              </c:pt>
              <c:pt idx="189">
                <c:v>-6.98243420584828</c:v>
              </c:pt>
              <c:pt idx="190">
                <c:v>-2.284742062337516</c:v>
              </c:pt>
              <c:pt idx="191">
                <c:v>4.6382012953148655</c:v>
              </c:pt>
              <c:pt idx="192">
                <c:v>13.796862100703478</c:v>
              </c:pt>
              <c:pt idx="193">
                <c:v>25.896687947267523</c:v>
              </c:pt>
              <c:pt idx="194">
                <c:v>40.67294156491991</c:v>
              </c:pt>
              <c:pt idx="195">
                <c:v>57.80189912875405</c:v>
              </c:pt>
              <c:pt idx="196">
                <c:v>77.66826069884748</c:v>
              </c:pt>
              <c:pt idx="197">
                <c:v>99.99830530038415</c:v>
              </c:pt>
              <c:pt idx="198">
                <c:v>124.49918856547663</c:v>
              </c:pt>
              <c:pt idx="199">
                <c:v>150.4511983000922</c:v>
              </c:pt>
              <c:pt idx="200">
                <c:v>178.13749813030157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0"/>
          <c:min val="-100"/>
        </c:scaling>
        <c:delete val="0"/>
        <c:axPos val="l"/>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Flow (mL/s)</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
        <c:majorTickMark val="none"/>
        <c:minorTickMark val="none"/>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50112"/>
        <c:crossesAt val="-100"/>
        <c:majorUnit val="100"/>
      </c:valAx>
      <c:valAx>
        <c:axId val="48650112"/>
        <c:scaling>
          <c:orientation val="minMax"/>
          <c:max val="1"/>
          <c:min val="0"/>
        </c:scaling>
        <c:delete val="0"/>
        <c:axPos val="b"/>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Cycle fraction</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tickLblPos val="low"/>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line"/>
        <c:varyColors val="0"/>
        <c:ser>
          <c:idx val="0"/>
          <c:order val="0"/>
          <c:tx>
            <c:v>Phase 0.00</c:v>
          </c:tx>
          <c:spPr>
            <a:ln xmlns:a="http://schemas.openxmlformats.org/drawingml/2006/main" w="23813">
              <a:solidFill>
                <a:srgbClr val="2166A8"/>
              </a:solidFill>
            </a:ln>
          </c:spPr>
          <c:marker>
            <c:symbol val="none"/>
          </c:marker>
          <c:xVal>
            <c:numLit>
              <c:formatCode>General</c:formatCode>
              <c:ptCount val="1001"/>
              <c:pt idx="0">
                <c:v>0</c:v>
              </c:pt>
              <c:pt idx="1">
                <c:v>0.001</c:v>
              </c:pt>
              <c:pt idx="2">
                <c:v>0.002</c:v>
              </c:pt>
              <c:pt idx="3">
                <c:v>0.003</c:v>
              </c:pt>
              <c:pt idx="4">
                <c:v>0.004</c:v>
              </c:pt>
              <c:pt idx="5">
                <c:v>0.005</c:v>
              </c:pt>
              <c:pt idx="6">
                <c:v>0.006</c:v>
              </c:pt>
              <c:pt idx="7">
                <c:v>0.007000000000000001</c:v>
              </c:pt>
              <c:pt idx="8">
                <c:v>0.008</c:v>
              </c:pt>
              <c:pt idx="9">
                <c:v>0.009000000000000001</c:v>
              </c:pt>
              <c:pt idx="10">
                <c:v>0.01</c:v>
              </c:pt>
              <c:pt idx="11">
                <c:v>0.011</c:v>
              </c:pt>
              <c:pt idx="12">
                <c:v>0.012</c:v>
              </c:pt>
              <c:pt idx="13">
                <c:v>0.013000000000000001</c:v>
              </c:pt>
              <c:pt idx="14">
                <c:v>0.014000000000000002</c:v>
              </c:pt>
              <c:pt idx="15">
                <c:v>0.014999999999999998</c:v>
              </c:pt>
              <c:pt idx="16">
                <c:v>0.016</c:v>
              </c:pt>
              <c:pt idx="17">
                <c:v>0.017</c:v>
              </c:pt>
              <c:pt idx="18">
                <c:v>0.018000000000000002</c:v>
              </c:pt>
              <c:pt idx="19">
                <c:v>0.019</c:v>
              </c:pt>
              <c:pt idx="20">
                <c:v>0.02</c:v>
              </c:pt>
              <c:pt idx="21">
                <c:v>0.021</c:v>
              </c:pt>
              <c:pt idx="22">
                <c:v>0.022</c:v>
              </c:pt>
              <c:pt idx="23">
                <c:v>0.023</c:v>
              </c:pt>
              <c:pt idx="24">
                <c:v>0.024</c:v>
              </c:pt>
              <c:pt idx="25">
                <c:v>0.025</c:v>
              </c:pt>
              <c:pt idx="26">
                <c:v>0.026000000000000002</c:v>
              </c:pt>
              <c:pt idx="27">
                <c:v>0.027</c:v>
              </c:pt>
              <c:pt idx="28">
                <c:v>0.028000000000000004</c:v>
              </c:pt>
              <c:pt idx="29">
                <c:v>0.028999999999999998</c:v>
              </c:pt>
              <c:pt idx="30">
                <c:v>0.029999999999999995</c:v>
              </c:pt>
              <c:pt idx="31">
                <c:v>0.031</c:v>
              </c:pt>
              <c:pt idx="32">
                <c:v>0.032</c:v>
              </c:pt>
              <c:pt idx="33">
                <c:v>0.033</c:v>
              </c:pt>
              <c:pt idx="34">
                <c:v>0.034</c:v>
              </c:pt>
              <c:pt idx="35">
                <c:v>0.035</c:v>
              </c:pt>
              <c:pt idx="36">
                <c:v>0.036000000000000004</c:v>
              </c:pt>
              <c:pt idx="37">
                <c:v>0.037</c:v>
              </c:pt>
              <c:pt idx="38">
                <c:v>0.038</c:v>
              </c:pt>
              <c:pt idx="39">
                <c:v>0.039</c:v>
              </c:pt>
              <c:pt idx="40">
                <c:v>0.04</c:v>
              </c:pt>
              <c:pt idx="41">
                <c:v>0.041</c:v>
              </c:pt>
              <c:pt idx="42">
                <c:v>0.042</c:v>
              </c:pt>
              <c:pt idx="43">
                <c:v>0.043000000000000003</c:v>
              </c:pt>
              <c:pt idx="44">
                <c:v>0.044</c:v>
              </c:pt>
              <c:pt idx="45">
                <c:v>0.045</c:v>
              </c:pt>
              <c:pt idx="46">
                <c:v>0.046</c:v>
              </c:pt>
              <c:pt idx="47">
                <c:v>0.047</c:v>
              </c:pt>
              <c:pt idx="48">
                <c:v>0.048</c:v>
              </c:pt>
              <c:pt idx="49">
                <c:v>0.048999999999999995</c:v>
              </c:pt>
              <c:pt idx="50">
                <c:v>0.05</c:v>
              </c:pt>
              <c:pt idx="51">
                <c:v>0.051000000000000004</c:v>
              </c:pt>
              <c:pt idx="52">
                <c:v>0.052000000000000005</c:v>
              </c:pt>
              <c:pt idx="53">
                <c:v>0.053</c:v>
              </c:pt>
              <c:pt idx="54">
                <c:v>0.054</c:v>
              </c:pt>
              <c:pt idx="55">
                <c:v>0.055</c:v>
              </c:pt>
              <c:pt idx="56">
                <c:v>0.05600000000000001</c:v>
              </c:pt>
              <c:pt idx="57">
                <c:v>0.05700000000000001</c:v>
              </c:pt>
              <c:pt idx="58">
                <c:v>0.057999999999999996</c:v>
              </c:pt>
              <c:pt idx="59">
                <c:v>0.059000000000000004</c:v>
              </c:pt>
              <c:pt idx="60">
                <c:v>0.05999999999999999</c:v>
              </c:pt>
              <c:pt idx="61">
                <c:v>0.061</c:v>
              </c:pt>
              <c:pt idx="62">
                <c:v>0.062</c:v>
              </c:pt>
              <c:pt idx="63">
                <c:v>0.063</c:v>
              </c:pt>
              <c:pt idx="64">
                <c:v>0.064</c:v>
              </c:pt>
              <c:pt idx="65">
                <c:v>0.065</c:v>
              </c:pt>
              <c:pt idx="66">
                <c:v>0.066</c:v>
              </c:pt>
              <c:pt idx="67">
                <c:v>0.067</c:v>
              </c:pt>
              <c:pt idx="68">
                <c:v>0.068</c:v>
              </c:pt>
              <c:pt idx="69">
                <c:v>0.069</c:v>
              </c:pt>
              <c:pt idx="70">
                <c:v>0.07</c:v>
              </c:pt>
              <c:pt idx="71">
                <c:v>0.07100000000000001</c:v>
              </c:pt>
              <c:pt idx="72">
                <c:v>0.07200000000000001</c:v>
              </c:pt>
              <c:pt idx="73">
                <c:v>0.073</c:v>
              </c:pt>
              <c:pt idx="74">
                <c:v>0.074</c:v>
              </c:pt>
              <c:pt idx="75">
                <c:v>0.075</c:v>
              </c:pt>
              <c:pt idx="76">
                <c:v>0.076</c:v>
              </c:pt>
              <c:pt idx="77">
                <c:v>0.077</c:v>
              </c:pt>
              <c:pt idx="78">
                <c:v>0.078</c:v>
              </c:pt>
              <c:pt idx="79">
                <c:v>0.079</c:v>
              </c:pt>
              <c:pt idx="80">
                <c:v>0.08</c:v>
              </c:pt>
              <c:pt idx="81">
                <c:v>0.081</c:v>
              </c:pt>
              <c:pt idx="82">
                <c:v>0.082</c:v>
              </c:pt>
              <c:pt idx="83">
                <c:v>0.083</c:v>
              </c:pt>
              <c:pt idx="84">
                <c:v>0.084</c:v>
              </c:pt>
              <c:pt idx="85">
                <c:v>0.085</c:v>
              </c:pt>
              <c:pt idx="86">
                <c:v>0.08600000000000001</c:v>
              </c:pt>
              <c:pt idx="87">
                <c:v>0.08700000000000001</c:v>
              </c:pt>
              <c:pt idx="88">
                <c:v>0.088</c:v>
              </c:pt>
              <c:pt idx="89">
                <c:v>0.089</c:v>
              </c:pt>
              <c:pt idx="90">
                <c:v>0.09</c:v>
              </c:pt>
              <c:pt idx="91">
                <c:v>0.091</c:v>
              </c:pt>
              <c:pt idx="92">
                <c:v>0.092</c:v>
              </c:pt>
              <c:pt idx="93">
                <c:v>0.093</c:v>
              </c:pt>
              <c:pt idx="94">
                <c:v>0.094</c:v>
              </c:pt>
              <c:pt idx="95">
                <c:v>0.095</c:v>
              </c:pt>
              <c:pt idx="96">
                <c:v>0.096</c:v>
              </c:pt>
              <c:pt idx="97">
                <c:v>0.097</c:v>
              </c:pt>
              <c:pt idx="98">
                <c:v>0.09799999999999999</c:v>
              </c:pt>
              <c:pt idx="99">
                <c:v>0.09899999999999999</c:v>
              </c:pt>
              <c:pt idx="100">
                <c:v>0.1</c:v>
              </c:pt>
              <c:pt idx="101">
                <c:v>0.101</c:v>
              </c:pt>
              <c:pt idx="102">
                <c:v>0.10200000000000001</c:v>
              </c:pt>
              <c:pt idx="103">
                <c:v>0.10300000000000001</c:v>
              </c:pt>
              <c:pt idx="104">
                <c:v>0.10400000000000001</c:v>
              </c:pt>
              <c:pt idx="105">
                <c:v>0.105</c:v>
              </c:pt>
              <c:pt idx="106">
                <c:v>0.106</c:v>
              </c:pt>
              <c:pt idx="107">
                <c:v>0.107</c:v>
              </c:pt>
              <c:pt idx="108">
                <c:v>0.108</c:v>
              </c:pt>
              <c:pt idx="109">
                <c:v>0.109</c:v>
              </c:pt>
              <c:pt idx="110">
                <c:v>0.11</c:v>
              </c:pt>
              <c:pt idx="111">
                <c:v>0.111</c:v>
              </c:pt>
              <c:pt idx="112">
                <c:v>0.11200000000000002</c:v>
              </c:pt>
              <c:pt idx="113">
                <c:v>0.11300000000000002</c:v>
              </c:pt>
              <c:pt idx="114">
                <c:v>0.11400000000000002</c:v>
              </c:pt>
              <c:pt idx="115">
                <c:v>0.11499999999999999</c:v>
              </c:pt>
              <c:pt idx="116">
                <c:v>0.11599999999999999</c:v>
              </c:pt>
              <c:pt idx="117">
                <c:v>0.117</c:v>
              </c:pt>
              <c:pt idx="118">
                <c:v>0.11800000000000001</c:v>
              </c:pt>
              <c:pt idx="119">
                <c:v>0.11900000000000001</c:v>
              </c:pt>
              <c:pt idx="120">
                <c:v>0.11999999999999998</c:v>
              </c:pt>
              <c:pt idx="121">
                <c:v>0.121</c:v>
              </c:pt>
              <c:pt idx="122">
                <c:v>0.122</c:v>
              </c:pt>
              <c:pt idx="123">
                <c:v>0.123</c:v>
              </c:pt>
              <c:pt idx="124">
                <c:v>0.124</c:v>
              </c:pt>
              <c:pt idx="125">
                <c:v>0.125</c:v>
              </c:pt>
              <c:pt idx="126">
                <c:v>0.126</c:v>
              </c:pt>
              <c:pt idx="127">
                <c:v>0.127</c:v>
              </c:pt>
              <c:pt idx="128">
                <c:v>0.128</c:v>
              </c:pt>
              <c:pt idx="129">
                <c:v>0.129</c:v>
              </c:pt>
              <c:pt idx="130">
                <c:v>0.13</c:v>
              </c:pt>
              <c:pt idx="131">
                <c:v>0.131</c:v>
              </c:pt>
              <c:pt idx="132">
                <c:v>0.132</c:v>
              </c:pt>
              <c:pt idx="133">
                <c:v>0.133</c:v>
              </c:pt>
              <c:pt idx="134">
                <c:v>0.134</c:v>
              </c:pt>
              <c:pt idx="135">
                <c:v>0.135</c:v>
              </c:pt>
              <c:pt idx="136">
                <c:v>0.136</c:v>
              </c:pt>
              <c:pt idx="137">
                <c:v>0.137</c:v>
              </c:pt>
              <c:pt idx="138">
                <c:v>0.138</c:v>
              </c:pt>
              <c:pt idx="139">
                <c:v>0.139</c:v>
              </c:pt>
              <c:pt idx="140">
                <c:v>0.14</c:v>
              </c:pt>
              <c:pt idx="141">
                <c:v>0.14100000000000001</c:v>
              </c:pt>
              <c:pt idx="142">
                <c:v>0.14200000000000002</c:v>
              </c:pt>
              <c:pt idx="143">
                <c:v>0.14300000000000002</c:v>
              </c:pt>
              <c:pt idx="144">
                <c:v>0.14400000000000002</c:v>
              </c:pt>
              <c:pt idx="145">
                <c:v>0.145</c:v>
              </c:pt>
              <c:pt idx="146">
                <c:v>0.146</c:v>
              </c:pt>
              <c:pt idx="147">
                <c:v>0.147</c:v>
              </c:pt>
              <c:pt idx="148">
                <c:v>0.148</c:v>
              </c:pt>
              <c:pt idx="149">
                <c:v>0.149</c:v>
              </c:pt>
              <c:pt idx="150">
                <c:v>0.15</c:v>
              </c:pt>
              <c:pt idx="151">
                <c:v>0.151</c:v>
              </c:pt>
              <c:pt idx="152">
                <c:v>0.152</c:v>
              </c:pt>
              <c:pt idx="153">
                <c:v>0.153</c:v>
              </c:pt>
              <c:pt idx="154">
                <c:v>0.154</c:v>
              </c:pt>
              <c:pt idx="155">
                <c:v>0.155</c:v>
              </c:pt>
              <c:pt idx="156">
                <c:v>0.156</c:v>
              </c:pt>
              <c:pt idx="157">
                <c:v>0.157</c:v>
              </c:pt>
              <c:pt idx="158">
                <c:v>0.158</c:v>
              </c:pt>
              <c:pt idx="159">
                <c:v>0.159</c:v>
              </c:pt>
              <c:pt idx="160">
                <c:v>0.16</c:v>
              </c:pt>
              <c:pt idx="161">
                <c:v>0.161</c:v>
              </c:pt>
              <c:pt idx="162">
                <c:v>0.162</c:v>
              </c:pt>
              <c:pt idx="163">
                <c:v>0.163</c:v>
              </c:pt>
              <c:pt idx="164">
                <c:v>0.164</c:v>
              </c:pt>
              <c:pt idx="165">
                <c:v>0.165</c:v>
              </c:pt>
              <c:pt idx="166">
                <c:v>0.166</c:v>
              </c:pt>
              <c:pt idx="167">
                <c:v>0.167</c:v>
              </c:pt>
              <c:pt idx="168">
                <c:v>0.168</c:v>
              </c:pt>
              <c:pt idx="169">
                <c:v>0.169</c:v>
              </c:pt>
              <c:pt idx="170">
                <c:v>0.17</c:v>
              </c:pt>
              <c:pt idx="171">
                <c:v>0.171</c:v>
              </c:pt>
              <c:pt idx="172">
                <c:v>0.17200000000000001</c:v>
              </c:pt>
              <c:pt idx="173">
                <c:v>0.17300000000000001</c:v>
              </c:pt>
              <c:pt idx="174">
                <c:v>0.17400000000000002</c:v>
              </c:pt>
              <c:pt idx="175">
                <c:v>0.17500000000000002</c:v>
              </c:pt>
              <c:pt idx="176">
                <c:v>0.176</c:v>
              </c:pt>
              <c:pt idx="177">
                <c:v>0.177</c:v>
              </c:pt>
              <c:pt idx="178">
                <c:v>0.178</c:v>
              </c:pt>
              <c:pt idx="179">
                <c:v>0.179</c:v>
              </c:pt>
              <c:pt idx="180">
                <c:v>0.18</c:v>
              </c:pt>
              <c:pt idx="181">
                <c:v>0.181</c:v>
              </c:pt>
              <c:pt idx="182">
                <c:v>0.182</c:v>
              </c:pt>
              <c:pt idx="183">
                <c:v>0.183</c:v>
              </c:pt>
              <c:pt idx="184">
                <c:v>0.184</c:v>
              </c:pt>
              <c:pt idx="185">
                <c:v>0.185</c:v>
              </c:pt>
              <c:pt idx="186">
                <c:v>0.186</c:v>
              </c:pt>
              <c:pt idx="187">
                <c:v>0.187</c:v>
              </c:pt>
              <c:pt idx="188">
                <c:v>0.188</c:v>
              </c:pt>
              <c:pt idx="189">
                <c:v>0.189</c:v>
              </c:pt>
              <c:pt idx="190">
                <c:v>0.19</c:v>
              </c:pt>
              <c:pt idx="191">
                <c:v>0.191</c:v>
              </c:pt>
              <c:pt idx="192">
                <c:v>0.192</c:v>
              </c:pt>
              <c:pt idx="193">
                <c:v>0.193</c:v>
              </c:pt>
              <c:pt idx="194">
                <c:v>0.194</c:v>
              </c:pt>
              <c:pt idx="195">
                <c:v>0.195</c:v>
              </c:pt>
              <c:pt idx="196">
                <c:v>0.19599999999999998</c:v>
              </c:pt>
              <c:pt idx="197">
                <c:v>0.19699999999999998</c:v>
              </c:pt>
              <c:pt idx="198">
                <c:v>0.19799999999999998</c:v>
              </c:pt>
              <c:pt idx="199">
                <c:v>0.199</c:v>
              </c:pt>
              <c:pt idx="200">
                <c:v>0.2</c:v>
              </c:pt>
              <c:pt idx="201">
                <c:v>0.201</c:v>
              </c:pt>
              <c:pt idx="202">
                <c:v>0.202</c:v>
              </c:pt>
              <c:pt idx="203">
                <c:v>0.203</c:v>
              </c:pt>
              <c:pt idx="204">
                <c:v>0.20400000000000001</c:v>
              </c:pt>
              <c:pt idx="205">
                <c:v>0.20500000000000002</c:v>
              </c:pt>
              <c:pt idx="206">
                <c:v>0.20600000000000002</c:v>
              </c:pt>
              <c:pt idx="207">
                <c:v>0.20700000000000002</c:v>
              </c:pt>
              <c:pt idx="208">
                <c:v>0.20800000000000002</c:v>
              </c:pt>
              <c:pt idx="209">
                <c:v>0.209</c:v>
              </c:pt>
              <c:pt idx="210">
                <c:v>0.21</c:v>
              </c:pt>
              <c:pt idx="211">
                <c:v>0.211</c:v>
              </c:pt>
              <c:pt idx="212">
                <c:v>0.212</c:v>
              </c:pt>
              <c:pt idx="213">
                <c:v>0.213</c:v>
              </c:pt>
              <c:pt idx="214">
                <c:v>0.214</c:v>
              </c:pt>
              <c:pt idx="215">
                <c:v>0.215</c:v>
              </c:pt>
              <c:pt idx="216">
                <c:v>0.216</c:v>
              </c:pt>
              <c:pt idx="217">
                <c:v>0.217</c:v>
              </c:pt>
              <c:pt idx="218">
                <c:v>0.218</c:v>
              </c:pt>
              <c:pt idx="219">
                <c:v>0.219</c:v>
              </c:pt>
              <c:pt idx="220">
                <c:v>0.22</c:v>
              </c:pt>
              <c:pt idx="221">
                <c:v>0.221</c:v>
              </c:pt>
              <c:pt idx="222">
                <c:v>0.222</c:v>
              </c:pt>
              <c:pt idx="223">
                <c:v>0.223</c:v>
              </c:pt>
              <c:pt idx="224">
                <c:v>0.22400000000000003</c:v>
              </c:pt>
              <c:pt idx="225">
                <c:v>0.22500000000000003</c:v>
              </c:pt>
              <c:pt idx="226">
                <c:v>0.22600000000000003</c:v>
              </c:pt>
              <c:pt idx="227">
                <c:v>0.22700000000000004</c:v>
              </c:pt>
              <c:pt idx="228">
                <c:v>0.22800000000000004</c:v>
              </c:pt>
              <c:pt idx="229">
                <c:v>0.22899999999999998</c:v>
              </c:pt>
              <c:pt idx="230">
                <c:v>0.22999999999999998</c:v>
              </c:pt>
              <c:pt idx="231">
                <c:v>0.23099999999999998</c:v>
              </c:pt>
              <c:pt idx="232">
                <c:v>0.23199999999999998</c:v>
              </c:pt>
              <c:pt idx="233">
                <c:v>0.233</c:v>
              </c:pt>
              <c:pt idx="234">
                <c:v>0.234</c:v>
              </c:pt>
              <c:pt idx="235">
                <c:v>0.23500000000000001</c:v>
              </c:pt>
              <c:pt idx="236">
                <c:v>0.23600000000000002</c:v>
              </c:pt>
              <c:pt idx="237">
                <c:v>0.23700000000000002</c:v>
              </c:pt>
              <c:pt idx="238">
                <c:v>0.23800000000000002</c:v>
              </c:pt>
              <c:pt idx="239">
                <c:v>0.23900000000000002</c:v>
              </c:pt>
              <c:pt idx="240">
                <c:v>0.23999999999999996</c:v>
              </c:pt>
              <c:pt idx="241">
                <c:v>0.24099999999999996</c:v>
              </c:pt>
              <c:pt idx="242">
                <c:v>0.242</c:v>
              </c:pt>
              <c:pt idx="243">
                <c:v>0.243</c:v>
              </c:pt>
              <c:pt idx="244">
                <c:v>0.244</c:v>
              </c:pt>
              <c:pt idx="245">
                <c:v>0.245</c:v>
              </c:pt>
              <c:pt idx="246">
                <c:v>0.246</c:v>
              </c:pt>
              <c:pt idx="247">
                <c:v>0.247</c:v>
              </c:pt>
              <c:pt idx="248">
                <c:v>0.248</c:v>
              </c:pt>
              <c:pt idx="249">
                <c:v>0.249</c:v>
              </c:pt>
              <c:pt idx="250">
                <c:v>0.25</c:v>
              </c:pt>
              <c:pt idx="251">
                <c:v>0.251</c:v>
              </c:pt>
              <c:pt idx="252">
                <c:v>0.252</c:v>
              </c:pt>
              <c:pt idx="253">
                <c:v>0.253</c:v>
              </c:pt>
              <c:pt idx="254">
                <c:v>0.254</c:v>
              </c:pt>
              <c:pt idx="255">
                <c:v>0.255</c:v>
              </c:pt>
              <c:pt idx="256">
                <c:v>0.256</c:v>
              </c:pt>
              <c:pt idx="257">
                <c:v>0.257</c:v>
              </c:pt>
              <c:pt idx="258">
                <c:v>0.258</c:v>
              </c:pt>
              <c:pt idx="259">
                <c:v>0.259</c:v>
              </c:pt>
              <c:pt idx="260">
                <c:v>0.26</c:v>
              </c:pt>
              <c:pt idx="261">
                <c:v>0.261</c:v>
              </c:pt>
              <c:pt idx="262">
                <c:v>0.262</c:v>
              </c:pt>
              <c:pt idx="263">
                <c:v>0.263</c:v>
              </c:pt>
              <c:pt idx="264">
                <c:v>0.264</c:v>
              </c:pt>
              <c:pt idx="265">
                <c:v>0.265</c:v>
              </c:pt>
              <c:pt idx="266">
                <c:v>0.266</c:v>
              </c:pt>
              <c:pt idx="267">
                <c:v>0.267</c:v>
              </c:pt>
              <c:pt idx="268">
                <c:v>0.268</c:v>
              </c:pt>
              <c:pt idx="269">
                <c:v>0.269</c:v>
              </c:pt>
              <c:pt idx="270">
                <c:v>0.27</c:v>
              </c:pt>
              <c:pt idx="271">
                <c:v>0.271</c:v>
              </c:pt>
              <c:pt idx="272">
                <c:v>0.272</c:v>
              </c:pt>
              <c:pt idx="273">
                <c:v>0.273</c:v>
              </c:pt>
              <c:pt idx="274">
                <c:v>0.274</c:v>
              </c:pt>
              <c:pt idx="275">
                <c:v>0.275</c:v>
              </c:pt>
              <c:pt idx="276">
                <c:v>0.276</c:v>
              </c:pt>
              <c:pt idx="277">
                <c:v>0.277</c:v>
              </c:pt>
              <c:pt idx="278">
                <c:v>0.278</c:v>
              </c:pt>
              <c:pt idx="279">
                <c:v>0.279</c:v>
              </c:pt>
              <c:pt idx="280">
                <c:v>0.28</c:v>
              </c:pt>
              <c:pt idx="281">
                <c:v>0.281</c:v>
              </c:pt>
              <c:pt idx="282">
                <c:v>0.28200000000000003</c:v>
              </c:pt>
              <c:pt idx="283">
                <c:v>0.28300000000000003</c:v>
              </c:pt>
              <c:pt idx="284">
                <c:v>0.28400000000000003</c:v>
              </c:pt>
              <c:pt idx="285">
                <c:v>0.28500000000000003</c:v>
              </c:pt>
              <c:pt idx="286">
                <c:v>0.28600000000000003</c:v>
              </c:pt>
              <c:pt idx="287">
                <c:v>0.28700000000000003</c:v>
              </c:pt>
              <c:pt idx="288">
                <c:v>0.28800000000000003</c:v>
              </c:pt>
              <c:pt idx="289">
                <c:v>0.289</c:v>
              </c:pt>
              <c:pt idx="290">
                <c:v>0.29</c:v>
              </c:pt>
              <c:pt idx="291">
                <c:v>0.291</c:v>
              </c:pt>
              <c:pt idx="292">
                <c:v>0.292</c:v>
              </c:pt>
              <c:pt idx="293">
                <c:v>0.293</c:v>
              </c:pt>
              <c:pt idx="294">
                <c:v>0.294</c:v>
              </c:pt>
              <c:pt idx="295">
                <c:v>0.295</c:v>
              </c:pt>
              <c:pt idx="296">
                <c:v>0.296</c:v>
              </c:pt>
              <c:pt idx="297">
                <c:v>0.297</c:v>
              </c:pt>
              <c:pt idx="298">
                <c:v>0.298</c:v>
              </c:pt>
              <c:pt idx="299">
                <c:v>0.299</c:v>
              </c:pt>
              <c:pt idx="300">
                <c:v>0.3</c:v>
              </c:pt>
              <c:pt idx="301">
                <c:v>0.301</c:v>
              </c:pt>
              <c:pt idx="302">
                <c:v>0.302</c:v>
              </c:pt>
              <c:pt idx="303">
                <c:v>0.303</c:v>
              </c:pt>
              <c:pt idx="304">
                <c:v>0.304</c:v>
              </c:pt>
              <c:pt idx="305">
                <c:v>0.305</c:v>
              </c:pt>
              <c:pt idx="306">
                <c:v>0.306</c:v>
              </c:pt>
              <c:pt idx="307">
                <c:v>0.307</c:v>
              </c:pt>
              <c:pt idx="308">
                <c:v>0.308</c:v>
              </c:pt>
              <c:pt idx="309">
                <c:v>0.309</c:v>
              </c:pt>
              <c:pt idx="310">
                <c:v>0.31</c:v>
              </c:pt>
              <c:pt idx="311">
                <c:v>0.311</c:v>
              </c:pt>
              <c:pt idx="312">
                <c:v>0.312</c:v>
              </c:pt>
              <c:pt idx="313">
                <c:v>0.313</c:v>
              </c:pt>
              <c:pt idx="314">
                <c:v>0.314</c:v>
              </c:pt>
              <c:pt idx="315">
                <c:v>0.315</c:v>
              </c:pt>
              <c:pt idx="316">
                <c:v>0.316</c:v>
              </c:pt>
              <c:pt idx="317">
                <c:v>0.317</c:v>
              </c:pt>
              <c:pt idx="318">
                <c:v>0.318</c:v>
              </c:pt>
              <c:pt idx="319">
                <c:v>0.319</c:v>
              </c:pt>
              <c:pt idx="320">
                <c:v>0.32</c:v>
              </c:pt>
              <c:pt idx="321">
                <c:v>0.321</c:v>
              </c:pt>
              <c:pt idx="322">
                <c:v>0.322</c:v>
              </c:pt>
              <c:pt idx="323">
                <c:v>0.323</c:v>
              </c:pt>
              <c:pt idx="324">
                <c:v>0.324</c:v>
              </c:pt>
              <c:pt idx="325">
                <c:v>0.325</c:v>
              </c:pt>
              <c:pt idx="326">
                <c:v>0.326</c:v>
              </c:pt>
              <c:pt idx="327">
                <c:v>0.327</c:v>
              </c:pt>
              <c:pt idx="328">
                <c:v>0.328</c:v>
              </c:pt>
              <c:pt idx="329">
                <c:v>0.329</c:v>
              </c:pt>
              <c:pt idx="330">
                <c:v>0.33</c:v>
              </c:pt>
              <c:pt idx="331">
                <c:v>0.331</c:v>
              </c:pt>
              <c:pt idx="332">
                <c:v>0.332</c:v>
              </c:pt>
              <c:pt idx="333">
                <c:v>0.333</c:v>
              </c:pt>
              <c:pt idx="334">
                <c:v>0.334</c:v>
              </c:pt>
              <c:pt idx="335">
                <c:v>0.335</c:v>
              </c:pt>
              <c:pt idx="336">
                <c:v>0.336</c:v>
              </c:pt>
              <c:pt idx="337">
                <c:v>0.337</c:v>
              </c:pt>
              <c:pt idx="338">
                <c:v>0.338</c:v>
              </c:pt>
              <c:pt idx="339">
                <c:v>0.339</c:v>
              </c:pt>
              <c:pt idx="340">
                <c:v>0.34</c:v>
              </c:pt>
              <c:pt idx="341">
                <c:v>0.341</c:v>
              </c:pt>
              <c:pt idx="342">
                <c:v>0.342</c:v>
              </c:pt>
              <c:pt idx="343">
                <c:v>0.343</c:v>
              </c:pt>
              <c:pt idx="344">
                <c:v>0.34400000000000003</c:v>
              </c:pt>
              <c:pt idx="345">
                <c:v>0.34500000000000003</c:v>
              </c:pt>
              <c:pt idx="346">
                <c:v>0.34600000000000003</c:v>
              </c:pt>
              <c:pt idx="347">
                <c:v>0.34700000000000003</c:v>
              </c:pt>
              <c:pt idx="348">
                <c:v>0.34800000000000003</c:v>
              </c:pt>
              <c:pt idx="349">
                <c:v>0.34900000000000003</c:v>
              </c:pt>
              <c:pt idx="350">
                <c:v>0.35000000000000003</c:v>
              </c:pt>
              <c:pt idx="351">
                <c:v>0.35100000000000003</c:v>
              </c:pt>
              <c:pt idx="352">
                <c:v>0.352</c:v>
              </c:pt>
              <c:pt idx="353">
                <c:v>0.353</c:v>
              </c:pt>
              <c:pt idx="354">
                <c:v>0.354</c:v>
              </c:pt>
              <c:pt idx="355">
                <c:v>0.355</c:v>
              </c:pt>
              <c:pt idx="356">
                <c:v>0.356</c:v>
              </c:pt>
              <c:pt idx="357">
                <c:v>0.357</c:v>
              </c:pt>
              <c:pt idx="358">
                <c:v>0.358</c:v>
              </c:pt>
              <c:pt idx="359">
                <c:v>0.359</c:v>
              </c:pt>
              <c:pt idx="360">
                <c:v>0.36</c:v>
              </c:pt>
              <c:pt idx="361">
                <c:v>0.361</c:v>
              </c:pt>
              <c:pt idx="362">
                <c:v>0.362</c:v>
              </c:pt>
              <c:pt idx="363">
                <c:v>0.363</c:v>
              </c:pt>
              <c:pt idx="364">
                <c:v>0.364</c:v>
              </c:pt>
              <c:pt idx="365">
                <c:v>0.365</c:v>
              </c:pt>
              <c:pt idx="366">
                <c:v>0.366</c:v>
              </c:pt>
              <c:pt idx="367">
                <c:v>0.367</c:v>
              </c:pt>
              <c:pt idx="368">
                <c:v>0.368</c:v>
              </c:pt>
              <c:pt idx="369">
                <c:v>0.369</c:v>
              </c:pt>
              <c:pt idx="370">
                <c:v>0.37</c:v>
              </c:pt>
              <c:pt idx="371">
                <c:v>0.371</c:v>
              </c:pt>
              <c:pt idx="372">
                <c:v>0.372</c:v>
              </c:pt>
              <c:pt idx="373">
                <c:v>0.373</c:v>
              </c:pt>
              <c:pt idx="374">
                <c:v>0.374</c:v>
              </c:pt>
              <c:pt idx="375">
                <c:v>0.375</c:v>
              </c:pt>
              <c:pt idx="376">
                <c:v>0.376</c:v>
              </c:pt>
              <c:pt idx="377">
                <c:v>0.377</c:v>
              </c:pt>
              <c:pt idx="378">
                <c:v>0.378</c:v>
              </c:pt>
              <c:pt idx="379">
                <c:v>0.379</c:v>
              </c:pt>
              <c:pt idx="380">
                <c:v>0.38</c:v>
              </c:pt>
              <c:pt idx="381">
                <c:v>0.381</c:v>
              </c:pt>
              <c:pt idx="382">
                <c:v>0.382</c:v>
              </c:pt>
              <c:pt idx="383">
                <c:v>0.383</c:v>
              </c:pt>
              <c:pt idx="384">
                <c:v>0.384</c:v>
              </c:pt>
              <c:pt idx="385">
                <c:v>0.385</c:v>
              </c:pt>
              <c:pt idx="386">
                <c:v>0.386</c:v>
              </c:pt>
              <c:pt idx="387">
                <c:v>0.387</c:v>
              </c:pt>
              <c:pt idx="388">
                <c:v>0.388</c:v>
              </c:pt>
              <c:pt idx="389">
                <c:v>0.389</c:v>
              </c:pt>
              <c:pt idx="390">
                <c:v>0.39</c:v>
              </c:pt>
              <c:pt idx="391">
                <c:v>0.391</c:v>
              </c:pt>
              <c:pt idx="392">
                <c:v>0.39199999999999996</c:v>
              </c:pt>
              <c:pt idx="393">
                <c:v>0.393</c:v>
              </c:pt>
              <c:pt idx="394">
                <c:v>0.39399999999999996</c:v>
              </c:pt>
              <c:pt idx="395">
                <c:v>0.395</c:v>
              </c:pt>
              <c:pt idx="396">
                <c:v>0.39599999999999996</c:v>
              </c:pt>
              <c:pt idx="397">
                <c:v>0.397</c:v>
              </c:pt>
              <c:pt idx="398">
                <c:v>0.398</c:v>
              </c:pt>
              <c:pt idx="399">
                <c:v>0.399</c:v>
              </c:pt>
              <c:pt idx="400">
                <c:v>0.4</c:v>
              </c:pt>
              <c:pt idx="401">
                <c:v>0.401</c:v>
              </c:pt>
              <c:pt idx="402">
                <c:v>0.402</c:v>
              </c:pt>
              <c:pt idx="403">
                <c:v>0.403</c:v>
              </c:pt>
              <c:pt idx="404">
                <c:v>0.404</c:v>
              </c:pt>
              <c:pt idx="405">
                <c:v>0.4050000000000001</c:v>
              </c:pt>
              <c:pt idx="406">
                <c:v>0.406</c:v>
              </c:pt>
              <c:pt idx="407">
                <c:v>0.4070000000000001</c:v>
              </c:pt>
              <c:pt idx="408">
                <c:v>0.40800000000000003</c:v>
              </c:pt>
              <c:pt idx="409">
                <c:v>0.4090000000000001</c:v>
              </c:pt>
              <c:pt idx="410">
                <c:v>0.41000000000000003</c:v>
              </c:pt>
              <c:pt idx="411">
                <c:v>0.4110000000000001</c:v>
              </c:pt>
              <c:pt idx="412">
                <c:v>0.41200000000000003</c:v>
              </c:pt>
              <c:pt idx="413">
                <c:v>0.413</c:v>
              </c:pt>
              <c:pt idx="414">
                <c:v>0.41400000000000003</c:v>
              </c:pt>
              <c:pt idx="415">
                <c:v>0.415</c:v>
              </c:pt>
              <c:pt idx="416">
                <c:v>0.41600000000000004</c:v>
              </c:pt>
              <c:pt idx="417">
                <c:v>0.417</c:v>
              </c:pt>
              <c:pt idx="418">
                <c:v>0.418</c:v>
              </c:pt>
              <c:pt idx="419">
                <c:v>0.419</c:v>
              </c:pt>
              <c:pt idx="420">
                <c:v>0.42</c:v>
              </c:pt>
              <c:pt idx="421">
                <c:v>0.421</c:v>
              </c:pt>
              <c:pt idx="422">
                <c:v>0.422</c:v>
              </c:pt>
              <c:pt idx="423">
                <c:v>0.42300000000000004</c:v>
              </c:pt>
              <c:pt idx="424">
                <c:v>0.424</c:v>
              </c:pt>
              <c:pt idx="425">
                <c:v>0.42500000000000004</c:v>
              </c:pt>
              <c:pt idx="426">
                <c:v>0.426</c:v>
              </c:pt>
              <c:pt idx="427">
                <c:v>0.42700000000000005</c:v>
              </c:pt>
              <c:pt idx="428">
                <c:v>0.428</c:v>
              </c:pt>
              <c:pt idx="429">
                <c:v>0.42900000000000005</c:v>
              </c:pt>
              <c:pt idx="430">
                <c:v>0.43</c:v>
              </c:pt>
              <c:pt idx="431">
                <c:v>0.43100000000000005</c:v>
              </c:pt>
              <c:pt idx="432">
                <c:v>0.432</c:v>
              </c:pt>
              <c:pt idx="433">
                <c:v>0.43299999999999994</c:v>
              </c:pt>
              <c:pt idx="434">
                <c:v>0.434</c:v>
              </c:pt>
              <c:pt idx="435">
                <c:v>0.43499999999999994</c:v>
              </c:pt>
              <c:pt idx="436">
                <c:v>0.436</c:v>
              </c:pt>
              <c:pt idx="437">
                <c:v>0.43699999999999994</c:v>
              </c:pt>
              <c:pt idx="438">
                <c:v>0.438</c:v>
              </c:pt>
              <c:pt idx="439">
                <c:v>0.43899999999999995</c:v>
              </c:pt>
              <c:pt idx="440">
                <c:v>0.44</c:v>
              </c:pt>
              <c:pt idx="441">
                <c:v>0.441</c:v>
              </c:pt>
              <c:pt idx="442">
                <c:v>0.442</c:v>
              </c:pt>
              <c:pt idx="443">
                <c:v>0.443</c:v>
              </c:pt>
              <c:pt idx="444">
                <c:v>0.444</c:v>
              </c:pt>
              <c:pt idx="445">
                <c:v>0.445</c:v>
              </c:pt>
              <c:pt idx="446">
                <c:v>0.446</c:v>
              </c:pt>
              <c:pt idx="447">
                <c:v>0.447</c:v>
              </c:pt>
              <c:pt idx="448">
                <c:v>0.44800000000000006</c:v>
              </c:pt>
              <c:pt idx="449">
                <c:v>0.449</c:v>
              </c:pt>
              <c:pt idx="450">
                <c:v>0.45000000000000007</c:v>
              </c:pt>
              <c:pt idx="451">
                <c:v>0.451</c:v>
              </c:pt>
              <c:pt idx="452">
                <c:v>0.45200000000000007</c:v>
              </c:pt>
              <c:pt idx="453">
                <c:v>0.453</c:v>
              </c:pt>
              <c:pt idx="454">
                <c:v>0.45400000000000007</c:v>
              </c:pt>
              <c:pt idx="455">
                <c:v>0.455</c:v>
              </c:pt>
              <c:pt idx="456">
                <c:v>0.45600000000000007</c:v>
              </c:pt>
              <c:pt idx="457">
                <c:v>0.457</c:v>
              </c:pt>
              <c:pt idx="458">
                <c:v>0.45799999999999996</c:v>
              </c:pt>
              <c:pt idx="459">
                <c:v>0.459</c:v>
              </c:pt>
              <c:pt idx="460">
                <c:v>0.45999999999999996</c:v>
              </c:pt>
              <c:pt idx="461">
                <c:v>0.461</c:v>
              </c:pt>
              <c:pt idx="462">
                <c:v>0.46199999999999997</c:v>
              </c:pt>
              <c:pt idx="463">
                <c:v>0.463</c:v>
              </c:pt>
              <c:pt idx="464">
                <c:v>0.46399999999999997</c:v>
              </c:pt>
              <c:pt idx="465">
                <c:v>0.465</c:v>
              </c:pt>
              <c:pt idx="466">
                <c:v>0.466</c:v>
              </c:pt>
              <c:pt idx="467">
                <c:v>0.467</c:v>
              </c:pt>
              <c:pt idx="468">
                <c:v>0.468</c:v>
              </c:pt>
              <c:pt idx="469">
                <c:v>0.46900000000000003</c:v>
              </c:pt>
              <c:pt idx="470">
                <c:v>0.47000000000000003</c:v>
              </c:pt>
              <c:pt idx="471">
                <c:v>0.47100000000000003</c:v>
              </c:pt>
              <c:pt idx="472">
                <c:v>0.47200000000000003</c:v>
              </c:pt>
              <c:pt idx="473">
                <c:v>0.4730000000000001</c:v>
              </c:pt>
              <c:pt idx="474">
                <c:v>0.47400000000000003</c:v>
              </c:pt>
              <c:pt idx="475">
                <c:v>0.4750000000000001</c:v>
              </c:pt>
              <c:pt idx="476">
                <c:v>0.47600000000000003</c:v>
              </c:pt>
              <c:pt idx="477">
                <c:v>0.4770000000000001</c:v>
              </c:pt>
              <c:pt idx="478">
                <c:v>0.47800000000000004</c:v>
              </c:pt>
              <c:pt idx="479">
                <c:v>0.4790000000000001</c:v>
              </c:pt>
              <c:pt idx="480">
                <c:v>0.4799999999999999</c:v>
              </c:pt>
              <c:pt idx="481">
                <c:v>0.481</c:v>
              </c:pt>
              <c:pt idx="482">
                <c:v>0.48199999999999993</c:v>
              </c:pt>
              <c:pt idx="483">
                <c:v>0.483</c:v>
              </c:pt>
              <c:pt idx="484">
                <c:v>0.484</c:v>
              </c:pt>
              <c:pt idx="485">
                <c:v>0.485</c:v>
              </c:pt>
              <c:pt idx="486">
                <c:v>0.486</c:v>
              </c:pt>
              <c:pt idx="487">
                <c:v>0.487</c:v>
              </c:pt>
              <c:pt idx="488">
                <c:v>0.488</c:v>
              </c:pt>
              <c:pt idx="489">
                <c:v>0.489</c:v>
              </c:pt>
              <c:pt idx="490">
                <c:v>0.49</c:v>
              </c:pt>
              <c:pt idx="491">
                <c:v>0.49100000000000005</c:v>
              </c:pt>
              <c:pt idx="492">
                <c:v>0.492</c:v>
              </c:pt>
              <c:pt idx="493">
                <c:v>0.49300000000000005</c:v>
              </c:pt>
              <c:pt idx="494">
                <c:v>0.494</c:v>
              </c:pt>
              <c:pt idx="495">
                <c:v>0.49500000000000005</c:v>
              </c:pt>
              <c:pt idx="496">
                <c:v>0.496</c:v>
              </c:pt>
              <c:pt idx="497">
                <c:v>0.49700000000000005</c:v>
              </c:pt>
              <c:pt idx="498">
                <c:v>0.498</c:v>
              </c:pt>
              <c:pt idx="499">
                <c:v>0.49900000000000005</c:v>
              </c:pt>
              <c:pt idx="500">
                <c:v>0.5</c:v>
              </c:pt>
              <c:pt idx="501">
                <c:v>0.501</c:v>
              </c:pt>
              <c:pt idx="502">
                <c:v>0.502</c:v>
              </c:pt>
              <c:pt idx="503">
                <c:v>0.503</c:v>
              </c:pt>
              <c:pt idx="504">
                <c:v>0.504</c:v>
              </c:pt>
              <c:pt idx="505">
                <c:v>0.505</c:v>
              </c:pt>
              <c:pt idx="506">
                <c:v>0.506</c:v>
              </c:pt>
              <c:pt idx="507">
                <c:v>0.507</c:v>
              </c:pt>
              <c:pt idx="508">
                <c:v>0.508</c:v>
              </c:pt>
              <c:pt idx="509">
                <c:v>0.509</c:v>
              </c:pt>
              <c:pt idx="510">
                <c:v>0.51</c:v>
              </c:pt>
              <c:pt idx="511">
                <c:v>0.511</c:v>
              </c:pt>
              <c:pt idx="512">
                <c:v>0.512</c:v>
              </c:pt>
              <c:pt idx="513">
                <c:v>0.513</c:v>
              </c:pt>
              <c:pt idx="514">
                <c:v>0.514</c:v>
              </c:pt>
              <c:pt idx="515">
                <c:v>0.515</c:v>
              </c:pt>
              <c:pt idx="516">
                <c:v>0.516</c:v>
              </c:pt>
              <c:pt idx="517">
                <c:v>0.517</c:v>
              </c:pt>
              <c:pt idx="518">
                <c:v>0.518</c:v>
              </c:pt>
              <c:pt idx="519">
                <c:v>0.519</c:v>
              </c:pt>
              <c:pt idx="520">
                <c:v>0.52</c:v>
              </c:pt>
              <c:pt idx="521">
                <c:v>0.521</c:v>
              </c:pt>
              <c:pt idx="522">
                <c:v>0.522</c:v>
              </c:pt>
              <c:pt idx="523">
                <c:v>0.523</c:v>
              </c:pt>
              <c:pt idx="524">
                <c:v>0.524</c:v>
              </c:pt>
              <c:pt idx="525">
                <c:v>0.525</c:v>
              </c:pt>
              <c:pt idx="526">
                <c:v>0.526</c:v>
              </c:pt>
              <c:pt idx="527">
                <c:v>0.527</c:v>
              </c:pt>
              <c:pt idx="528">
                <c:v>0.528</c:v>
              </c:pt>
              <c:pt idx="529">
                <c:v>0.529</c:v>
              </c:pt>
              <c:pt idx="530">
                <c:v>0.53</c:v>
              </c:pt>
              <c:pt idx="531">
                <c:v>0.531</c:v>
              </c:pt>
              <c:pt idx="532">
                <c:v>0.532</c:v>
              </c:pt>
              <c:pt idx="533">
                <c:v>0.533</c:v>
              </c:pt>
              <c:pt idx="534">
                <c:v>0.534</c:v>
              </c:pt>
              <c:pt idx="535">
                <c:v>0.535</c:v>
              </c:pt>
              <c:pt idx="536">
                <c:v>0.536</c:v>
              </c:pt>
              <c:pt idx="537">
                <c:v>0.537</c:v>
              </c:pt>
              <c:pt idx="538">
                <c:v>0.538</c:v>
              </c:pt>
              <c:pt idx="539">
                <c:v>0.539</c:v>
              </c:pt>
              <c:pt idx="540">
                <c:v>0.54</c:v>
              </c:pt>
              <c:pt idx="541">
                <c:v>0.541</c:v>
              </c:pt>
              <c:pt idx="542">
                <c:v>0.542</c:v>
              </c:pt>
              <c:pt idx="543">
                <c:v>0.543</c:v>
              </c:pt>
              <c:pt idx="544">
                <c:v>0.544</c:v>
              </c:pt>
              <c:pt idx="545">
                <c:v>0.545</c:v>
              </c:pt>
              <c:pt idx="546">
                <c:v>0.546</c:v>
              </c:pt>
              <c:pt idx="547">
                <c:v>0.547</c:v>
              </c:pt>
              <c:pt idx="548">
                <c:v>0.548</c:v>
              </c:pt>
              <c:pt idx="549">
                <c:v>0.549</c:v>
              </c:pt>
              <c:pt idx="550">
                <c:v>0.55</c:v>
              </c:pt>
              <c:pt idx="551">
                <c:v>0.551</c:v>
              </c:pt>
              <c:pt idx="552">
                <c:v>0.552</c:v>
              </c:pt>
              <c:pt idx="553">
                <c:v>0.553</c:v>
              </c:pt>
              <c:pt idx="554">
                <c:v>0.554</c:v>
              </c:pt>
              <c:pt idx="555">
                <c:v>0.555</c:v>
              </c:pt>
              <c:pt idx="556">
                <c:v>0.556</c:v>
              </c:pt>
              <c:pt idx="557">
                <c:v>0.557</c:v>
              </c:pt>
              <c:pt idx="558">
                <c:v>0.558</c:v>
              </c:pt>
              <c:pt idx="559">
                <c:v>0.559</c:v>
              </c:pt>
              <c:pt idx="560">
                <c:v>0.56</c:v>
              </c:pt>
              <c:pt idx="561">
                <c:v>0.561</c:v>
              </c:pt>
              <c:pt idx="562">
                <c:v>0.562</c:v>
              </c:pt>
              <c:pt idx="563">
                <c:v>0.5630000000000001</c:v>
              </c:pt>
              <c:pt idx="564">
                <c:v>0.5640000000000001</c:v>
              </c:pt>
              <c:pt idx="565">
                <c:v>0.5650000000000001</c:v>
              </c:pt>
              <c:pt idx="566">
                <c:v>0.5660000000000001</c:v>
              </c:pt>
              <c:pt idx="567">
                <c:v>0.5670000000000001</c:v>
              </c:pt>
              <c:pt idx="568">
                <c:v>0.5680000000000001</c:v>
              </c:pt>
              <c:pt idx="569">
                <c:v>0.5690000000000001</c:v>
              </c:pt>
              <c:pt idx="570">
                <c:v>0.5700000000000001</c:v>
              </c:pt>
              <c:pt idx="571">
                <c:v>0.5710000000000001</c:v>
              </c:pt>
              <c:pt idx="572">
                <c:v>0.5720000000000001</c:v>
              </c:pt>
              <c:pt idx="573">
                <c:v>0.5730000000000001</c:v>
              </c:pt>
              <c:pt idx="574">
                <c:v>0.5740000000000001</c:v>
              </c:pt>
              <c:pt idx="575">
                <c:v>0.5750000000000001</c:v>
              </c:pt>
              <c:pt idx="576">
                <c:v>0.5760000000000001</c:v>
              </c:pt>
              <c:pt idx="577">
                <c:v>0.577</c:v>
              </c:pt>
              <c:pt idx="578">
                <c:v>0.578</c:v>
              </c:pt>
              <c:pt idx="579">
                <c:v>0.579</c:v>
              </c:pt>
              <c:pt idx="580">
                <c:v>0.58</c:v>
              </c:pt>
              <c:pt idx="581">
                <c:v>0.581</c:v>
              </c:pt>
              <c:pt idx="582">
                <c:v>0.582</c:v>
              </c:pt>
              <c:pt idx="583">
                <c:v>0.583</c:v>
              </c:pt>
              <c:pt idx="584">
                <c:v>0.584</c:v>
              </c:pt>
              <c:pt idx="585">
                <c:v>0.585</c:v>
              </c:pt>
              <c:pt idx="586">
                <c:v>0.586</c:v>
              </c:pt>
              <c:pt idx="587">
                <c:v>0.587</c:v>
              </c:pt>
              <c:pt idx="588">
                <c:v>0.588</c:v>
              </c:pt>
              <c:pt idx="589">
                <c:v>0.589</c:v>
              </c:pt>
              <c:pt idx="590">
                <c:v>0.59</c:v>
              </c:pt>
              <c:pt idx="591">
                <c:v>0.591</c:v>
              </c:pt>
              <c:pt idx="592">
                <c:v>0.592</c:v>
              </c:pt>
              <c:pt idx="593">
                <c:v>0.593</c:v>
              </c:pt>
              <c:pt idx="594">
                <c:v>0.594</c:v>
              </c:pt>
              <c:pt idx="595">
                <c:v>0.595</c:v>
              </c:pt>
              <c:pt idx="596">
                <c:v>0.596</c:v>
              </c:pt>
              <c:pt idx="597">
                <c:v>0.597</c:v>
              </c:pt>
              <c:pt idx="598">
                <c:v>0.598</c:v>
              </c:pt>
              <c:pt idx="599">
                <c:v>0.599</c:v>
              </c:pt>
              <c:pt idx="600">
                <c:v>0.6</c:v>
              </c:pt>
              <c:pt idx="601">
                <c:v>0.601</c:v>
              </c:pt>
              <c:pt idx="602">
                <c:v>0.602</c:v>
              </c:pt>
              <c:pt idx="603">
                <c:v>0.603</c:v>
              </c:pt>
              <c:pt idx="604">
                <c:v>0.604</c:v>
              </c:pt>
              <c:pt idx="605">
                <c:v>0.605</c:v>
              </c:pt>
              <c:pt idx="606">
                <c:v>0.606</c:v>
              </c:pt>
              <c:pt idx="607">
                <c:v>0.607</c:v>
              </c:pt>
              <c:pt idx="608">
                <c:v>0.608</c:v>
              </c:pt>
              <c:pt idx="609">
                <c:v>0.609</c:v>
              </c:pt>
              <c:pt idx="610">
                <c:v>0.61</c:v>
              </c:pt>
              <c:pt idx="611">
                <c:v>0.611</c:v>
              </c:pt>
              <c:pt idx="612">
                <c:v>0.612</c:v>
              </c:pt>
              <c:pt idx="613">
                <c:v>0.613</c:v>
              </c:pt>
              <c:pt idx="614">
                <c:v>0.614</c:v>
              </c:pt>
              <c:pt idx="615">
                <c:v>0.615</c:v>
              </c:pt>
              <c:pt idx="616">
                <c:v>0.616</c:v>
              </c:pt>
              <c:pt idx="617">
                <c:v>0.617</c:v>
              </c:pt>
              <c:pt idx="618">
                <c:v>0.618</c:v>
              </c:pt>
              <c:pt idx="619">
                <c:v>0.619</c:v>
              </c:pt>
              <c:pt idx="620">
                <c:v>0.62</c:v>
              </c:pt>
              <c:pt idx="621">
                <c:v>0.621</c:v>
              </c:pt>
              <c:pt idx="622">
                <c:v>0.622</c:v>
              </c:pt>
              <c:pt idx="623">
                <c:v>0.623</c:v>
              </c:pt>
              <c:pt idx="624">
                <c:v>0.624</c:v>
              </c:pt>
              <c:pt idx="625">
                <c:v>0.625</c:v>
              </c:pt>
              <c:pt idx="626">
                <c:v>0.626</c:v>
              </c:pt>
              <c:pt idx="627">
                <c:v>0.627</c:v>
              </c:pt>
              <c:pt idx="628">
                <c:v>0.628</c:v>
              </c:pt>
              <c:pt idx="629">
                <c:v>0.629</c:v>
              </c:pt>
              <c:pt idx="630">
                <c:v>0.63</c:v>
              </c:pt>
              <c:pt idx="631">
                <c:v>0.631</c:v>
              </c:pt>
              <c:pt idx="632">
                <c:v>0.632</c:v>
              </c:pt>
              <c:pt idx="633">
                <c:v>0.633</c:v>
              </c:pt>
              <c:pt idx="634">
                <c:v>0.634</c:v>
              </c:pt>
              <c:pt idx="635">
                <c:v>0.635</c:v>
              </c:pt>
              <c:pt idx="636">
                <c:v>0.636</c:v>
              </c:pt>
              <c:pt idx="637">
                <c:v>0.637</c:v>
              </c:pt>
              <c:pt idx="638">
                <c:v>0.638</c:v>
              </c:pt>
              <c:pt idx="639">
                <c:v>0.639</c:v>
              </c:pt>
              <c:pt idx="640">
                <c:v>0.64</c:v>
              </c:pt>
              <c:pt idx="641">
                <c:v>0.641</c:v>
              </c:pt>
              <c:pt idx="642">
                <c:v>0.642</c:v>
              </c:pt>
              <c:pt idx="643">
                <c:v>0.643</c:v>
              </c:pt>
              <c:pt idx="644">
                <c:v>0.644</c:v>
              </c:pt>
              <c:pt idx="645">
                <c:v>0.645</c:v>
              </c:pt>
              <c:pt idx="646">
                <c:v>0.646</c:v>
              </c:pt>
              <c:pt idx="647">
                <c:v>0.647</c:v>
              </c:pt>
              <c:pt idx="648">
                <c:v>0.648</c:v>
              </c:pt>
              <c:pt idx="649">
                <c:v>0.649</c:v>
              </c:pt>
              <c:pt idx="650">
                <c:v>0.65</c:v>
              </c:pt>
              <c:pt idx="651">
                <c:v>0.651</c:v>
              </c:pt>
              <c:pt idx="652">
                <c:v>0.652</c:v>
              </c:pt>
              <c:pt idx="653">
                <c:v>0.653</c:v>
              </c:pt>
              <c:pt idx="654">
                <c:v>0.654</c:v>
              </c:pt>
              <c:pt idx="655">
                <c:v>0.655</c:v>
              </c:pt>
              <c:pt idx="656">
                <c:v>0.656</c:v>
              </c:pt>
              <c:pt idx="657">
                <c:v>0.657</c:v>
              </c:pt>
              <c:pt idx="658">
                <c:v>0.658</c:v>
              </c:pt>
              <c:pt idx="659">
                <c:v>0.659</c:v>
              </c:pt>
              <c:pt idx="660">
                <c:v>0.66</c:v>
              </c:pt>
              <c:pt idx="661">
                <c:v>0.661</c:v>
              </c:pt>
              <c:pt idx="662">
                <c:v>0.662</c:v>
              </c:pt>
              <c:pt idx="663">
                <c:v>0.663</c:v>
              </c:pt>
              <c:pt idx="664">
                <c:v>0.664</c:v>
              </c:pt>
              <c:pt idx="665">
                <c:v>0.665</c:v>
              </c:pt>
              <c:pt idx="666">
                <c:v>0.666</c:v>
              </c:pt>
              <c:pt idx="667">
                <c:v>0.667</c:v>
              </c:pt>
              <c:pt idx="668">
                <c:v>0.668</c:v>
              </c:pt>
              <c:pt idx="669">
                <c:v>0.669</c:v>
              </c:pt>
              <c:pt idx="670">
                <c:v>0.67</c:v>
              </c:pt>
              <c:pt idx="671">
                <c:v>0.671</c:v>
              </c:pt>
              <c:pt idx="672">
                <c:v>0.672</c:v>
              </c:pt>
              <c:pt idx="673">
                <c:v>0.673</c:v>
              </c:pt>
              <c:pt idx="674">
                <c:v>0.674</c:v>
              </c:pt>
              <c:pt idx="675">
                <c:v>0.675</c:v>
              </c:pt>
              <c:pt idx="676">
                <c:v>0.676</c:v>
              </c:pt>
              <c:pt idx="677">
                <c:v>0.677</c:v>
              </c:pt>
              <c:pt idx="678">
                <c:v>0.678</c:v>
              </c:pt>
              <c:pt idx="679">
                <c:v>0.679</c:v>
              </c:pt>
              <c:pt idx="680">
                <c:v>0.68</c:v>
              </c:pt>
              <c:pt idx="681">
                <c:v>0.681</c:v>
              </c:pt>
              <c:pt idx="682">
                <c:v>0.682</c:v>
              </c:pt>
              <c:pt idx="683">
                <c:v>0.683</c:v>
              </c:pt>
              <c:pt idx="684">
                <c:v>0.684</c:v>
              </c:pt>
              <c:pt idx="685">
                <c:v>0.685</c:v>
              </c:pt>
              <c:pt idx="686">
                <c:v>0.686</c:v>
              </c:pt>
              <c:pt idx="687">
                <c:v>0.687</c:v>
              </c:pt>
              <c:pt idx="688">
                <c:v>0.6880000000000001</c:v>
              </c:pt>
              <c:pt idx="689">
                <c:v>0.6890000000000001</c:v>
              </c:pt>
              <c:pt idx="690">
                <c:v>0.6900000000000001</c:v>
              </c:pt>
              <c:pt idx="691">
                <c:v>0.6910000000000001</c:v>
              </c:pt>
              <c:pt idx="692">
                <c:v>0.6920000000000001</c:v>
              </c:pt>
              <c:pt idx="693">
                <c:v>0.6930000000000001</c:v>
              </c:pt>
              <c:pt idx="694">
                <c:v>0.6940000000000001</c:v>
              </c:pt>
              <c:pt idx="695">
                <c:v>0.6950000000000001</c:v>
              </c:pt>
              <c:pt idx="696">
                <c:v>0.6960000000000001</c:v>
              </c:pt>
              <c:pt idx="697">
                <c:v>0.6970000000000001</c:v>
              </c:pt>
              <c:pt idx="698">
                <c:v>0.6980000000000001</c:v>
              </c:pt>
              <c:pt idx="699">
                <c:v>0.6990000000000001</c:v>
              </c:pt>
              <c:pt idx="700">
                <c:v>0.7000000000000001</c:v>
              </c:pt>
              <c:pt idx="701">
                <c:v>0.7010000000000001</c:v>
              </c:pt>
              <c:pt idx="702">
                <c:v>0.7020000000000001</c:v>
              </c:pt>
              <c:pt idx="703">
                <c:v>0.7030000000000001</c:v>
              </c:pt>
              <c:pt idx="704">
                <c:v>0.704</c:v>
              </c:pt>
              <c:pt idx="705">
                <c:v>0.705</c:v>
              </c:pt>
              <c:pt idx="706">
                <c:v>0.706</c:v>
              </c:pt>
              <c:pt idx="707">
                <c:v>0.707</c:v>
              </c:pt>
              <c:pt idx="708">
                <c:v>0.708</c:v>
              </c:pt>
              <c:pt idx="709">
                <c:v>0.709</c:v>
              </c:pt>
              <c:pt idx="710">
                <c:v>0.71</c:v>
              </c:pt>
              <c:pt idx="711">
                <c:v>0.711</c:v>
              </c:pt>
              <c:pt idx="712">
                <c:v>0.712</c:v>
              </c:pt>
              <c:pt idx="713">
                <c:v>0.713</c:v>
              </c:pt>
              <c:pt idx="714">
                <c:v>0.714</c:v>
              </c:pt>
              <c:pt idx="715">
                <c:v>0.715</c:v>
              </c:pt>
              <c:pt idx="716">
                <c:v>0.716</c:v>
              </c:pt>
              <c:pt idx="717">
                <c:v>0.717</c:v>
              </c:pt>
              <c:pt idx="718">
                <c:v>0.718</c:v>
              </c:pt>
              <c:pt idx="719">
                <c:v>0.719</c:v>
              </c:pt>
              <c:pt idx="720">
                <c:v>0.72</c:v>
              </c:pt>
              <c:pt idx="721">
                <c:v>0.721</c:v>
              </c:pt>
              <c:pt idx="722">
                <c:v>0.722</c:v>
              </c:pt>
              <c:pt idx="723">
                <c:v>0.723</c:v>
              </c:pt>
              <c:pt idx="724">
                <c:v>0.724</c:v>
              </c:pt>
              <c:pt idx="725">
                <c:v>0.725</c:v>
              </c:pt>
              <c:pt idx="726">
                <c:v>0.726</c:v>
              </c:pt>
              <c:pt idx="727">
                <c:v>0.727</c:v>
              </c:pt>
              <c:pt idx="728">
                <c:v>0.728</c:v>
              </c:pt>
              <c:pt idx="729">
                <c:v>0.729</c:v>
              </c:pt>
              <c:pt idx="730">
                <c:v>0.73</c:v>
              </c:pt>
              <c:pt idx="731">
                <c:v>0.731</c:v>
              </c:pt>
              <c:pt idx="732">
                <c:v>0.732</c:v>
              </c:pt>
              <c:pt idx="733">
                <c:v>0.733</c:v>
              </c:pt>
              <c:pt idx="734">
                <c:v>0.734</c:v>
              </c:pt>
              <c:pt idx="735">
                <c:v>0.735</c:v>
              </c:pt>
              <c:pt idx="736">
                <c:v>0.736</c:v>
              </c:pt>
              <c:pt idx="737">
                <c:v>0.737</c:v>
              </c:pt>
              <c:pt idx="738">
                <c:v>0.738</c:v>
              </c:pt>
              <c:pt idx="739">
                <c:v>0.739</c:v>
              </c:pt>
              <c:pt idx="740">
                <c:v>0.74</c:v>
              </c:pt>
              <c:pt idx="741">
                <c:v>0.741</c:v>
              </c:pt>
              <c:pt idx="742">
                <c:v>0.742</c:v>
              </c:pt>
              <c:pt idx="743">
                <c:v>0.743</c:v>
              </c:pt>
              <c:pt idx="744">
                <c:v>0.744</c:v>
              </c:pt>
              <c:pt idx="745">
                <c:v>0.745</c:v>
              </c:pt>
              <c:pt idx="746">
                <c:v>0.746</c:v>
              </c:pt>
              <c:pt idx="747">
                <c:v>0.747</c:v>
              </c:pt>
              <c:pt idx="748">
                <c:v>0.748</c:v>
              </c:pt>
              <c:pt idx="749">
                <c:v>0.749</c:v>
              </c:pt>
              <c:pt idx="750">
                <c:v>0.75</c:v>
              </c:pt>
              <c:pt idx="751">
                <c:v>0.751</c:v>
              </c:pt>
              <c:pt idx="752">
                <c:v>0.752</c:v>
              </c:pt>
              <c:pt idx="753">
                <c:v>0.753</c:v>
              </c:pt>
              <c:pt idx="754">
                <c:v>0.754</c:v>
              </c:pt>
              <c:pt idx="755">
                <c:v>0.755</c:v>
              </c:pt>
              <c:pt idx="756">
                <c:v>0.756</c:v>
              </c:pt>
              <c:pt idx="757">
                <c:v>0.757</c:v>
              </c:pt>
              <c:pt idx="758">
                <c:v>0.758</c:v>
              </c:pt>
              <c:pt idx="759">
                <c:v>0.759</c:v>
              </c:pt>
              <c:pt idx="760">
                <c:v>0.76</c:v>
              </c:pt>
              <c:pt idx="761">
                <c:v>0.761</c:v>
              </c:pt>
              <c:pt idx="762">
                <c:v>0.762</c:v>
              </c:pt>
              <c:pt idx="763">
                <c:v>0.763</c:v>
              </c:pt>
              <c:pt idx="764">
                <c:v>0.764</c:v>
              </c:pt>
              <c:pt idx="765">
                <c:v>0.765</c:v>
              </c:pt>
              <c:pt idx="766">
                <c:v>0.766</c:v>
              </c:pt>
              <c:pt idx="767">
                <c:v>0.767</c:v>
              </c:pt>
              <c:pt idx="768">
                <c:v>0.768</c:v>
              </c:pt>
              <c:pt idx="769">
                <c:v>0.769</c:v>
              </c:pt>
              <c:pt idx="770">
                <c:v>0.77</c:v>
              </c:pt>
              <c:pt idx="771">
                <c:v>0.771</c:v>
              </c:pt>
              <c:pt idx="772">
                <c:v>0.772</c:v>
              </c:pt>
              <c:pt idx="773">
                <c:v>0.773</c:v>
              </c:pt>
              <c:pt idx="774">
                <c:v>0.774</c:v>
              </c:pt>
              <c:pt idx="775">
                <c:v>0.775</c:v>
              </c:pt>
              <c:pt idx="776">
                <c:v>0.776</c:v>
              </c:pt>
              <c:pt idx="777">
                <c:v>0.777</c:v>
              </c:pt>
              <c:pt idx="778">
                <c:v>0.778</c:v>
              </c:pt>
              <c:pt idx="779">
                <c:v>0.779</c:v>
              </c:pt>
              <c:pt idx="780">
                <c:v>0.78</c:v>
              </c:pt>
              <c:pt idx="781">
                <c:v>0.781</c:v>
              </c:pt>
              <c:pt idx="782">
                <c:v>0.782</c:v>
              </c:pt>
              <c:pt idx="783">
                <c:v>0.783</c:v>
              </c:pt>
              <c:pt idx="784">
                <c:v>0.7839999999999999</c:v>
              </c:pt>
              <c:pt idx="785">
                <c:v>0.7850000000000001</c:v>
              </c:pt>
              <c:pt idx="786">
                <c:v>0.786</c:v>
              </c:pt>
              <c:pt idx="787">
                <c:v>0.787</c:v>
              </c:pt>
              <c:pt idx="788">
                <c:v>0.7879999999999999</c:v>
              </c:pt>
              <c:pt idx="789">
                <c:v>0.7890000000000001</c:v>
              </c:pt>
              <c:pt idx="790">
                <c:v>0.79</c:v>
              </c:pt>
              <c:pt idx="791">
                <c:v>0.791</c:v>
              </c:pt>
              <c:pt idx="792">
                <c:v>0.7919999999999999</c:v>
              </c:pt>
              <c:pt idx="793">
                <c:v>0.7930000000000001</c:v>
              </c:pt>
              <c:pt idx="794">
                <c:v>0.794</c:v>
              </c:pt>
              <c:pt idx="795">
                <c:v>0.795</c:v>
              </c:pt>
              <c:pt idx="796">
                <c:v>0.796</c:v>
              </c:pt>
              <c:pt idx="797">
                <c:v>0.7970000000000002</c:v>
              </c:pt>
              <c:pt idx="798">
                <c:v>0.798</c:v>
              </c:pt>
              <c:pt idx="799">
                <c:v>0.799</c:v>
              </c:pt>
              <c:pt idx="800">
                <c:v>0.8</c:v>
              </c:pt>
              <c:pt idx="801">
                <c:v>0.8009999999999999</c:v>
              </c:pt>
              <c:pt idx="802">
                <c:v>0.802</c:v>
              </c:pt>
              <c:pt idx="803">
                <c:v>0.803</c:v>
              </c:pt>
              <c:pt idx="804">
                <c:v>0.804</c:v>
              </c:pt>
              <c:pt idx="805">
                <c:v>0.8049999999999999</c:v>
              </c:pt>
              <c:pt idx="806">
                <c:v>0.806</c:v>
              </c:pt>
              <c:pt idx="807">
                <c:v>0.807</c:v>
              </c:pt>
              <c:pt idx="808">
                <c:v>0.808</c:v>
              </c:pt>
              <c:pt idx="809">
                <c:v>0.8089999999999999</c:v>
              </c:pt>
              <c:pt idx="810">
                <c:v>0.8100000000000002</c:v>
              </c:pt>
              <c:pt idx="811">
                <c:v>0.811</c:v>
              </c:pt>
              <c:pt idx="812">
                <c:v>0.812</c:v>
              </c:pt>
              <c:pt idx="813">
                <c:v>0.813</c:v>
              </c:pt>
              <c:pt idx="814">
                <c:v>0.8140000000000002</c:v>
              </c:pt>
              <c:pt idx="815">
                <c:v>0.8150000000000001</c:v>
              </c:pt>
              <c:pt idx="816">
                <c:v>0.8160000000000001</c:v>
              </c:pt>
              <c:pt idx="817">
                <c:v>0.817</c:v>
              </c:pt>
              <c:pt idx="818">
                <c:v>0.8180000000000002</c:v>
              </c:pt>
              <c:pt idx="819">
                <c:v>0.8190000000000001</c:v>
              </c:pt>
              <c:pt idx="820">
                <c:v>0.8200000000000001</c:v>
              </c:pt>
              <c:pt idx="821">
                <c:v>0.8210000000000001</c:v>
              </c:pt>
              <c:pt idx="822">
                <c:v>0.8220000000000002</c:v>
              </c:pt>
              <c:pt idx="823">
                <c:v>0.8230000000000001</c:v>
              </c:pt>
              <c:pt idx="824">
                <c:v>0.8240000000000001</c:v>
              </c:pt>
              <c:pt idx="825">
                <c:v>0.8250000000000001</c:v>
              </c:pt>
              <c:pt idx="826">
                <c:v>0.826</c:v>
              </c:pt>
              <c:pt idx="827">
                <c:v>0.8270000000000001</c:v>
              </c:pt>
              <c:pt idx="828">
                <c:v>0.8280000000000001</c:v>
              </c:pt>
              <c:pt idx="829">
                <c:v>0.8290000000000001</c:v>
              </c:pt>
              <c:pt idx="830">
                <c:v>0.83</c:v>
              </c:pt>
              <c:pt idx="831">
                <c:v>0.8310000000000001</c:v>
              </c:pt>
              <c:pt idx="832">
                <c:v>0.8320000000000001</c:v>
              </c:pt>
              <c:pt idx="833">
                <c:v>0.8330000000000001</c:v>
              </c:pt>
              <c:pt idx="834">
                <c:v>0.834</c:v>
              </c:pt>
              <c:pt idx="835">
                <c:v>0.835</c:v>
              </c:pt>
              <c:pt idx="836">
                <c:v>0.836</c:v>
              </c:pt>
              <c:pt idx="837">
                <c:v>0.8370000000000001</c:v>
              </c:pt>
              <c:pt idx="838">
                <c:v>0.838</c:v>
              </c:pt>
              <c:pt idx="839">
                <c:v>0.839</c:v>
              </c:pt>
              <c:pt idx="840">
                <c:v>0.84</c:v>
              </c:pt>
              <c:pt idx="841">
                <c:v>0.8409999999999999</c:v>
              </c:pt>
              <c:pt idx="842">
                <c:v>0.842</c:v>
              </c:pt>
              <c:pt idx="843">
                <c:v>0.843</c:v>
              </c:pt>
              <c:pt idx="844">
                <c:v>0.844</c:v>
              </c:pt>
              <c:pt idx="845">
                <c:v>0.8449999999999999</c:v>
              </c:pt>
              <c:pt idx="846">
                <c:v>0.8460000000000001</c:v>
              </c:pt>
              <c:pt idx="847">
                <c:v>0.847</c:v>
              </c:pt>
              <c:pt idx="848">
                <c:v>0.848</c:v>
              </c:pt>
              <c:pt idx="849">
                <c:v>0.8489999999999999</c:v>
              </c:pt>
              <c:pt idx="850">
                <c:v>0.8500000000000001</c:v>
              </c:pt>
              <c:pt idx="851">
                <c:v>0.851</c:v>
              </c:pt>
              <c:pt idx="852">
                <c:v>0.852</c:v>
              </c:pt>
              <c:pt idx="853">
                <c:v>0.8529999999999999</c:v>
              </c:pt>
              <c:pt idx="854">
                <c:v>0.8540000000000001</c:v>
              </c:pt>
              <c:pt idx="855">
                <c:v>0.855</c:v>
              </c:pt>
              <c:pt idx="856">
                <c:v>0.856</c:v>
              </c:pt>
              <c:pt idx="857">
                <c:v>0.857</c:v>
              </c:pt>
              <c:pt idx="858">
                <c:v>0.8580000000000001</c:v>
              </c:pt>
              <c:pt idx="859">
                <c:v>0.859</c:v>
              </c:pt>
              <c:pt idx="860">
                <c:v>0.86</c:v>
              </c:pt>
              <c:pt idx="861">
                <c:v>0.861</c:v>
              </c:pt>
              <c:pt idx="862">
                <c:v>0.8620000000000001</c:v>
              </c:pt>
              <c:pt idx="863">
                <c:v>0.863</c:v>
              </c:pt>
              <c:pt idx="864">
                <c:v>0.864</c:v>
              </c:pt>
              <c:pt idx="865">
                <c:v>0.865</c:v>
              </c:pt>
              <c:pt idx="866">
                <c:v>0.8659999999999999</c:v>
              </c:pt>
              <c:pt idx="867">
                <c:v>0.867</c:v>
              </c:pt>
              <c:pt idx="868">
                <c:v>0.868</c:v>
              </c:pt>
              <c:pt idx="869">
                <c:v>0.869</c:v>
              </c:pt>
              <c:pt idx="870">
                <c:v>0.8699999999999999</c:v>
              </c:pt>
              <c:pt idx="871">
                <c:v>0.8710000000000001</c:v>
              </c:pt>
              <c:pt idx="872">
                <c:v>0.872</c:v>
              </c:pt>
              <c:pt idx="873">
                <c:v>0.873</c:v>
              </c:pt>
              <c:pt idx="874">
                <c:v>0.8739999999999999</c:v>
              </c:pt>
              <c:pt idx="875">
                <c:v>0.8750000000000001</c:v>
              </c:pt>
              <c:pt idx="876">
                <c:v>0.876</c:v>
              </c:pt>
              <c:pt idx="877">
                <c:v>0.877</c:v>
              </c:pt>
              <c:pt idx="878">
                <c:v>0.8779999999999999</c:v>
              </c:pt>
              <c:pt idx="879">
                <c:v>0.8790000000000001</c:v>
              </c:pt>
              <c:pt idx="880">
                <c:v>0.88</c:v>
              </c:pt>
              <c:pt idx="881">
                <c:v>0.881</c:v>
              </c:pt>
              <c:pt idx="882">
                <c:v>0.882</c:v>
              </c:pt>
              <c:pt idx="883">
                <c:v>0.8830000000000001</c:v>
              </c:pt>
              <c:pt idx="884">
                <c:v>0.884</c:v>
              </c:pt>
              <c:pt idx="885">
                <c:v>0.885</c:v>
              </c:pt>
              <c:pt idx="886">
                <c:v>0.886</c:v>
              </c:pt>
              <c:pt idx="887">
                <c:v>0.8870000000000001</c:v>
              </c:pt>
              <c:pt idx="888">
                <c:v>0.888</c:v>
              </c:pt>
              <c:pt idx="889">
                <c:v>0.889</c:v>
              </c:pt>
              <c:pt idx="890">
                <c:v>0.89</c:v>
              </c:pt>
              <c:pt idx="891">
                <c:v>0.8909999999999999</c:v>
              </c:pt>
              <c:pt idx="892">
                <c:v>0.892</c:v>
              </c:pt>
              <c:pt idx="893">
                <c:v>0.893</c:v>
              </c:pt>
              <c:pt idx="894">
                <c:v>0.894</c:v>
              </c:pt>
              <c:pt idx="895">
                <c:v>0.8949999999999999</c:v>
              </c:pt>
              <c:pt idx="896">
                <c:v>0.8960000000000001</c:v>
              </c:pt>
              <c:pt idx="897">
                <c:v>0.897</c:v>
              </c:pt>
              <c:pt idx="898">
                <c:v>0.898</c:v>
              </c:pt>
              <c:pt idx="899">
                <c:v>0.8989999999999999</c:v>
              </c:pt>
              <c:pt idx="900">
                <c:v>0.9000000000000001</c:v>
              </c:pt>
              <c:pt idx="901">
                <c:v>0.901</c:v>
              </c:pt>
              <c:pt idx="902">
                <c:v>0.902</c:v>
              </c:pt>
              <c:pt idx="903">
                <c:v>0.9029999999999999</c:v>
              </c:pt>
              <c:pt idx="904">
                <c:v>0.9040000000000001</c:v>
              </c:pt>
              <c:pt idx="905">
                <c:v>0.905</c:v>
              </c:pt>
              <c:pt idx="906">
                <c:v>0.906</c:v>
              </c:pt>
              <c:pt idx="907">
                <c:v>0.907</c:v>
              </c:pt>
              <c:pt idx="908">
                <c:v>0.9080000000000001</c:v>
              </c:pt>
              <c:pt idx="909">
                <c:v>0.909</c:v>
              </c:pt>
              <c:pt idx="910">
                <c:v>0.91</c:v>
              </c:pt>
              <c:pt idx="911">
                <c:v>0.911</c:v>
              </c:pt>
              <c:pt idx="912">
                <c:v>0.9120000000000001</c:v>
              </c:pt>
              <c:pt idx="913">
                <c:v>0.913</c:v>
              </c:pt>
              <c:pt idx="914">
                <c:v>0.914</c:v>
              </c:pt>
              <c:pt idx="915">
                <c:v>0.915</c:v>
              </c:pt>
              <c:pt idx="916">
                <c:v>0.9159999999999999</c:v>
              </c:pt>
              <c:pt idx="917">
                <c:v>0.917</c:v>
              </c:pt>
              <c:pt idx="918">
                <c:v>0.918</c:v>
              </c:pt>
              <c:pt idx="919">
                <c:v>0.919</c:v>
              </c:pt>
              <c:pt idx="920">
                <c:v>0.9199999999999999</c:v>
              </c:pt>
              <c:pt idx="921">
                <c:v>0.9210000000000002</c:v>
              </c:pt>
              <c:pt idx="922">
                <c:v>0.922</c:v>
              </c:pt>
              <c:pt idx="923">
                <c:v>0.923</c:v>
              </c:pt>
              <c:pt idx="924">
                <c:v>0.9239999999999999</c:v>
              </c:pt>
              <c:pt idx="925">
                <c:v>0.9250000000000002</c:v>
              </c:pt>
              <c:pt idx="926">
                <c:v>0.926</c:v>
              </c:pt>
              <c:pt idx="927">
                <c:v>0.927</c:v>
              </c:pt>
              <c:pt idx="928">
                <c:v>0.9279999999999999</c:v>
              </c:pt>
              <c:pt idx="929">
                <c:v>0.9290000000000002</c:v>
              </c:pt>
              <c:pt idx="930">
                <c:v>0.93</c:v>
              </c:pt>
              <c:pt idx="931">
                <c:v>0.931</c:v>
              </c:pt>
              <c:pt idx="932">
                <c:v>0.932</c:v>
              </c:pt>
              <c:pt idx="933">
                <c:v>0.9330000000000002</c:v>
              </c:pt>
              <c:pt idx="934">
                <c:v>0.934</c:v>
              </c:pt>
              <c:pt idx="935">
                <c:v>0.935</c:v>
              </c:pt>
              <c:pt idx="936">
                <c:v>0.936</c:v>
              </c:pt>
              <c:pt idx="937">
                <c:v>0.9370000000000002</c:v>
              </c:pt>
              <c:pt idx="938">
                <c:v>0.9380000000000001</c:v>
              </c:pt>
              <c:pt idx="939">
                <c:v>0.9390000000000001</c:v>
              </c:pt>
              <c:pt idx="940">
                <c:v>0.9400000000000001</c:v>
              </c:pt>
              <c:pt idx="941">
                <c:v>0.941</c:v>
              </c:pt>
              <c:pt idx="942">
                <c:v>0.9420000000000001</c:v>
              </c:pt>
              <c:pt idx="943">
                <c:v>0.9430000000000001</c:v>
              </c:pt>
              <c:pt idx="944">
                <c:v>0.9440000000000001</c:v>
              </c:pt>
              <c:pt idx="945">
                <c:v>0.945</c:v>
              </c:pt>
              <c:pt idx="946">
                <c:v>0.9460000000000002</c:v>
              </c:pt>
              <c:pt idx="947">
                <c:v>0.9470000000000001</c:v>
              </c:pt>
              <c:pt idx="948">
                <c:v>0.9480000000000001</c:v>
              </c:pt>
              <c:pt idx="949">
                <c:v>0.949</c:v>
              </c:pt>
              <c:pt idx="950">
                <c:v>0.9500000000000002</c:v>
              </c:pt>
              <c:pt idx="951">
                <c:v>0.9510000000000001</c:v>
              </c:pt>
              <c:pt idx="952">
                <c:v>0.9520000000000001</c:v>
              </c:pt>
              <c:pt idx="953">
                <c:v>0.953</c:v>
              </c:pt>
              <c:pt idx="954">
                <c:v>0.9540000000000002</c:v>
              </c:pt>
              <c:pt idx="955">
                <c:v>0.9550000000000001</c:v>
              </c:pt>
              <c:pt idx="956">
                <c:v>0.9560000000000001</c:v>
              </c:pt>
              <c:pt idx="957">
                <c:v>0.9570000000000001</c:v>
              </c:pt>
              <c:pt idx="958">
                <c:v>0.9580000000000002</c:v>
              </c:pt>
              <c:pt idx="959">
                <c:v>0.9590000000000001</c:v>
              </c:pt>
              <c:pt idx="960">
                <c:v>0.9599999999999999</c:v>
              </c:pt>
              <c:pt idx="961">
                <c:v>0.9610000000000001</c:v>
              </c:pt>
              <c:pt idx="962">
                <c:v>0.962</c:v>
              </c:pt>
              <c:pt idx="963">
                <c:v>0.963</c:v>
              </c:pt>
              <c:pt idx="964">
                <c:v>0.9639999999999999</c:v>
              </c:pt>
              <c:pt idx="965">
                <c:v>0.9650000000000001</c:v>
              </c:pt>
              <c:pt idx="966">
                <c:v>0.966</c:v>
              </c:pt>
              <c:pt idx="967">
                <c:v>0.967</c:v>
              </c:pt>
              <c:pt idx="968">
                <c:v>0.968</c:v>
              </c:pt>
              <c:pt idx="969">
                <c:v>0.9690000000000001</c:v>
              </c:pt>
              <c:pt idx="970">
                <c:v>0.97</c:v>
              </c:pt>
              <c:pt idx="971">
                <c:v>0.971</c:v>
              </c:pt>
              <c:pt idx="972">
                <c:v>0.972</c:v>
              </c:pt>
              <c:pt idx="973">
                <c:v>0.9730000000000001</c:v>
              </c:pt>
              <c:pt idx="974">
                <c:v>0.974</c:v>
              </c:pt>
              <c:pt idx="975">
                <c:v>0.975</c:v>
              </c:pt>
              <c:pt idx="976">
                <c:v>0.976</c:v>
              </c:pt>
              <c:pt idx="977">
                <c:v>0.9769999999999999</c:v>
              </c:pt>
              <c:pt idx="978">
                <c:v>0.978</c:v>
              </c:pt>
              <c:pt idx="979">
                <c:v>0.979</c:v>
              </c:pt>
              <c:pt idx="980">
                <c:v>0.98</c:v>
              </c:pt>
              <c:pt idx="981">
                <c:v>0.9809999999999999</c:v>
              </c:pt>
              <c:pt idx="982">
                <c:v>0.9820000000000001</c:v>
              </c:pt>
              <c:pt idx="983">
                <c:v>0.983</c:v>
              </c:pt>
              <c:pt idx="984">
                <c:v>0.984</c:v>
              </c:pt>
              <c:pt idx="985">
                <c:v>0.9849999999999999</c:v>
              </c:pt>
              <c:pt idx="986">
                <c:v>0.9860000000000001</c:v>
              </c:pt>
              <c:pt idx="987">
                <c:v>0.987</c:v>
              </c:pt>
              <c:pt idx="988">
                <c:v>0.988</c:v>
              </c:pt>
              <c:pt idx="989">
                <c:v>0.9889999999999999</c:v>
              </c:pt>
              <c:pt idx="990">
                <c:v>0.9900000000000001</c:v>
              </c:pt>
              <c:pt idx="991">
                <c:v>0.991</c:v>
              </c:pt>
              <c:pt idx="992">
                <c:v>0.992</c:v>
              </c:pt>
              <c:pt idx="993">
                <c:v>0.993</c:v>
              </c:pt>
              <c:pt idx="994">
                <c:v>0.9940000000000001</c:v>
              </c:pt>
              <c:pt idx="995">
                <c:v>0.995</c:v>
              </c:pt>
              <c:pt idx="996">
                <c:v>0.996</c:v>
              </c:pt>
              <c:pt idx="997">
                <c:v>0.997</c:v>
              </c:pt>
              <c:pt idx="998">
                <c:v>0.9980000000000001</c:v>
              </c:pt>
              <c:pt idx="999">
                <c:v>0.999</c:v>
              </c:pt>
              <c:pt idx="1000">
                <c:v>1</c:v>
              </c:pt>
            </c:numLit>
          </c:xVal>
          <c:yVal>
            <c:numLit>
              <c:formatCode>0.0</c:formatCode>
              <c:ptCount val="1001"/>
              <c:pt idx="0">
                <c:v>0.48845031676823814</c:v>
              </c:pt>
              <c:pt idx="1">
                <c:v>0.4884499159496276</c:v>
              </c:pt>
              <c:pt idx="2">
                <c:v>0.4884487134934259</c:v>
              </c:pt>
              <c:pt idx="3">
                <c:v>0.48844670939852264</c:v>
              </c:pt>
              <c:pt idx="4">
                <c:v>0.48844390366306706</c:v>
              </c:pt>
              <c:pt idx="5">
                <c:v>0.48844029628446844</c:v>
              </c:pt>
              <c:pt idx="6">
                <c:v>0.488435887259396</c:v>
              </c:pt>
              <c:pt idx="7">
                <c:v>0.488430676583779</c:v>
              </c:pt>
              <c:pt idx="8">
                <c:v>0.48842466425280706</c:v>
              </c:pt>
              <c:pt idx="9">
                <c:v>0.48841785026093015</c:v>
              </c:pt>
              <c:pt idx="10">
                <c:v>0.4884102346018592</c:v>
              </c:pt>
              <c:pt idx="11">
                <c:v>0.488401817268566</c:v>
              </c:pt>
              <c:pt idx="12">
                <c:v>0.48839259825328385</c:v>
              </c:pt>
              <c:pt idx="13">
                <c:v>0.4883825775475076</c:v>
              </c:pt>
              <c:pt idx="14">
                <c:v>0.48837175514199405</c:v>
              </c:pt>
              <c:pt idx="15">
                <c:v>0.4883601310267626</c:v>
              </c:pt>
              <c:pt idx="16">
                <c:v>0.4883477051910957</c:v>
              </c:pt>
              <c:pt idx="17">
                <c:v>0.4883344776235389</c:v>
              </c:pt>
              <c:pt idx="18">
                <c:v>0.48832044831190163</c:v>
              </c:pt>
              <c:pt idx="19">
                <c:v>0.4883056172432581</c:v>
              </c:pt>
              <c:pt idx="20">
                <c:v>0.4882899844039471</c:v>
              </c:pt>
              <c:pt idx="21">
                <c:v>0.4882735497795735</c:v>
              </c:pt>
              <c:pt idx="22">
                <c:v>0.4882563133550081</c:v>
              </c:pt>
              <c:pt idx="23">
                <c:v>0.48823827511438883</c:v>
              </c:pt>
              <c:pt idx="24">
                <c:v>0.4882194350411213</c:v>
              </c:pt>
              <c:pt idx="25">
                <c:v>0.4881997931178796</c:v>
              </c:pt>
              <c:pt idx="26">
                <c:v>0.4881793493266069</c:v>
              </c:pt>
              <c:pt idx="27">
                <c:v>0.48815810364851675</c:v>
              </c:pt>
              <c:pt idx="28">
                <c:v>0.4881360560640934</c:v>
              </c:pt>
              <c:pt idx="29">
                <c:v>0.48811320655309315</c:v>
              </c:pt>
              <c:pt idx="30">
                <c:v>0.4880895550945449</c:v>
              </c:pt>
              <c:pt idx="31">
                <c:v>0.4880651016667516</c:v>
              </c:pt>
              <c:pt idx="32">
                <c:v>0.48803984624729085</c:v>
              </c:pt>
              <c:pt idx="33">
                <c:v>0.4880137888130162</c:v>
              </c:pt>
              <c:pt idx="34">
                <c:v>0.4879869293400581</c:v>
              </c:pt>
              <c:pt idx="35">
                <c:v>0.48795926780382537</c:v>
              </c:pt>
              <c:pt idx="36">
                <c:v>0.487930804179006</c:v>
              </c:pt>
              <c:pt idx="37">
                <c:v>0.4879015384395685</c:v>
              </c:pt>
              <c:pt idx="38">
                <c:v>0.4878714705587633</c:v>
              </c:pt>
              <c:pt idx="39">
                <c:v>0.48784060050912403</c:v>
              </c:pt>
              <c:pt idx="40">
                <c:v>0.48780892826246874</c:v>
              </c:pt>
              <c:pt idx="41">
                <c:v>0.48777645378990153</c:v>
              </c:pt>
              <c:pt idx="42">
                <c:v>0.4877431770618138</c:v>
              </c:pt>
              <c:pt idx="43">
                <c:v>0.48770909804788565</c:v>
              </c:pt>
              <c:pt idx="44">
                <c:v>0.4876742167170878</c:v>
              </c:pt>
              <c:pt idx="45">
                <c:v>0.4876385330376831</c:v>
              </c:pt>
              <c:pt idx="46">
                <c:v>0.48760204697722775</c:v>
              </c:pt>
              <c:pt idx="47">
                <c:v>0.4875647585025734</c:v>
              </c:pt>
              <c:pt idx="48">
                <c:v>0.48752666757986884</c:v>
              </c:pt>
              <c:pt idx="49">
                <c:v>0.4874877741745615</c:v>
              </c:pt>
              <c:pt idx="50">
                <c:v>0.4874480782513998</c:v>
              </c:pt>
              <c:pt idx="51">
                <c:v>0.4874075797744345</c:v>
              </c:pt>
              <c:pt idx="52">
                <c:v>0.487366278707021</c:v>
              </c:pt>
              <c:pt idx="53">
                <c:v>0.4873241750118212</c:v>
              </c:pt>
              <c:pt idx="54">
                <c:v>0.48728126865080545</c:v>
              </c:pt>
              <c:pt idx="55">
                <c:v>0.48723755958525494</c:v>
              </c:pt>
              <c:pt idx="56">
                <c:v>0.4871930477757638</c:v>
              </c:pt>
              <c:pt idx="57">
                <c:v>0.4871477331822408</c:v>
              </c:pt>
              <c:pt idx="58">
                <c:v>0.4871016157639122</c:v>
              </c:pt>
              <c:pt idx="59">
                <c:v>0.48705469547932434</c:v>
              </c:pt>
              <c:pt idx="60">
                <c:v>0.487006972286345</c:v>
              </c:pt>
              <c:pt idx="61">
                <c:v>0.48695844614216677</c:v>
              </c:pt>
              <c:pt idx="62">
                <c:v>0.4869091170033093</c:v>
              </c:pt>
              <c:pt idx="63">
                <c:v>0.48685898482562173</c:v>
              </c:pt>
              <c:pt idx="64">
                <c:v>0.4868080495642855</c:v>
              </c:pt>
              <c:pt idx="65">
                <c:v>0.486756311173817</c:v>
              </c:pt>
              <c:pt idx="66">
                <c:v>0.4867037696080704</c:v>
              </c:pt>
              <c:pt idx="67">
                <c:v>0.48665042482024023</c:v>
              </c:pt>
              <c:pt idx="68">
                <c:v>0.48659627676286465</c:v>
              </c:pt>
              <c:pt idx="69">
                <c:v>0.48654132538782824</c:v>
              </c:pt>
              <c:pt idx="70">
                <c:v>0.48648557064636516</c:v>
              </c:pt>
              <c:pt idx="71">
                <c:v>0.486429012489062</c:v>
              </c:pt>
              <c:pt idx="72">
                <c:v>0.4863716508658612</c:v>
              </c:pt>
              <c:pt idx="73">
                <c:v>0.48631348572606425</c:v>
              </c:pt>
              <c:pt idx="74">
                <c:v>0.4862545170183351</c:v>
              </c:pt>
              <c:pt idx="75">
                <c:v>0.4861947446907036</c:v>
              </c:pt>
              <c:pt idx="76">
                <c:v>0.48613416869056847</c:v>
              </c:pt>
              <c:pt idx="77">
                <c:v>0.4860727889647017</c:v>
              </c:pt>
              <c:pt idx="78">
                <c:v>0.4860106054592515</c:v>
              </c:pt>
              <c:pt idx="79">
                <c:v>0.48594761811974657</c:v>
              </c:pt>
              <c:pt idx="80">
                <c:v>0.4858838268910995</c:v>
              </c:pt>
              <c:pt idx="81">
                <c:v>0.48581923171761066</c:v>
              </c:pt>
              <c:pt idx="82">
                <c:v>0.48575383254297266</c:v>
              </c:pt>
              <c:pt idx="83">
                <c:v>0.4856876293102736</c:v>
              </c:pt>
              <c:pt idx="84">
                <c:v>0.4856206219620022</c:v>
              </c:pt>
              <c:pt idx="85">
                <c:v>0.48555281044005105</c:v>
              </c:pt>
              <c:pt idx="86">
                <c:v>0.48548419468572157</c:v>
              </c:pt>
              <c:pt idx="87">
                <c:v>0.4854147746397283</c:v>
              </c:pt>
              <c:pt idx="88">
                <c:v>0.4853445502422034</c:v>
              </c:pt>
              <c:pt idx="89">
                <c:v>0.4852735214327009</c:v>
              </c:pt>
              <c:pt idx="90">
                <c:v>0.485201688150202</c:v>
              </c:pt>
              <c:pt idx="91">
                <c:v>0.4851290503331195</c:v>
              </c:pt>
              <c:pt idx="92">
                <c:v>0.4850556079193025</c:v>
              </c:pt>
              <c:pt idx="93">
                <c:v>0.48498136084604193</c:v>
              </c:pt>
              <c:pt idx="94">
                <c:v>0.48490630905007515</c:v>
              </c:pt>
              <c:pt idx="95">
                <c:v>0.4848304524675914</c:v>
              </c:pt>
              <c:pt idx="96">
                <c:v>0.4847537910342369</c:v>
              </c:pt>
              <c:pt idx="97">
                <c:v>0.48467632468512034</c:v>
              </c:pt>
              <c:pt idx="98">
                <c:v>0.48459805335481854</c:v>
              </c:pt>
              <c:pt idx="99">
                <c:v>0.48451897697738183</c:v>
              </c:pt>
              <c:pt idx="100">
                <c:v>0.48443909548633984</c:v>
              </c:pt>
              <c:pt idx="101">
                <c:v>0.48435840881470726</c:v>
              </c:pt>
              <c:pt idx="102">
                <c:v>0.48427691689499</c:v>
              </c:pt>
              <c:pt idx="103">
                <c:v>0.48419461965919086</c:v>
              </c:pt>
              <c:pt idx="104">
                <c:v>0.4841115170388163</c:v>
              </c:pt>
              <c:pt idx="105">
                <c:v>0.48402760896488206</c:v>
              </c:pt>
              <c:pt idx="106">
                <c:v>0.48394289536791985</c:v>
              </c:pt>
              <c:pt idx="107">
                <c:v>0.4838573761779841</c:v>
              </c:pt>
              <c:pt idx="108">
                <c:v>0.48377105132465825</c:v>
              </c:pt>
              <c:pt idx="109">
                <c:v>0.48368392073706173</c:v>
              </c:pt>
              <c:pt idx="110">
                <c:v>0.48359598434385664</c:v>
              </c:pt>
              <c:pt idx="111">
                <c:v>0.48350724207325513</c:v>
              </c:pt>
              <c:pt idx="112">
                <c:v>0.4834176938530261</c:v>
              </c:pt>
              <c:pt idx="113">
                <c:v>0.4833273396105029</c:v>
              </c:pt>
              <c:pt idx="114">
                <c:v>0.4832361792725904</c:v>
              </c:pt>
              <c:pt idx="115">
                <c:v>0.48314421276577263</c:v>
              </c:pt>
              <c:pt idx="116">
                <c:v>0.48305144001612077</c:v>
              </c:pt>
              <c:pt idx="117">
                <c:v>0.4829578609493004</c:v>
              </c:pt>
              <c:pt idx="118">
                <c:v>0.4828634754905796</c:v>
              </c:pt>
              <c:pt idx="119">
                <c:v>0.4827682835648378</c:v>
              </c:pt>
              <c:pt idx="120">
                <c:v>0.48267228509657273</c:v>
              </c:pt>
              <c:pt idx="121">
                <c:v>0.4825754800099097</c:v>
              </c:pt>
              <c:pt idx="122">
                <c:v>0.4824778682286098</c:v>
              </c:pt>
              <c:pt idx="123">
                <c:v>0.48237944967607865</c:v>
              </c:pt>
              <c:pt idx="124">
                <c:v>0.4822802242753752</c:v>
              </c:pt>
              <c:pt idx="125">
                <c:v>0.48218019194922074</c:v>
              </c:pt>
              <c:pt idx="126">
                <c:v>0.48207935262000756</c:v>
              </c:pt>
              <c:pt idx="127">
                <c:v>0.4819777062098091</c:v>
              </c:pt>
              <c:pt idx="128">
                <c:v>0.48187525264038855</c:v>
              </c:pt>
              <c:pt idx="129">
                <c:v>0.48177199183320885</c:v>
              </c:pt>
              <c:pt idx="130">
                <c:v>0.48166792370944217</c:v>
              </c:pt>
              <c:pt idx="131">
                <c:v>0.4815630481899802</c:v>
              </c:pt>
              <c:pt idx="132">
                <c:v>0.48145736519544363</c:v>
              </c:pt>
              <c:pt idx="133">
                <c:v>0.4813508746461931</c:v>
              </c:pt>
              <c:pt idx="134">
                <c:v>0.48124357646233873</c:v>
              </c:pt>
              <c:pt idx="135">
                <c:v>0.48113547056375144</c:v>
              </c:pt>
              <c:pt idx="136">
                <c:v>0.4810265568700734</c:v>
              </c:pt>
              <c:pt idx="137">
                <c:v>0.4809168353007286</c:v>
              </c:pt>
              <c:pt idx="138">
                <c:v>0.48080630577493444</c:v>
              </c:pt>
              <c:pt idx="139">
                <c:v>0.4806949682117126</c:v>
              </c:pt>
              <c:pt idx="140">
                <c:v>0.4805828225299008</c:v>
              </c:pt>
              <c:pt idx="141">
                <c:v>0.48046986864816377</c:v>
              </c:pt>
              <c:pt idx="142">
                <c:v>0.48035610648500604</c:v>
              </c:pt>
              <c:pt idx="143">
                <c:v>0.4802415359587827</c:v>
              </c:pt>
              <c:pt idx="144">
                <c:v>0.48012615698771266</c:v>
              </c:pt>
              <c:pt idx="145">
                <c:v>0.4800099694898901</c:v>
              </c:pt>
              <c:pt idx="146">
                <c:v>0.4798929733832975</c:v>
              </c:pt>
              <c:pt idx="147">
                <c:v>0.47977516858581826</c:v>
              </c:pt>
              <c:pt idx="148">
                <c:v>0.4796565550152493</c:v>
              </c:pt>
              <c:pt idx="149">
                <c:v>0.4795371325893147</c:v>
              </c:pt>
              <c:pt idx="150">
                <c:v>0.4794169012256784</c:v>
              </c:pt>
              <c:pt idx="151">
                <c:v>0.4792958608419582</c:v>
              </c:pt>
              <c:pt idx="152">
                <c:v>0.4791740113557388</c:v>
              </c:pt>
              <c:pt idx="153">
                <c:v>0.47905135268458643</c:v>
              </c:pt>
              <c:pt idx="154">
                <c:v>0.47892788474606246</c:v>
              </c:pt>
              <c:pt idx="155">
                <c:v>0.4788036074577377</c:v>
              </c:pt>
              <c:pt idx="156">
                <c:v>0.47867852073720696</c:v>
              </c:pt>
              <c:pt idx="157">
                <c:v>0.478552624502104</c:v>
              </c:pt>
              <c:pt idx="158">
                <c:v>0.478425918670116</c:v>
              </c:pt>
              <c:pt idx="159">
                <c:v>0.47829840315899885</c:v>
              </c:pt>
              <c:pt idx="160">
                <c:v>0.47817007788659266</c:v>
              </c:pt>
              <c:pt idx="161">
                <c:v>0.47804094277083703</c:v>
              </c:pt>
              <c:pt idx="162">
                <c:v>0.47791099772978707</c:v>
              </c:pt>
              <c:pt idx="163">
                <c:v>0.4777802426816292</c:v>
              </c:pt>
              <c:pt idx="164">
                <c:v>0.47764867754469736</c:v>
              </c:pt>
              <c:pt idx="165">
                <c:v>0.4775163022374896</c:v>
              </c:pt>
              <c:pt idx="166">
                <c:v>0.4773831166786845</c:v>
              </c:pt>
              <c:pt idx="167">
                <c:v>0.4772491207871581</c:v>
              </c:pt>
              <c:pt idx="168">
                <c:v>0.47711431448200137</c:v>
              </c:pt>
              <c:pt idx="169">
                <c:v>0.47697869768253687</c:v>
              </c:pt>
              <c:pt idx="170">
                <c:v>0.4768422703083367</c:v>
              </c:pt>
              <c:pt idx="171">
                <c:v>0.47670503227924066</c:v>
              </c:pt>
              <c:pt idx="172">
                <c:v>0.4765669835153733</c:v>
              </c:pt>
              <c:pt idx="173">
                <c:v>0.4764281239371632</c:v>
              </c:pt>
              <c:pt idx="174">
                <c:v>0.47628845346536086</c:v>
              </c:pt>
              <c:pt idx="175">
                <c:v>0.47614797202105763</c:v>
              </c:pt>
              <c:pt idx="176">
                <c:v>0.47600667952570463</c:v>
              </c:pt>
              <c:pt idx="177">
                <c:v>0.4758645759011323</c:v>
              </c:pt>
              <c:pt idx="178">
                <c:v>0.47572166106956915</c:v>
              </c:pt>
              <c:pt idx="179">
                <c:v>0.47557793495366235</c:v>
              </c:pt>
              <c:pt idx="180">
                <c:v>0.4754333974764971</c:v>
              </c:pt>
              <c:pt idx="181">
                <c:v>0.4752880485616169</c:v>
              </c:pt>
              <c:pt idx="182">
                <c:v>0.47514188813304437</c:v>
              </c:pt>
              <c:pt idx="183">
                <c:v>0.4749949161153016</c:v>
              </c:pt>
              <c:pt idx="184">
                <c:v>0.4748471324334312</c:v>
              </c:pt>
              <c:pt idx="185">
                <c:v>0.47469853701301784</c:v>
              </c:pt>
              <c:pt idx="186">
                <c:v>0.47454912978020924</c:v>
              </c:pt>
              <c:pt idx="187">
                <c:v>0.4743989106617382</c:v>
              </c:pt>
              <c:pt idx="188">
                <c:v>0.47424787958494474</c:v>
              </c:pt>
              <c:pt idx="189">
                <c:v>0.4740960364777982</c:v>
              </c:pt>
              <c:pt idx="190">
                <c:v>0.4739433812689195</c:v>
              </c:pt>
              <c:pt idx="191">
                <c:v>0.47378991388760455</c:v>
              </c:pt>
              <c:pt idx="192">
                <c:v>0.4736356342638468</c:v>
              </c:pt>
              <c:pt idx="193">
                <c:v>0.473480542328361</c:v>
              </c:pt>
              <c:pt idx="194">
                <c:v>0.47332463801260627</c:v>
              </c:pt>
              <c:pt idx="195">
                <c:v>0.4731679212488105</c:v>
              </c:pt>
              <c:pt idx="196">
                <c:v>0.4730103919699943</c:v>
              </c:pt>
              <c:pt idx="197">
                <c:v>0.47285205010999526</c:v>
              </c:pt>
              <c:pt idx="198">
                <c:v>0.4726928956034928</c:v>
              </c:pt>
              <c:pt idx="199">
                <c:v>0.4725329283860335</c:v>
              </c:pt>
              <c:pt idx="200">
                <c:v>0.4723721483940555</c:v>
              </c:pt>
              <c:pt idx="201">
                <c:v>0.47221055556491487</c:v>
              </c:pt>
              <c:pt idx="202">
                <c:v>0.47204814983691096</c:v>
              </c:pt>
              <c:pt idx="203">
                <c:v>0.47188493114931274</c:v>
              </c:pt>
              <c:pt idx="204">
                <c:v>0.47172089944238504</c:v>
              </c:pt>
              <c:pt idx="205">
                <c:v>0.4715560546574151</c:v>
              </c:pt>
              <c:pt idx="206">
                <c:v>0.47139039673673977</c:v>
              </c:pt>
              <c:pt idx="207">
                <c:v>0.47122392562377263</c:v>
              </c:pt>
              <c:pt idx="208">
                <c:v>0.4710566412630317</c:v>
              </c:pt>
              <c:pt idx="209">
                <c:v>0.4708885436001667</c:v>
              </c:pt>
              <c:pt idx="210">
                <c:v>0.4707196325819878</c:v>
              </c:pt>
              <c:pt idx="211">
                <c:v>0.4705499081564938</c:v>
              </c:pt>
              <c:pt idx="212">
                <c:v>0.47037937027290044</c:v>
              </c:pt>
              <c:pt idx="213">
                <c:v>0.4702080188816701</c:v>
              </c:pt>
              <c:pt idx="214">
                <c:v>0.4700358539345403</c:v>
              </c:pt>
              <c:pt idx="215">
                <c:v>0.4698628753845538</c:v>
              </c:pt>
              <c:pt idx="216">
                <c:v>0.4696890831860883</c:v>
              </c:pt>
              <c:pt idx="217">
                <c:v>0.4695144772948867</c:v>
              </c:pt>
              <c:pt idx="218">
                <c:v>0.46933905766808726</c:v>
              </c:pt>
              <c:pt idx="219">
                <c:v>0.4691628242642545</c:v>
              </c:pt>
              <c:pt idx="220">
                <c:v>0.46898577704341043</c:v>
              </c:pt>
              <c:pt idx="221">
                <c:v>0.4688079159670657</c:v>
              </c:pt>
              <c:pt idx="222">
                <c:v>0.46862924099825143</c:v>
              </c:pt>
              <c:pt idx="223">
                <c:v>0.4684497521015508</c:v>
              </c:pt>
              <c:pt idx="224">
                <c:v>0.46826944924313174</c:v>
              </c:pt>
              <c:pt idx="225">
                <c:v>0.4680883323907791</c:v>
              </c:pt>
              <c:pt idx="226">
                <c:v>0.46790640151392787</c:v>
              </c:pt>
              <c:pt idx="227">
                <c:v>0.467723656583696</c:v>
              </c:pt>
              <c:pt idx="228">
                <c:v>0.4675400975729181</c:v>
              </c:pt>
              <c:pt idx="229">
                <c:v>0.46735572445617907</c:v>
              </c:pt>
              <c:pt idx="230">
                <c:v>0.4671705372098482</c:v>
              </c:pt>
              <c:pt idx="231">
                <c:v>0.4669845358121134</c:v>
              </c:pt>
              <c:pt idx="232">
                <c:v>0.46679772024301625</c:v>
              </c:pt>
              <c:pt idx="233">
                <c:v>0.46661009048448665</c:v>
              </c:pt>
              <c:pt idx="234">
                <c:v>0.4664216465203781</c:v>
              </c:pt>
              <c:pt idx="235">
                <c:v>0.46623238833650343</c:v>
              </c:pt>
              <c:pt idx="236">
                <c:v>0.46604231592067064</c:v>
              </c:pt>
              <c:pt idx="237">
                <c:v>0.46585142926271894</c:v>
              </c:pt>
              <c:pt idx="238">
                <c:v>0.4656597283545556</c:v>
              </c:pt>
              <c:pt idx="239">
                <c:v>0.46546721319019235</c:v>
              </c:pt>
              <c:pt idx="240">
                <c:v>0.4652738837657826</c:v>
              </c:pt>
              <c:pt idx="241">
                <c:v>0.4650797400796591</c:v>
              </c:pt>
              <c:pt idx="242">
                <c:v>0.4648847821323713</c:v>
              </c:pt>
              <c:pt idx="243">
                <c:v>0.46468900992672346</c:v>
              </c:pt>
              <c:pt idx="244">
                <c:v>0.4644924234678132</c:v>
              </c:pt>
              <c:pt idx="245">
                <c:v>0.4642950227630697</c:v>
              </c:pt>
              <c:pt idx="246">
                <c:v>0.4640968078222929</c:v>
              </c:pt>
              <c:pt idx="247">
                <c:v>0.4638977786576927</c:v>
              </c:pt>
              <c:pt idx="248">
                <c:v>0.4636979352839282</c:v>
              </c:pt>
              <c:pt idx="249">
                <c:v>0.46349727771814797</c:v>
              </c:pt>
              <c:pt idx="250">
                <c:v>0.4632958059800298</c:v>
              </c:pt>
              <c:pt idx="251">
                <c:v>0.46309352009182114</c:v>
              </c:pt>
              <c:pt idx="252">
                <c:v>0.46289042007838</c:v>
              </c:pt>
              <c:pt idx="253">
                <c:v>0.46268650596721567</c:v>
              </c:pt>
              <c:pt idx="254">
                <c:v>0.46248177778853033</c:v>
              </c:pt>
              <c:pt idx="255">
                <c:v>0.4622762355752603</c:v>
              </c:pt>
              <c:pt idx="256">
                <c:v>0.4620698793631181</c:v>
              </c:pt>
              <c:pt idx="257">
                <c:v>0.46186270919063477</c:v>
              </c:pt>
              <c:pt idx="258">
                <c:v>0.4616547250992018</c:v>
              </c:pt>
              <c:pt idx="259">
                <c:v>0.4614459271331144</c:v>
              </c:pt>
              <c:pt idx="260">
                <c:v>0.4612363153396144</c:v>
              </c:pt>
              <c:pt idx="261">
                <c:v>0.46102588976893344</c:v>
              </c:pt>
              <c:pt idx="262">
                <c:v>0.46081465047433645</c:v>
              </c:pt>
              <c:pt idx="263">
                <c:v>0.460602597512166</c:v>
              </c:pt>
              <c:pt idx="264">
                <c:v>0.46038973094188584</c:v>
              </c:pt>
              <c:pt idx="265">
                <c:v>0.46017605082612567</c:v>
              </c:pt>
              <c:pt idx="266">
                <c:v>0.45996155723072607</c:v>
              </c:pt>
              <c:pt idx="267">
                <c:v>0.4597462502247828</c:v>
              </c:pt>
              <c:pt idx="268">
                <c:v>0.45953012988069286</c:v>
              </c:pt>
              <c:pt idx="269">
                <c:v>0.45931319627419925</c:v>
              </c:pt>
              <c:pt idx="270">
                <c:v>0.4590954494844373</c:v>
              </c:pt>
              <c:pt idx="271">
                <c:v>0.45887688959398043</c:v>
              </c:pt>
              <c:pt idx="272">
                <c:v>0.4586575166888866</c:v>
              </c:pt>
              <c:pt idx="273">
                <c:v>0.4584373308587448</c:v>
              </c:pt>
              <c:pt idx="274">
                <c:v>0.45821633219672186</c:v>
              </c:pt>
              <c:pt idx="275">
                <c:v>0.4579945207996096</c:v>
              </c:pt>
              <c:pt idx="276">
                <c:v>0.45777189676787206</c:v>
              </c:pt>
              <c:pt idx="277">
                <c:v>0.45754846020569306</c:v>
              </c:pt>
              <c:pt idx="278">
                <c:v>0.45732421122102423</c:v>
              </c:pt>
              <c:pt idx="279">
                <c:v>0.4570991499256328</c:v>
              </c:pt>
              <c:pt idx="280">
                <c:v>0.45687327643514997</c:v>
              </c:pt>
              <c:pt idx="281">
                <c:v>0.4566465908691195</c:v>
              </c:pt>
              <c:pt idx="282">
                <c:v>0.45641909335104663</c:v>
              </c:pt>
              <c:pt idx="283">
                <c:v>0.4561907840084465</c:v>
              </c:pt>
              <c:pt idx="284">
                <c:v>0.4559616629728941</c:v>
              </c:pt>
              <c:pt idx="285">
                <c:v>0.45573173038007314</c:v>
              </c:pt>
              <c:pt idx="286">
                <c:v>0.45550098636982594</c:v>
              </c:pt>
              <c:pt idx="287">
                <c:v>0.45526943108620316</c:v>
              </c:pt>
              <c:pt idx="288">
                <c:v>0.45503706467751415</c:v>
              </c:pt>
              <c:pt idx="289">
                <c:v>0.45480388729637683</c:v>
              </c:pt>
              <c:pt idx="290">
                <c:v>0.45456989909976847</c:v>
              </c:pt>
              <c:pt idx="291">
                <c:v>0.4543351002490761</c:v>
              </c:pt>
              <c:pt idx="292">
                <c:v>0.4540994909101477</c:v>
              </c:pt>
              <c:pt idx="293">
                <c:v>0.4538630712533428</c:v>
              </c:pt>
              <c:pt idx="294">
                <c:v>0.45362584145358403</c:v>
              </c:pt>
              <c:pt idx="295">
                <c:v>0.45338780169040854</c:v>
              </c:pt>
              <c:pt idx="296">
                <c:v>0.45314895214801937</c:v>
              </c:pt>
              <c:pt idx="297">
                <c:v>0.4529092930153372</c:v>
              </c:pt>
              <c:pt idx="298">
                <c:v>0.45266882448605245</c:v>
              </c:pt>
              <c:pt idx="299">
                <c:v>0.45242754675867713</c:v>
              </c:pt>
              <c:pt idx="300">
                <c:v>0.452185460036597</c:v>
              </c:pt>
              <c:pt idx="301">
                <c:v>0.45194256452812426</c:v>
              </c:pt>
              <c:pt idx="302">
                <c:v>0.4516988604465495</c:v>
              </c:pt>
              <c:pt idx="303">
                <c:v>0.45145434801019496</c:v>
              </c:pt>
              <c:pt idx="304">
                <c:v>0.4512090274424667</c:v>
              </c:pt>
              <c:pt idx="305">
                <c:v>0.4509628989719078</c:v>
              </c:pt>
              <c:pt idx="306">
                <c:v>0.45071596283225107</c:v>
              </c:pt>
              <c:pt idx="307">
                <c:v>0.4504682192624724</c:v>
              </c:pt>
              <c:pt idx="308">
                <c:v>0.45021966850684386</c:v>
              </c:pt>
              <c:pt idx="309">
                <c:v>0.44997031081498695</c:v>
              </c:pt>
              <c:pt idx="310">
                <c:v>0.4497201464419261</c:v>
              </c:pt>
              <c:pt idx="311">
                <c:v>0.44946917564814165</c:v>
              </c:pt>
              <c:pt idx="312">
                <c:v>0.4492173986996241</c:v>
              </c:pt>
              <c:pt idx="313">
                <c:v>0.44896481586792725</c:v>
              </c:pt>
              <c:pt idx="314">
                <c:v>0.44871142743022174</c:v>
              </c:pt>
              <c:pt idx="315">
                <c:v>0.44845723366934925</c:v>
              </c:pt>
              <c:pt idx="316">
                <c:v>0.44820223487387567</c:v>
              </c:pt>
              <c:pt idx="317">
                <c:v>0.4479464313381453</c:v>
              </c:pt>
              <c:pt idx="318">
                <c:v>0.44768982336233454</c:v>
              </c:pt>
              <c:pt idx="319">
                <c:v>0.44743241125250566</c:v>
              </c:pt>
              <c:pt idx="320">
                <c:v>0.4471741953206606</c:v>
              </c:pt>
              <c:pt idx="321">
                <c:v>0.44691517588479507</c:v>
              </c:pt>
              <c:pt idx="322">
                <c:v>0.4466553532689522</c:v>
              </c:pt>
              <c:pt idx="323">
                <c:v>0.4463947278032764</c:v>
              </c:pt>
              <c:pt idx="324">
                <c:v>0.4461332998240669</c:v>
              </c:pt>
              <c:pt idx="325">
                <c:v>0.4458710696738322</c:v>
              </c:pt>
              <c:pt idx="326">
                <c:v>0.44560803770134333</c:v>
              </c:pt>
              <c:pt idx="327">
                <c:v>0.44534420426168736</c:v>
              </c:pt>
              <c:pt idx="328">
                <c:v>0.4450795697163215</c:v>
              </c:pt>
              <c:pt idx="329">
                <c:v>0.44481413443312645</c:v>
              </c:pt>
              <c:pt idx="330">
                <c:v>0.4445478987864597</c:v>
              </c:pt>
              <c:pt idx="331">
                <c:v>0.4442808631572092</c:v>
              </c:pt>
              <c:pt idx="332">
                <c:v>0.4440130279328466</c:v>
              </c:pt>
              <c:pt idx="333">
                <c:v>0.4437443935074803</c:v>
              </c:pt>
              <c:pt idx="334">
                <c:v>0.44347496028190847</c:v>
              </c:pt>
              <c:pt idx="335">
                <c:v>0.44320472866367244</c:v>
              </c:pt>
              <c:pt idx="336">
                <c:v>0.4429336990671089</c:v>
              </c:pt>
              <c:pt idx="337">
                <c:v>0.4426618719134028</c:v>
              </c:pt>
              <c:pt idx="338">
                <c:v>0.44238924763063997</c:v>
              </c:pt>
              <c:pt idx="339">
                <c:v>0.44211582665385907</c:v>
              </c:pt>
              <c:pt idx="340">
                <c:v>0.44184160942510425</c:v>
              </c:pt>
              <c:pt idx="341">
                <c:v>0.4415665963934764</c:v>
              </c:pt>
              <c:pt idx="342">
                <c:v>0.4412907880151853</c:v>
              </c:pt>
              <c:pt idx="343">
                <c:v>0.4410141847536012</c:v>
              </c:pt>
              <c:pt idx="344">
                <c:v>0.44073678707930564</c:v>
              </c:pt>
              <c:pt idx="345">
                <c:v>0.44045859547014266</c:v>
              </c:pt>
              <c:pt idx="346">
                <c:v>0.44017961041126996</c:v>
              </c:pt>
              <c:pt idx="347">
                <c:v>0.43989983239520863</c:v>
              </c:pt>
              <c:pt idx="348">
                <c:v>0.4396192619218939</c:v>
              </c:pt>
              <c:pt idx="349">
                <c:v>0.43933789949872465</c:v>
              </c:pt>
              <c:pt idx="350">
                <c:v>0.4390557456406135</c:v>
              </c:pt>
              <c:pt idx="351">
                <c:v>0.43877280087003573</c:v>
              </c:pt>
              <c:pt idx="352">
                <c:v>0.438489065717078</c:v>
              </c:pt>
              <c:pt idx="353">
                <c:v>0.4382045407194874</c:v>
              </c:pt>
              <c:pt idx="354">
                <c:v>0.4379192264227192</c:v>
              </c:pt>
              <c:pt idx="355">
                <c:v>0.4376331233799851</c:v>
              </c:pt>
              <c:pt idx="356">
                <c:v>0.4373462321523004</c:v>
              </c:pt>
              <c:pt idx="357">
                <c:v>0.43705855330853094</c:v>
              </c:pt>
              <c:pt idx="358">
                <c:v>0.43677008742543993</c:v>
              </c:pt>
              <c:pt idx="359">
                <c:v>0.4364808350877339</c:v>
              </c:pt>
              <c:pt idx="360">
                <c:v>0.43619079688810863</c:v>
              </c:pt>
              <c:pt idx="361">
                <c:v>0.43589997342729403</c:v>
              </c:pt>
              <c:pt idx="362">
                <c:v>0.43560836531409936</c:v>
              </c:pt>
              <c:pt idx="363">
                <c:v>0.4353159731654567</c:v>
              </c:pt>
              <c:pt idx="364">
                <c:v>0.43502279760646584</c:v>
              </c:pt>
              <c:pt idx="365">
                <c:v>0.43472883927043626</c:v>
              </c:pt>
              <c:pt idx="366">
                <c:v>0.43443409879893047</c:v>
              </c:pt>
              <c:pt idx="367">
                <c:v>0.43413857684180573</c:v>
              </c:pt>
              <c:pt idx="368">
                <c:v>0.4338422740572561</c:v>
              </c:pt>
              <c:pt idx="369">
                <c:v>0.4335451911118526</c:v>
              </c:pt>
              <c:pt idx="370">
                <c:v>0.4332473286805837</c:v>
              </c:pt>
              <c:pt idx="371">
                <c:v>0.43294868744689535</c:v>
              </c:pt>
              <c:pt idx="372">
                <c:v>0.43264926810272936</c:v>
              </c:pt>
              <c:pt idx="373">
                <c:v>0.4323490713485621</c:v>
              </c:pt>
              <c:pt idx="374">
                <c:v>0.4320480978934419</c:v>
              </c:pt>
              <c:pt idx="375">
                <c:v>0.43174634845502613</c:v>
              </c:pt>
              <c:pt idx="376">
                <c:v>0.43144382375961715</c:v>
              </c:pt>
              <c:pt idx="377">
                <c:v>0.43114052454219776</c:v>
              </c:pt>
              <c:pt idx="378">
                <c:v>0.4308364515464661</c:v>
              </c:pt>
              <c:pt idx="379">
                <c:v>0.4305316055248693</c:v>
              </c:pt>
              <c:pt idx="380">
                <c:v>0.43022598723863653</c:v>
              </c:pt>
              <c:pt idx="381">
                <c:v>0.4299195974578113</c:v>
              </c:pt>
              <c:pt idx="382">
                <c:v>0.42961243696128304</c:v>
              </c:pt>
              <c:pt idx="383">
                <c:v>0.42930450653681707</c:v>
              </c:pt>
              <c:pt idx="384">
                <c:v>0.4289958069810852</c:v>
              </c:pt>
              <c:pt idx="385">
                <c:v>0.42868633909969334</c:v>
              </c:pt>
              <c:pt idx="386">
                <c:v>0.4283761037072103</c:v>
              </c:pt>
              <c:pt idx="387">
                <c:v>0.428065101627194</c:v>
              </c:pt>
              <c:pt idx="388">
                <c:v>0.4277533336922177</c:v>
              </c:pt>
              <c:pt idx="389">
                <c:v>0.4274408007438947</c:v>
              </c:pt>
              <c:pt idx="390">
                <c:v>0.42712750363290264</c:v>
              </c:pt>
              <c:pt idx="391">
                <c:v>0.4268134432190058</c:v>
              </c:pt>
              <c:pt idx="392">
                <c:v>0.4264986203710773</c:v>
              </c:pt>
              <c:pt idx="393">
                <c:v>0.4261830359671196</c:v>
              </c:pt>
              <c:pt idx="394">
                <c:v>0.42586669089428464</c:v>
              </c:pt>
              <c:pt idx="395">
                <c:v>0.42554958604889137</c:v>
              </c:pt>
              <c:pt idx="396">
                <c:v>0.42523172233644424</c:v>
              </c:pt>
              <c:pt idx="397">
                <c:v>0.42491310067164845</c:v>
              </c:pt>
              <c:pt idx="398">
                <c:v>0.4245937219784255</c:v>
              </c:pt>
              <c:pt idx="399">
                <c:v>0.4242735871899268</c:v>
              </c:pt>
              <c:pt idx="400">
                <c:v>0.4239526972485463</c:v>
              </c:pt>
              <c:pt idx="401">
                <c:v>0.42363105310593135</c:v>
              </c:pt>
              <c:pt idx="402">
                <c:v>0.42330865572299337</c:v>
              </c:pt>
              <c:pt idx="403">
                <c:v>0.42298550606991586</c:v>
              </c:pt>
              <c:pt idx="404">
                <c:v>0.42266160512616213</c:v>
              </c:pt>
              <c:pt idx="405">
                <c:v>0.4223369538804812</c:v>
              </c:pt>
              <c:pt idx="406">
                <c:v>0.42201155333091217</c:v>
              </c:pt>
              <c:pt idx="407">
                <c:v>0.42168540448478753</c:v>
              </c:pt>
              <c:pt idx="408">
                <c:v>0.4213585083587349</c:v>
              </c:pt>
              <c:pt idx="409">
                <c:v>0.42103086597867717</c:v>
              </c:pt>
              <c:pt idx="410">
                <c:v>0.42070247837983127</c:v>
              </c:pt>
              <c:pt idx="411">
                <c:v>0.4203733466067056</c:v>
              </c:pt>
              <c:pt idx="412">
                <c:v>0.42004347171309525</c:v>
              </c:pt>
              <c:pt idx="413">
                <c:v>0.41971285476207676</c:v>
              </c:pt>
              <c:pt idx="414">
                <c:v>0.4193814968259999</c:v>
              </c:pt>
              <c:pt idx="415">
                <c:v>0.41904939898647925</c:v>
              </c:pt>
              <c:pt idx="416">
                <c:v>0.41871656233438276</c:v>
              </c:pt>
              <c:pt idx="417">
                <c:v>0.4183829879698199</c:v>
              </c:pt>
              <c:pt idx="418">
                <c:v>0.4180486770021269</c:v>
              </c:pt>
              <c:pt idx="419">
                <c:v>0.41771363054985144</c:v>
              </c:pt>
              <c:pt idx="420">
                <c:v>0.41737784974073433</c:v>
              </c:pt>
              <c:pt idx="421">
                <c:v>0.4170413357116907</c:v>
              </c:pt>
              <c:pt idx="422">
                <c:v>0.41670408960878796</c:v>
              </c:pt>
              <c:pt idx="423">
                <c:v>0.41636611258722334</c:v>
              </c:pt>
              <c:pt idx="424">
                <c:v>0.41602740581129827</c:v>
              </c:pt>
              <c:pt idx="425">
                <c:v>0.41568797045439165</c:v>
              </c:pt>
              <c:pt idx="426">
                <c:v>0.4153478076989312</c:v>
              </c:pt>
              <c:pt idx="427">
                <c:v>0.41500691873636203</c:v>
              </c:pt>
              <c:pt idx="428">
                <c:v>0.41466530476711405</c:v>
              </c:pt>
              <c:pt idx="429">
                <c:v>0.41432296700056703</c:v>
              </c:pt>
              <c:pt idx="430">
                <c:v>0.41397990665501383</c:v>
              </c:pt>
              <c:pt idx="431">
                <c:v>0.4136361249576206</c:v>
              </c:pt>
              <c:pt idx="432">
                <c:v>0.4132916231443864</c:v>
              </c:pt>
              <c:pt idx="433">
                <c:v>0.4129464024600991</c:v>
              </c:pt>
              <c:pt idx="434">
                <c:v>0.41260046415829055</c:v>
              </c:pt>
              <c:pt idx="435">
                <c:v>0.412253809501188</c:v>
              </c:pt>
              <c:pt idx="436">
                <c:v>0.4119064397596645</c:v>
              </c:pt>
              <c:pt idx="437">
                <c:v>0.4115583562131866</c:v>
              </c:pt>
              <c:pt idx="438">
                <c:v>0.41120956014975935</c:v>
              </c:pt>
              <c:pt idx="439">
                <c:v>0.4108600528658697</c:v>
              </c:pt>
              <c:pt idx="440">
                <c:v>0.41050983566642674</c:v>
              </c:pt>
              <c:pt idx="441">
                <c:v>0.41015890986470005</c:v>
              </c:pt>
              <c:pt idx="442">
                <c:v>0.40980727678225537</c:v>
              </c:pt>
              <c:pt idx="443">
                <c:v>0.409454937748888</c:v>
              </c:pt>
              <c:pt idx="444">
                <c:v>0.4091018941025534</c:v>
              </c:pt>
              <c:pt idx="445">
                <c:v>0.4087481471892952</c:v>
              </c:pt>
              <c:pt idx="446">
                <c:v>0.40839369836317113</c:v>
              </c:pt>
              <c:pt idx="447">
                <c:v>0.40803854898617575</c:v>
              </c:pt>
              <c:pt idx="448">
                <c:v>0.4076827004281607</c:v>
              </c:pt>
              <c:pt idx="449">
                <c:v>0.40732615406675265</c:v>
              </c:pt>
              <c:pt idx="450">
                <c:v>0.4069689112872679</c:v>
              </c:pt>
              <c:pt idx="451">
                <c:v>0.40661097348262465</c:v>
              </c:pt>
              <c:pt idx="452">
                <c:v>0.4062523420532522</c:v>
              </c:pt>
              <c:pt idx="453">
                <c:v>0.4058930184069977</c:v>
              </c:pt>
              <c:pt idx="454">
                <c:v>0.4055330039590296</c:v>
              </c:pt>
              <c:pt idx="455">
                <c:v>0.4051723001317383</c:v>
              </c:pt>
              <c:pt idx="456">
                <c:v>0.4048109083546347</c:v>
              </c:pt>
              <c:pt idx="457">
                <c:v>0.4044488300642438</c:v>
              </c:pt>
              <c:pt idx="458">
                <c:v>0.40408606670399777</c:v>
              </c:pt>
              <c:pt idx="459">
                <c:v>0.4037226197241239</c:v>
              </c:pt>
              <c:pt idx="460">
                <c:v>0.40335849058153067</c:v>
              </c:pt>
              <c:pt idx="461">
                <c:v>0.40299368073969033</c:v>
              </c:pt>
              <c:pt idx="462">
                <c:v>0.4026281916685184</c:v>
              </c:pt>
              <c:pt idx="463">
                <c:v>0.4022620248442495</c:v>
              </c:pt>
              <c:pt idx="464">
                <c:v>0.40189518174931116</c:v>
              </c:pt>
              <c:pt idx="465">
                <c:v>0.40152766387219296</c:v>
              </c:pt>
              <c:pt idx="466">
                <c:v>0.401159472707313</c:v>
              </c:pt>
              <c:pt idx="467">
                <c:v>0.4007906097548814</c:v>
              </c:pt>
              <c:pt idx="468">
                <c:v>0.4004210765207597</c:v>
              </c:pt>
              <c:pt idx="469">
                <c:v>0.4000508745163176</c:v>
              </c:pt>
              <c:pt idx="470">
                <c:v>0.3996800052582854</c:v>
              </c:pt>
              <c:pt idx="471">
                <c:v>0.3993084702686036</c:v>
              </c:pt>
              <c:pt idx="472">
                <c:v>0.398936271074269</c:v>
              </c:pt>
              <c:pt idx="473">
                <c:v>0.3985634092071765</c:v>
              </c:pt>
              <c:pt idx="474">
                <c:v>0.3981898862039581</c:v>
              </c:pt>
              <c:pt idx="475">
                <c:v>0.3978157036058184</c:v>
              </c:pt>
              <c:pt idx="476">
                <c:v>0.3974408629583651</c:v>
              </c:pt>
              <c:pt idx="477">
                <c:v>0.39706536581143737</c:v>
              </c:pt>
              <c:pt idx="478">
                <c:v>0.3966892137189294</c:v>
              </c:pt>
              <c:pt idx="479">
                <c:v>0.3963124082386109</c:v>
              </c:pt>
              <c:pt idx="480">
                <c:v>0.395934950931943</c:v>
              </c:pt>
              <c:pt idx="481">
                <c:v>0.39555684336389074</c:v>
              </c:pt>
              <c:pt idx="482">
                <c:v>0.395178087102732</c:v>
              </c:pt>
              <c:pt idx="483">
                <c:v>0.3947986837198616</c:v>
              </c:pt>
              <c:pt idx="484">
                <c:v>0.39441863478959205</c:v>
              </c:pt>
              <c:pt idx="485">
                <c:v>0.39403794188895025</c:v>
              </c:pt>
              <c:pt idx="486">
                <c:v>0.3936566065974697</c:v>
              </c:pt>
              <c:pt idx="487">
                <c:v>0.3932746304969791</c:v>
              </c:pt>
              <c:pt idx="488">
                <c:v>0.3928920151713867</c:v>
              </c:pt>
              <c:pt idx="489">
                <c:v>0.3925087622064601</c:v>
              </c:pt>
              <c:pt idx="490">
                <c:v>0.3921248731896023</c:v>
              </c:pt>
              <c:pt idx="491">
                <c:v>0.39174034970962335</c:v>
              </c:pt>
              <c:pt idx="492">
                <c:v>0.3913551933565074</c:v>
              </c:pt>
              <c:pt idx="493">
                <c:v>0.3909694057211761</c:v>
              </c:pt>
              <c:pt idx="494">
                <c:v>0.3905829883952465</c:v>
              </c:pt>
              <c:pt idx="495">
                <c:v>0.3901959429707862</c:v>
              </c:pt>
              <c:pt idx="496">
                <c:v>0.38980827104006227</c:v>
              </c:pt>
              <c:pt idx="497">
                <c:v>0.3894199741952868</c:v>
              </c:pt>
              <c:pt idx="498">
                <c:v>0.3890310540283576</c:v>
              </c:pt>
              <c:pt idx="499">
                <c:v>0.38864151213059445</c:v>
              </c:pt>
              <c:pt idx="500">
                <c:v>0.3882513500924706</c:v>
              </c:pt>
              <c:pt idx="501">
                <c:v>0.38786056950333936</c:v>
              </c:pt>
              <c:pt idx="502">
                <c:v>0.387469171951157</c:v>
              </c:pt>
              <c:pt idx="503">
                <c:v>0.3870771590221994</c:v>
              </c:pt>
              <c:pt idx="504">
                <c:v>0.38668453230077565</c:v>
              </c:pt>
              <c:pt idx="505">
                <c:v>0.3862912933689353</c:v>
              </c:pt>
              <c:pt idx="506">
                <c:v>0.38589744380617197</c:v>
              </c:pt>
              <c:pt idx="507">
                <c:v>0.38550298518912096</c:v>
              </c:pt>
              <c:pt idx="508">
                <c:v>0.38510791909125364</c:v>
              </c:pt>
              <c:pt idx="509">
                <c:v>0.38471224708256463</c:v>
              </c:pt>
              <c:pt idx="510">
                <c:v>0.38431597072925594</c:v>
              </c:pt>
              <c:pt idx="511">
                <c:v>0.38391909159341525</c:v>
              </c:pt>
              <c:pt idx="512">
                <c:v>0.38352161123268896</c:v>
              </c:pt>
              <c:pt idx="513">
                <c:v>0.3831235311999507</c:v>
              </c:pt>
              <c:pt idx="514">
                <c:v>0.3827248530429643</c:v>
              </c:pt>
              <c:pt idx="515">
                <c:v>0.3823255783040415</c:v>
              </c:pt>
              <c:pt idx="516">
                <c:v>0.38192570851969504</c:v>
              </c:pt>
              <c:pt idx="517">
                <c:v>0.381525245220286</c:v>
              </c:pt>
              <c:pt idx="518">
                <c:v>0.3811241899296657</c:v>
              </c:pt>
              <c:pt idx="519">
                <c:v>0.3807225441648129</c:v>
              </c:pt>
              <c:pt idx="520">
                <c:v>0.3803203094354653</c:v>
              </c:pt>
              <c:pt idx="521">
                <c:v>0.3799174872437453</c:v>
              </c:pt>
              <c:pt idx="522">
                <c:v>0.3795140790837815</c:v>
              </c:pt>
              <c:pt idx="523">
                <c:v>0.3791100864413228</c:v>
              </c:pt>
              <c:pt idx="524">
                <c:v>0.3787055107933496</c:v>
              </c:pt>
              <c:pt idx="525">
                <c:v>0.37830035360767666</c:v>
              </c:pt>
              <c:pt idx="526">
                <c:v>0.37789461634255284</c:v>
              </c:pt>
              <c:pt idx="527">
                <c:v>0.37748830044625337</c:v>
              </c:pt>
              <c:pt idx="528">
                <c:v>0.37708140735666806</c:v>
              </c:pt>
              <c:pt idx="529">
                <c:v>0.3766739385008827</c:v>
              </c:pt>
              <c:pt idx="530">
                <c:v>0.3762658952947552</c:v>
              </c:pt>
              <c:pt idx="531">
                <c:v>0.375857279142486</c:v>
              </c:pt>
              <c:pt idx="532">
                <c:v>0.375448091436183</c:v>
              </c:pt>
              <c:pt idx="533">
                <c:v>0.3750383335554201</c:v>
              </c:pt>
              <c:pt idx="534">
                <c:v>0.3746280068667903</c:v>
              </c:pt>
              <c:pt idx="535">
                <c:v>0.374217112723453</c:v>
              </c:pt>
              <c:pt idx="536">
                <c:v>0.3738056524646752</c:v>
              </c:pt>
              <c:pt idx="537">
                <c:v>0.3733936274153671</c:v>
              </c:pt>
              <c:pt idx="538">
                <c:v>0.3729810388856115</c:v>
              </c:pt>
              <c:pt idx="539">
                <c:v>0.37256788817018716</c:v>
              </c:pt>
              <c:pt idx="540">
                <c:v>0.3721541765480865</c:v>
              </c:pt>
              <c:pt idx="541">
                <c:v>0.37173990528202705</c:v>
              </c:pt>
              <c:pt idx="542">
                <c:v>0.3713250756179567</c:v>
              </c:pt>
              <c:pt idx="543">
                <c:v>0.37090968878455355</c:v>
              </c:pt>
              <c:pt idx="544">
                <c:v>0.37049374599271867</c:v>
              </c:pt>
              <c:pt idx="545">
                <c:v>0.3700772484350634</c:v>
              </c:pt>
              <c:pt idx="546">
                <c:v>0.3696601972853905</c:v>
              </c:pt>
              <c:pt idx="547">
                <c:v>0.3692425936981688</c:v>
              </c:pt>
              <c:pt idx="548">
                <c:v>0.36882443880800186</c:v>
              </c:pt>
              <c:pt idx="549">
                <c:v>0.3684057337290902</c:v>
              </c:pt>
              <c:pt idx="550">
                <c:v>0.36798647955468744</c:v>
              </c:pt>
              <c:pt idx="551">
                <c:v>0.36756667735655046</c:v>
              </c:pt>
              <c:pt idx="552">
                <c:v>0.36714632818438264</c:v>
              </c:pt>
              <c:pt idx="553">
                <c:v>0.3667254330652711</c:v>
              </c:pt>
              <c:pt idx="554">
                <c:v>0.3663039930031179</c:v>
              </c:pt>
              <c:pt idx="555">
                <c:v>0.3658820089780641</c:v>
              </c:pt>
              <c:pt idx="556">
                <c:v>0.3654594819459084</c:v>
              </c:pt>
              <c:pt idx="557">
                <c:v>0.3650364128375187</c:v>
              </c:pt>
              <c:pt idx="558">
                <c:v>0.3646128025582376</c:v>
              </c:pt>
              <c:pt idx="559">
                <c:v>0.364188651987281</c:v>
              </c:pt>
              <c:pt idx="560">
                <c:v>0.36376396197713096</c:v>
              </c:pt>
              <c:pt idx="561">
                <c:v>0.36333873335292177</c:v>
              </c:pt>
              <c:pt idx="562">
                <c:v>0.3629129669118193</c:v>
              </c:pt>
              <c:pt idx="563">
                <c:v>0.36248666342239383</c:v>
              </c:pt>
              <c:pt idx="564">
                <c:v>0.3620598236239876</c:v>
              </c:pt>
              <c:pt idx="565">
                <c:v>0.3616324482260736</c:v>
              </c:pt>
              <c:pt idx="566">
                <c:v>0.36120453790761003</c:v>
              </c:pt>
              <c:pt idx="567">
                <c:v>0.36077609331638716</c:v>
              </c:pt>
              <c:pt idx="568">
                <c:v>0.3603471150683675</c:v>
              </c:pt>
              <c:pt idx="569">
                <c:v>0.35991760374701975</c:v>
              </c:pt>
              <c:pt idx="570">
                <c:v>0.3594875599026466</c:v>
              </c:pt>
              <c:pt idx="571">
                <c:v>0.35905698405170505</c:v>
              </c:pt>
              <c:pt idx="572">
                <c:v>0.3586258766761208</c:v>
              </c:pt>
              <c:pt idx="573">
                <c:v>0.3581942382225962</c:v>
              </c:pt>
              <c:pt idx="574">
                <c:v>0.35776206910191066</c:v>
              </c:pt>
              <c:pt idx="575">
                <c:v>0.3573293696882157</c:v>
              </c:pt>
              <c:pt idx="576">
                <c:v>0.3568961403183227</c:v>
              </c:pt>
              <c:pt idx="577">
                <c:v>0.3564623812909842</c:v>
              </c:pt>
              <c:pt idx="578">
                <c:v>0.35602809286616854</c:v>
              </c:pt>
              <c:pt idx="579">
                <c:v>0.35559327526432827</c:v>
              </c:pt>
              <c:pt idx="580">
                <c:v>0.35515792866566154</c:v>
              </c:pt>
              <c:pt idx="581">
                <c:v>0.3547220532093673</c:v>
              </c:pt>
              <c:pt idx="582">
                <c:v>0.3542856489928934</c:v>
              </c:pt>
              <c:pt idx="583">
                <c:v>0.3538487160711791</c:v>
              </c:pt>
              <c:pt idx="584">
                <c:v>0.3534112544558895</c:v>
              </c:pt>
              <c:pt idx="585">
                <c:v>0.35297326411464525</c:v>
              </c:pt>
              <c:pt idx="586">
                <c:v>0.3525347449702441</c:v>
              </c:pt>
              <c:pt idx="587">
                <c:v>0.35209569689987724</c:v>
              </c:pt>
              <c:pt idx="588">
                <c:v>0.3516561197343379</c:v>
              </c:pt>
              <c:pt idx="589">
                <c:v>0.35121601325722446</c:v>
              </c:pt>
              <c:pt idx="590">
                <c:v>0.3507753772041367</c:v>
              </c:pt>
              <c:pt idx="591">
                <c:v>0.35033421126186537</c:v>
              </c:pt>
              <c:pt idx="592">
                <c:v>0.34989251506757574</c:v>
              </c:pt>
              <c:pt idx="593">
                <c:v>0.3494502882079843</c:v>
              </c:pt>
              <c:pt idx="594">
                <c:v>0.3490075302185295</c:v>
              </c:pt>
              <c:pt idx="595">
                <c:v>0.34856424058253554</c:v>
              </c:pt>
              <c:pt idx="596">
                <c:v>0.3481204187303706</c:v>
              </c:pt>
              <c:pt idx="597">
                <c:v>0.34767606403859774</c:v>
              </c:pt>
              <c:pt idx="598">
                <c:v>0.34723117582912044</c:v>
              </c:pt>
              <c:pt idx="599">
                <c:v>0.3467857533683212</c:v>
              </c:pt>
              <c:pt idx="600">
                <c:v>0.3463397958661942</c:v>
              </c:pt>
              <c:pt idx="601">
                <c:v>0.3458933024754717</c:v>
              </c:pt>
              <c:pt idx="602">
                <c:v>0.3454462722907442</c:v>
              </c:pt>
              <c:pt idx="603">
                <c:v>0.34499870434757457</c:v>
              </c:pt>
              <c:pt idx="604">
                <c:v>0.3445505976216059</c:v>
              </c:pt>
              <c:pt idx="605">
                <c:v>0.3441019510276633</c:v>
              </c:pt>
              <c:pt idx="606">
                <c:v>0.3436527634188499</c:v>
              </c:pt>
              <c:pt idx="607">
                <c:v>0.34320303358563664</c:v>
              </c:pt>
              <c:pt idx="608">
                <c:v>0.34275276025494583</c:v>
              </c:pt>
              <c:pt idx="609">
                <c:v>0.3423019420892297</c:v>
              </c:pt>
              <c:pt idx="610">
                <c:v>0.34185057768554206</c:v>
              </c:pt>
              <c:pt idx="611">
                <c:v>0.3413986655746049</c:v>
              </c:pt>
              <c:pt idx="612">
                <c:v>0.3409462042198689</c:v>
              </c:pt>
              <c:pt idx="613">
                <c:v>0.34049319201656786</c:v>
              </c:pt>
              <c:pt idx="614">
                <c:v>0.3400396272907687</c:v>
              </c:pt>
              <c:pt idx="615">
                <c:v>0.33958550829841444</c:v>
              </c:pt>
              <c:pt idx="616">
                <c:v>0.3391308332243625</c:v>
              </c:pt>
              <c:pt idx="617">
                <c:v>0.3386756001814173</c:v>
              </c:pt>
              <c:pt idx="618">
                <c:v>0.3382198072093574</c:v>
              </c:pt>
              <c:pt idx="619">
                <c:v>0.3377634522739574</c:v>
              </c:pt>
              <c:pt idx="620">
                <c:v>0.3373065332660044</c:v>
              </c:pt>
              <c:pt idx="621">
                <c:v>0.3368490480003097</c:v>
              </c:pt>
              <c:pt idx="622">
                <c:v>0.3363909942147143</c:v>
              </c:pt>
              <c:pt idx="623">
                <c:v>0.3359323695690908</c:v>
              </c:pt>
              <c:pt idx="624">
                <c:v>0.33547317164433904</c:v>
              </c:pt>
              <c:pt idx="625">
                <c:v>0.3350133979413774</c:v>
              </c:pt>
              <c:pt idx="626">
                <c:v>0.33455304588012946</c:v>
              </c:pt>
              <c:pt idx="627">
                <c:v>0.33409211279850537</c:v>
              </c:pt>
              <c:pt idx="628">
                <c:v>0.33363059595137873</c:v>
              </c:pt>
              <c:pt idx="629">
                <c:v>0.3331684925095593</c:v>
              </c:pt>
              <c:pt idx="630">
                <c:v>0.33270579955876045</c:v>
              </c:pt>
              <c:pt idx="631">
                <c:v>0.3322425140985629</c:v>
              </c:pt>
              <c:pt idx="632">
                <c:v>0.3317786330413739</c:v>
              </c:pt>
              <c:pt idx="633">
                <c:v>0.3313141532113818</c:v>
              </c:pt>
              <c:pt idx="634">
                <c:v>0.3308490713435075</c:v>
              </c:pt>
              <c:pt idx="635">
                <c:v>0.3303833840823505</c:v>
              </c:pt>
              <c:pt idx="636">
                <c:v>0.3299170879811323</c:v>
              </c:pt>
              <c:pt idx="637">
                <c:v>0.3294501795006352</c:v>
              </c:pt>
              <c:pt idx="638">
                <c:v>0.3289826550081379</c:v>
              </c:pt>
              <c:pt idx="639">
                <c:v>0.3285145107763469</c:v>
              </c:pt>
              <c:pt idx="640">
                <c:v>0.3280457429823253</c:v>
              </c:pt>
              <c:pt idx="641">
                <c:v>0.3275763477064171</c:v>
              </c:pt>
              <c:pt idx="642">
                <c:v>0.3271063209311694</c:v>
              </c:pt>
              <c:pt idx="643">
                <c:v>0.3266356585402509</c:v>
              </c:pt>
              <c:pt idx="644">
                <c:v>0.326164356317367</c:v>
              </c:pt>
              <c:pt idx="645">
                <c:v>0.3256924099451731</c:v>
              </c:pt>
              <c:pt idx="646">
                <c:v>0.32521981500418434</c:v>
              </c:pt>
              <c:pt idx="647">
                <c:v>0.3247465669716826</c:v>
              </c:pt>
              <c:pt idx="648">
                <c:v>0.32427266122062187</c:v>
              </c:pt>
              <c:pt idx="649">
                <c:v>0.32379809301853046</c:v>
              </c:pt>
              <c:pt idx="650">
                <c:v>0.3233228575264114</c:v>
              </c:pt>
              <c:pt idx="651">
                <c:v>0.32284694979764084</c:v>
              </c:pt>
              <c:pt idx="652">
                <c:v>0.3223703647768643</c:v>
              </c:pt>
              <c:pt idx="653">
                <c:v>0.3218930972988913</c:v>
              </c:pt>
              <c:pt idx="654">
                <c:v>0.32141514208758853</c:v>
              </c:pt>
              <c:pt idx="655">
                <c:v>0.3209364937547711</c:v>
              </c:pt>
              <c:pt idx="656">
                <c:v>0.3204571467990933</c:v>
              </c:pt>
              <c:pt idx="657">
                <c:v>0.31997709560493737</c:v>
              </c:pt>
              <c:pt idx="658">
                <c:v>0.31949633444130193</c:v>
              </c:pt>
              <c:pt idx="659">
                <c:v>0.31901485746068914</c:v>
              </c:pt>
              <c:pt idx="660">
                <c:v>0.31853265869799197</c:v>
              </c:pt>
              <c:pt idx="661">
                <c:v>0.31804973206938003</c:v>
              </c:pt>
              <c:pt idx="662">
                <c:v>0.31756607137118603</c:v>
              </c:pt>
              <c:pt idx="663">
                <c:v>0.31708167027879164</c:v>
              </c:pt>
              <c:pt idx="664">
                <c:v>0.3165965223455136</c:v>
              </c:pt>
              <c:pt idx="665">
                <c:v>0.31611062100149007</c:v>
              </c:pt>
              <c:pt idx="666">
                <c:v>0.3156239595525676</c:v>
              </c:pt>
              <c:pt idx="667">
                <c:v>0.3151365311791887</c:v>
              </c:pt>
              <c:pt idx="668">
                <c:v>0.3146483289352801</c:v>
              </c:pt>
              <c:pt idx="669">
                <c:v>0.3141593457471423</c:v>
              </c:pt>
              <c:pt idx="670">
                <c:v>0.31366957441234067</c:v>
              </c:pt>
              <c:pt idx="671">
                <c:v>0.313179007598597</c:v>
              </c:pt>
              <c:pt idx="672">
                <c:v>0.3126876378426843</c:v>
              </c:pt>
              <c:pt idx="673">
                <c:v>0.3121954575493219</c:v>
              </c:pt>
              <c:pt idx="674">
                <c:v>0.3117024589900741</c:v>
              </c:pt>
              <c:pt idx="675">
                <c:v>0.31120863430225015</c:v>
              </c:pt>
              <c:pt idx="676">
                <c:v>0.3107139754878073</c:v>
              </c:pt>
              <c:pt idx="677">
                <c:v>0.3102184744122568</c:v>
              </c:pt>
              <c:pt idx="678">
                <c:v>0.3097221228035722</c:v>
              </c:pt>
              <c:pt idx="679">
                <c:v>0.3092249122511018</c:v>
              </c:pt>
              <c:pt idx="680">
                <c:v>0.30872683420448466</c:v>
              </c:pt>
              <c:pt idx="681">
                <c:v>0.3082278799725692</c:v>
              </c:pt>
              <c:pt idx="682">
                <c:v>0.307728040722337</c:v>
              </c:pt>
              <c:pt idx="683">
                <c:v>0.3072273074778308</c:v>
              </c:pt>
              <c:pt idx="684">
                <c:v>0.3067256711190863</c:v>
              </c:pt>
              <c:pt idx="685">
                <c:v>0.30622312238106936</c:v>
              </c:pt>
              <c:pt idx="686">
                <c:v>0.3057196518526182</c:v>
              </c:pt>
              <c:pt idx="687">
                <c:v>0.3052152499753905</c:v>
              </c:pt>
              <c:pt idx="688">
                <c:v>0.3047099070428168</c:v>
              </c:pt>
              <c:pt idx="689">
                <c:v>0.30420361319905914</c:v>
              </c:pt>
              <c:pt idx="690">
                <c:v>0.3036963584379761</c:v>
              </c:pt>
              <c:pt idx="691">
                <c:v>0.30318813260209443</c:v>
              </c:pt>
              <c:pt idx="692">
                <c:v>0.30267892538158714</c:v>
              </c:pt>
              <c:pt idx="693">
                <c:v>0.30216872631325875</c:v>
              </c:pt>
              <c:pt idx="694">
                <c:v>0.30165752477953794</c:v>
              </c:pt>
              <c:pt idx="695">
                <c:v>0.30114531000747763</c:v>
              </c:pt>
              <c:pt idx="696">
                <c:v>0.300632071067763</c:v>
              </c:pt>
              <c:pt idx="697">
                <c:v>0.3001177968737282</c:v>
              </c:pt>
              <c:pt idx="698">
                <c:v>0.2996024761803807</c:v>
              </c:pt>
              <c:pt idx="699">
                <c:v>0.2990860975834355</c:v>
              </c:pt>
              <c:pt idx="700">
                <c:v>0.2985686495183578</c:v>
              </c:pt>
              <c:pt idx="701">
                <c:v>0.2980501202594156</c:v>
              </c:pt>
              <c:pt idx="702">
                <c:v>0.2975304979187419</c:v>
              </c:pt>
              <c:pt idx="703">
                <c:v>0.29700977044540733</c:v>
              </c:pt>
              <c:pt idx="704">
                <c:v>0.2964879256245031</c:v>
              </c:pt>
              <c:pt idx="705">
                <c:v>0.29596495107623483</c:v>
              </c:pt>
              <c:pt idx="706">
                <c:v>0.29544083425502765</c:v>
              </c:pt>
              <c:pt idx="707">
                <c:v>0.29491556244864303</c:v>
              </c:pt>
              <c:pt idx="708">
                <c:v>0.2943891227773071</c:v>
              </c:pt>
              <c:pt idx="709">
                <c:v>0.2938615021928519</c:v>
              </c:pt>
              <c:pt idx="710">
                <c:v>0.2933326874778684</c:v>
              </c:pt>
              <c:pt idx="711">
                <c:v>0.29280266524487375</c:v>
              </c:pt>
              <c:pt idx="712">
                <c:v>0.29227142193549044</c:v>
              </c:pt>
              <c:pt idx="713">
                <c:v>0.29173894381964083</c:v>
              </c:pt>
              <c:pt idx="714">
                <c:v>0.2912052169947543</c:v>
              </c:pt>
              <c:pt idx="715">
                <c:v>0.29067022738499054</c:v>
              </c:pt>
              <c:pt idx="716">
                <c:v>0.29013396074047626</c:v>
              </c:pt>
              <c:pt idx="717">
                <c:v>0.28959640263655834</c:v>
              </c:pt>
              <c:pt idx="718">
                <c:v>0.28905753847307214</c:v>
              </c:pt>
              <c:pt idx="719">
                <c:v>0.28851735347362645</c:v>
              </c:pt>
              <c:pt idx="720">
                <c:v>0.28797583268490445</c:v>
              </c:pt>
              <c:pt idx="721">
                <c:v>0.28743296097598203</c:v>
              </c:pt>
              <c:pt idx="722">
                <c:v>0.2868887230376637</c:v>
              </c:pt>
              <c:pt idx="723">
                <c:v>0.28634310338183566</c:v>
              </c:pt>
              <c:pt idx="724">
                <c:v>0.2857960863408379</c:v>
              </c:pt>
              <c:pt idx="725">
                <c:v>0.2852476560668545</c:v>
              </c:pt>
              <c:pt idx="726">
                <c:v>0.2846977965313232</c:v>
              </c:pt>
              <c:pt idx="727">
                <c:v>0.28414649152436494</c:v>
              </c:pt>
              <c:pt idx="728">
                <c:v>0.28359372465423255</c:v>
              </c:pt>
              <c:pt idx="729">
                <c:v>0.2830394793467812</c:v>
              </c:pt>
              <c:pt idx="730">
                <c:v>0.2824837388449585</c:v>
              </c:pt>
              <c:pt idx="731">
                <c:v>0.28192648620831695</c:v>
              </c:pt>
              <c:pt idx="732">
                <c:v>0.2813677043125481</c:v>
              </c:pt>
              <c:pt idx="733">
                <c:v>0.2808073758490386</c:v>
              </c:pt>
              <c:pt idx="734">
                <c:v>0.28024548332444976</c:v>
              </c:pt>
              <c:pt idx="735">
                <c:v>0.27968200906032004</c:v>
              </c:pt>
              <c:pt idx="736">
                <c:v>0.27911693519269154</c:v>
              </c:pt>
              <c:pt idx="737">
                <c:v>0.2785502436717606</c:v>
              </c:pt>
              <c:pt idx="738">
                <c:v>0.27798191626155366</c:v>
              </c:pt>
              <c:pt idx="739">
                <c:v>0.27741193453962765</c:v>
              </c:pt>
              <c:pt idx="740">
                <c:v>0.27684027989679727</c:v>
              </c:pt>
              <c:pt idx="741">
                <c:v>0.27626693353688775</c:v>
              </c:pt>
              <c:pt idx="742">
                <c:v>0.27569187647651494</c:v>
              </c:pt>
              <c:pt idx="743">
                <c:v>0.2751150895448923</c:v>
              </c:pt>
              <c:pt idx="744">
                <c:v>0.27453655338366667</c:v>
              </c:pt>
              <c:pt idx="745">
                <c:v>0.2739562484467815</c:v>
              </c:pt>
              <c:pt idx="746">
                <c:v>0.2733741550003699</c:v>
              </c:pt>
              <c:pt idx="747">
                <c:v>0.27279025312267646</c:v>
              </c:pt>
              <c:pt idx="748">
                <c:v>0.27220452270401013</c:v>
              </c:pt>
              <c:pt idx="749">
                <c:v>0.27161694344672654</c:v>
              </c:pt>
              <c:pt idx="750">
                <c:v>0.27102749486524264</c:v>
              </c:pt>
              <c:pt idx="751">
                <c:v>0.27043615628608225</c:v>
              </c:pt>
              <c:pt idx="752">
                <c:v>0.26984290684795453</c:v>
              </c:pt>
              <c:pt idx="753">
                <c:v>0.26924772550186504</c:v>
              </c:pt>
              <c:pt idx="754">
                <c:v>0.26865059101126015</c:v>
              </c:pt>
              <c:pt idx="755">
                <c:v>0.26805148195220607</c:v>
              </c:pt>
              <c:pt idx="756">
                <c:v>0.2674503767136018</c:v>
              </c:pt>
              <c:pt idx="757">
                <c:v>0.26684725349742794</c:v>
              </c:pt>
              <c:pt idx="758">
                <c:v>0.26624209031903096</c:v>
              </c:pt>
              <c:pt idx="759">
                <c:v>0.26563486500744393</c:v>
              </c:pt>
              <c:pt idx="760">
                <c:v>0.2650255552057447</c:v>
              </c:pt>
              <c:pt idx="761">
                <c:v>0.26441413837145117</c:v>
              </c:pt>
              <c:pt idx="762">
                <c:v>0.2638005917769549</c:v>
              </c:pt>
              <c:pt idx="763">
                <c:v>0.2631848925099946</c:v>
              </c:pt>
              <c:pt idx="764">
                <c:v>0.26256701747416733</c:v>
              </c:pt>
              <c:pt idx="765">
                <c:v>0.26194694338948155</c:v>
              </c:pt>
              <c:pt idx="766">
                <c:v>0.2613246467929502</c:v>
              </c:pt>
              <c:pt idx="767">
                <c:v>0.260700104039225</c:v>
              </c:pt>
              <c:pt idx="768">
                <c:v>0.26007329130127355</c:v>
              </c:pt>
              <c:pt idx="769">
                <c:v>0.25944418457109814</c:v>
              </c:pt>
              <c:pt idx="770">
                <c:v>0.258812759660499</c:v>
              </c:pt>
              <c:pt idx="771">
                <c:v>0.2581789922018809</c:v>
              </c:pt>
              <c:pt idx="772">
                <c:v>0.2575428576491047</c:v>
              </c:pt>
              <c:pt idx="773">
                <c:v>0.2569043312783841</c:v>
              </c:pt>
              <c:pt idx="774">
                <c:v>0.25626338818922845</c:v>
              </c:pt>
              <c:pt idx="775">
                <c:v>0.2556200033054328</c:v>
              </c:pt>
              <c:pt idx="776">
                <c:v>0.2549741513761142</c:v>
              </c:pt>
              <c:pt idx="777">
                <c:v>0.25432580697679746</c:v>
              </c:pt>
              <c:pt idx="778">
                <c:v>0.25367494451054845</c:v>
              </c:pt>
              <c:pt idx="779">
                <c:v>0.25302153820915785</c:v>
              </c:pt>
              <c:pt idx="780">
                <c:v>0.2523655621343743</c:v>
              </c:pt>
              <c:pt idx="781">
                <c:v>0.2517069901791887</c:v>
              </c:pt>
              <c:pt idx="782">
                <c:v>0.25104579606917043</c:v>
              </c:pt>
              <c:pt idx="783">
                <c:v>0.25038195336385544</c:v>
              </c:pt>
              <c:pt idx="784">
                <c:v>0.24971543545818695</c:v>
              </c:pt>
              <c:pt idx="785">
                <c:v>0.24904621558401116</c:v>
              </c:pt>
              <c:pt idx="786">
                <c:v>0.24837426681162586</c:v>
              </c:pt>
              <c:pt idx="787">
                <c:v>0.24769956205138538</c:v>
              </c:pt>
              <c:pt idx="788">
                <c:v>0.24702207405536078</c:v>
              </c:pt>
              <c:pt idx="789">
                <c:v>0.2463417754190569</c:v>
              </c:pt>
              <c:pt idx="790">
                <c:v>0.24565863858318684</c:v>
              </c:pt>
              <c:pt idx="791">
                <c:v>0.24497263583550438</c:v>
              </c:pt>
              <c:pt idx="792">
                <c:v>0.24428373931269526</c:v>
              </c:pt>
              <c:pt idx="793">
                <c:v>0.24359192100232846</c:v>
              </c:pt>
              <c:pt idx="794">
                <c:v>0.24289715274486728</c:v>
              </c:pt>
              <c:pt idx="795">
                <c:v>0.24219940623574182</c:v>
              </c:pt>
              <c:pt idx="796">
                <c:v>0.24149865302748336</c:v>
              </c:pt>
              <c:pt idx="797">
                <c:v>0.2407948645319214</c:v>
              </c:pt>
              <c:pt idx="798">
                <c:v>0.2400880120224439</c:v>
              </c:pt>
              <c:pt idx="799">
                <c:v>0.23937806663632188</c:v>
              </c:pt>
              <c:pt idx="800">
                <c:v>0.23866499937709923</c:v>
              </c:pt>
              <c:pt idx="801">
                <c:v>0.23794878111704745</c:v>
              </c:pt>
              <c:pt idx="802">
                <c:v>0.23722938259968773</c:v>
              </c:pt>
              <c:pt idx="803">
                <c:v>0.23650677444238</c:v>
              </c:pt>
              <c:pt idx="804">
                <c:v>0.23578092713897983</c:v>
              </c:pt>
              <c:pt idx="805">
                <c:v>0.23505181106256479</c:v>
              </c:pt>
              <c:pt idx="806">
                <c:v>0.23431939646822966</c:v>
              </c:pt>
              <c:pt idx="807">
                <c:v>0.23358365349595295</c:v>
              </c:pt>
              <c:pt idx="808">
                <c:v>0.23284455217353384</c:v>
              </c:pt>
              <c:pt idx="809">
                <c:v>0.23210206241960188</c:v>
              </c:pt>
              <c:pt idx="810">
                <c:v>0.23135615404669904</c:v>
              </c:pt>
              <c:pt idx="811">
                <c:v>0.23060679676443568</c:v>
              </c:pt>
              <c:pt idx="812">
                <c:v>0.22985396018272075</c:v>
              </c:pt>
              <c:pt idx="813">
                <c:v>0.2290976138150675</c:v>
              </c:pt>
              <c:pt idx="814">
                <c:v>0.2283377270819752</c:v>
              </c:pt>
              <c:pt idx="815">
                <c:v>0.2275742693143874</c:v>
              </c:pt>
              <c:pt idx="816">
                <c:v>0.22680720975722846</c:v>
              </c:pt>
              <c:pt idx="817">
                <c:v>0.22603651757301818</c:v>
              </c:pt>
              <c:pt idx="818">
                <c:v>0.2252621618455658</c:v>
              </c:pt>
              <c:pt idx="819">
                <c:v>0.22448411158374434</c:v>
              </c:pt>
              <c:pt idx="820">
                <c:v>0.2237023357253455</c:v>
              </c:pt>
              <c:pt idx="821">
                <c:v>0.22291680314101714</c:v>
              </c:pt>
              <c:pt idx="822">
                <c:v>0.2221274826382822</c:v>
              </c:pt>
              <c:pt idx="823">
                <c:v>0.22133434296564206</c:v>
              </c:pt>
              <c:pt idx="824">
                <c:v>0.2205373528167637</c:v>
              </c:pt>
              <c:pt idx="825">
                <c:v>0.21973648083475203</c:v>
              </c:pt>
              <c:pt idx="826">
                <c:v>0.21893169561650794</c:v>
              </c:pt>
              <c:pt idx="827">
                <c:v>0.21812296571717332</c:v>
              </c:pt>
              <c:pt idx="828">
                <c:v>0.2173102596546635</c:v>
              </c:pt>
              <c:pt idx="829">
                <c:v>0.2164935459142881</c:v>
              </c:pt>
              <c:pt idx="830">
                <c:v>0.21567279295346115</c:v>
              </c:pt>
              <c:pt idx="831">
                <c:v>0.21484796920650082</c:v>
              </c:pt>
              <c:pt idx="832">
                <c:v>0.21401904308952074</c:v>
              </c:pt>
              <c:pt idx="833">
                <c:v>0.21318598300541244</c:v>
              </c:pt>
              <c:pt idx="834">
                <c:v>0.21234875734892006</c:v>
              </c:pt>
              <c:pt idx="835">
                <c:v>0.21150733451180925</c:v>
              </c:pt>
              <c:pt idx="836">
                <c:v>0.21066168288812964</c:v>
              </c:pt>
              <c:pt idx="837">
                <c:v>0.20981177087957198</c:v>
              </c:pt>
              <c:pt idx="838">
                <c:v>0.20895756690092182</c:v>
              </c:pt>
              <c:pt idx="839">
                <c:v>0.20809903938560934</c:v>
              </c:pt>
              <c:pt idx="840">
                <c:v>0.20723615679135643</c:v>
              </c:pt>
              <c:pt idx="841">
                <c:v>0.20636888760592254</c:v>
              </c:pt>
              <c:pt idx="842">
                <c:v>0.20549720035294933</c:v>
              </c:pt>
              <c:pt idx="843">
                <c:v>0.20462106359790494</c:v>
              </c:pt>
              <c:pt idx="844">
                <c:v>0.2037404459541293</c:v>
              </c:pt>
              <c:pt idx="845">
                <c:v>0.20285531608898094</c:v>
              </c:pt>
              <c:pt idx="846">
                <c:v>0.2019656427300857</c:v>
              </c:pt>
              <c:pt idx="847">
                <c:v>0.20107139467168894</c:v>
              </c:pt>
              <c:pt idx="848">
                <c:v>0.20017254078111169</c:v>
              </c:pt>
              <c:pt idx="849">
                <c:v>0.19926905000531098</c:v>
              </c:pt>
              <c:pt idx="850">
                <c:v>0.19836089137754626</c:v>
              </c:pt>
              <c:pt idx="851">
                <c:v>0.19744803402415168</c:v>
              </c:pt>
              <c:pt idx="852">
                <c:v>0.19653044717141585</c:v>
              </c:pt>
              <c:pt idx="853">
                <c:v>0.195608100152569</c:v>
              </c:pt>
              <c:pt idx="854">
                <c:v>0.19468096241487914</c:v>
              </c:pt>
              <c:pt idx="855">
                <c:v>0.1937490035268573</c:v>
              </c:pt>
              <c:pt idx="856">
                <c:v>0.19281219318557347</c:v>
              </c:pt>
              <c:pt idx="857">
                <c:v>0.19187050122408278</c:v>
              </c:pt>
              <c:pt idx="858">
                <c:v>0.19092389761896422</c:v>
              </c:pt>
              <c:pt idx="859">
                <c:v>0.18997235249797073</c:v>
              </c:pt>
              <c:pt idx="860">
                <c:v>0.18901583614779405</c:v>
              </c:pt>
              <c:pt idx="861">
                <c:v>0.18805431902194164</c:v>
              </c:pt>
              <c:pt idx="862">
                <c:v>0.18708777174873037</c:v>
              </c:pt>
              <c:pt idx="863">
                <c:v>0.18611616513939339</c:v>
              </c:pt>
              <c:pt idx="864">
                <c:v>0.18513947019630575</c:v>
              </c:pt>
              <c:pt idx="865">
                <c:v>0.18415765812132412</c:v>
              </c:pt>
              <c:pt idx="866">
                <c:v>0.18317070032424673</c:v>
              </c:pt>
              <c:pt idx="867">
                <c:v>0.1821785684313895</c:v>
              </c:pt>
              <c:pt idx="868">
                <c:v>0.18118123429428262</c:v>
              </c:pt>
              <c:pt idx="869">
                <c:v>0.18017866999848636</c:v>
              </c:pt>
              <c:pt idx="870">
                <c:v>0.17917084787252668</c:v>
              </c:pt>
              <c:pt idx="871">
                <c:v>0.17815774049695304</c:v>
              </c:pt>
              <c:pt idx="872">
                <c:v>0.17713932071351696</c:v>
              </c:pt>
              <c:pt idx="873">
                <c:v>0.17611556163447367</c:v>
              </c:pt>
              <c:pt idx="874">
                <c:v>0.1750864366520063</c:v>
              </c:pt>
              <c:pt idx="875">
                <c:v>0.17405191944777418</c:v>
              </c:pt>
              <c:pt idx="876">
                <c:v>0.17301198400258513</c:v>
              </c:pt>
              <c:pt idx="877">
                <c:v>0.17196660460619295</c:v>
              </c:pt>
              <c:pt idx="878">
                <c:v>0.17091575586722024</c:v>
              </c:pt>
              <c:pt idx="879">
                <c:v>0.16985941272320793</c:v>
              </c:pt>
              <c:pt idx="880">
                <c:v>0.16879755045079053</c:v>
              </c:pt>
              <c:pt idx="881">
                <c:v>0.16773014467600011</c:v>
              </c:pt>
              <c:pt idx="882">
                <c:v>0.16665717138469688</c:v>
              </c:pt>
              <c:pt idx="883">
                <c:v>0.16557860693312954</c:v>
              </c:pt>
              <c:pt idx="884">
                <c:v>0.1644944280586231</c:v>
              </c:pt>
              <c:pt idx="885">
                <c:v>0.16340461189039818</c:v>
              </c:pt>
              <c:pt idx="886">
                <c:v>0.16230913596051844</c:v>
              </c:pt>
              <c:pt idx="887">
                <c:v>0.1612079782149704</c:v>
              </c:pt>
              <c:pt idx="888">
                <c:v>0.16010111702487295</c:v>
              </c:pt>
              <c:pt idx="889">
                <c:v>0.15898853119781947</c:v>
              </c:pt>
              <c:pt idx="890">
                <c:v>0.15787019998935137</c:v>
              </c:pt>
              <c:pt idx="891">
                <c:v>0.1567461031145646</c:v>
              </c:pt>
              <c:pt idx="892">
                <c:v>0.15561622075984888</c:v>
              </c:pt>
              <c:pt idx="893">
                <c:v>0.1544805335947605</c:v>
              </c:pt>
              <c:pt idx="894">
                <c:v>0.15333902278402864</c:v>
              </c:pt>
              <c:pt idx="895">
                <c:v>0.15219166999969666</c:v>
              </c:pt>
              <c:pt idx="896">
                <c:v>0.15103845743339678</c:v>
              </c:pt>
              <c:pt idx="897">
                <c:v>0.14987936780876138</c:v>
              </c:pt>
              <c:pt idx="898">
                <c:v>0.14871438439396775</c:v>
              </c:pt>
              <c:pt idx="899">
                <c:v>0.14754349101442035</c:v>
              </c:pt>
              <c:pt idx="900">
                <c:v>0.14636667206556786</c:v>
              </c:pt>
              <c:pt idx="901">
                <c:v>0.14518391252585683</c:v>
              </c:pt>
              <c:pt idx="902">
                <c:v>0.14399519796982208</c:v>
              </c:pt>
              <c:pt idx="903">
                <c:v>0.14280051458131393</c:v>
              </c:pt>
              <c:pt idx="904">
                <c:v>0.14159984916686252</c:v>
              </c:pt>
              <c:pt idx="905">
                <c:v>0.14039318916917912</c:v>
              </c:pt>
              <c:pt idx="906">
                <c:v>0.13918052268079578</c:v>
              </c:pt>
              <c:pt idx="907">
                <c:v>0.13796183845784155</c:v>
              </c:pt>
              <c:pt idx="908">
                <c:v>0.1367371259339582</c:v>
              </c:pt>
              <c:pt idx="909">
                <c:v>0.13550637523435213</c:v>
              </c:pt>
              <c:pt idx="910">
                <c:v>0.13426957718998628</c:v>
              </c:pt>
              <c:pt idx="911">
                <c:v>0.13302672335190877</c:v>
              </c:pt>
              <c:pt idx="912">
                <c:v>0.13177780600572137</c:v>
              </c:pt>
              <c:pt idx="913">
                <c:v>0.1305228181861851</c:v>
              </c:pt>
              <c:pt idx="914">
                <c:v>0.12926175369196558</c:v>
              </c:pt>
              <c:pt idx="915">
                <c:v>0.12799460710051544</c:v>
              </c:pt>
              <c:pt idx="916">
                <c:v>0.1267213737830973</c:v>
              </c:pt>
              <c:pt idx="917">
                <c:v>0.12544204991994262</c:v>
              </c:pt>
              <c:pt idx="918">
                <c:v>0.12415663251555181</c:v>
              </c:pt>
              <c:pt idx="919">
                <c:v>0.12286511941413014</c:v>
              </c:pt>
              <c:pt idx="920">
                <c:v>0.12156750931516416</c:v>
              </c:pt>
              <c:pt idx="921">
                <c:v>0.1202638017891342</c:v>
              </c:pt>
              <c:pt idx="922">
                <c:v>0.11895399729336675</c:v>
              </c:pt>
              <c:pt idx="923">
                <c:v>0.11763809718802325</c:v>
              </c:pt>
              <c:pt idx="924">
                <c:v>0.11631610375222742</c:v>
              </c:pt>
              <c:pt idx="925">
                <c:v>0.11498802020032921</c:v>
              </c:pt>
              <c:pt idx="926">
                <c:v>0.11365385069830683</c:v>
              </c:pt>
              <c:pt idx="927">
                <c:v>0.11231360038030445</c:v>
              </c:pt>
              <c:pt idx="928">
                <c:v>0.11096727536530776</c:v>
              </c:pt>
              <c:pt idx="929">
                <c:v>0.10961488277395412</c:v>
              </c:pt>
              <c:pt idx="930">
                <c:v>0.10825643074548055</c:v>
              </c:pt>
              <c:pt idx="931">
                <c:v>0.106891928454805</c:v>
              </c:pt>
              <c:pt idx="932">
                <c:v>0.10552138612974436</c:v>
              </c:pt>
              <c:pt idx="933">
                <c:v>0.10414481506836568</c:v>
              </c:pt>
              <c:pt idx="934">
                <c:v>0.1027622276564723</c:v>
              </c:pt>
              <c:pt idx="935">
                <c:v>0.10137363738522312</c:v>
              </c:pt>
              <c:pt idx="936">
                <c:v>0.0999790588688847</c:v>
              </c:pt>
              <c:pt idx="937">
                <c:v>0.09857850786271607</c:v>
              </c:pt>
              <c:pt idx="938">
                <c:v>0.09717200128098448</c:v>
              </c:pt>
              <c:pt idx="939">
                <c:v>0.09575955721511357</c:v>
              </c:pt>
              <c:pt idx="940">
                <c:v>0.09434119495196014</c:v>
              </c:pt>
              <c:pt idx="941">
                <c:v>0.09291693499222248</c:v>
              </c:pt>
              <c:pt idx="942">
                <c:v>0.0914867990689754</c:v>
              </c:pt>
              <c:pt idx="943">
                <c:v>0.09005081016633587</c:v>
              </c:pt>
              <c:pt idx="944">
                <c:v>0.08860899253825302</c:v>
              </c:pt>
              <c:pt idx="945">
                <c:v>0.08716137172742747</c:v>
              </c:pt>
              <c:pt idx="946">
                <c:v>0.08570797458435327</c:v>
              </c:pt>
              <c:pt idx="947">
                <c:v>0.08424882928648697</c:v>
              </c:pt>
              <c:pt idx="948">
                <c:v>0.08278396535753751</c:v>
              </c:pt>
              <c:pt idx="949">
                <c:v>0.08131341368688158</c:v>
              </c:pt>
              <c:pt idx="950">
                <c:v>0.07983720654909726</c:v>
              </c:pt>
              <c:pt idx="951">
                <c:v>0.07835537762362074</c:v>
              </c:pt>
              <c:pt idx="952">
                <c:v>0.07686796201452005</c:v>
              </c:pt>
              <c:pt idx="953">
                <c:v>0.07537499627038848</c:v>
              </c:pt>
              <c:pt idx="954">
                <c:v>0.07387651840435314</c:v>
              </c:pt>
              <c:pt idx="955">
                <c:v>0.0723725679142006</c:v>
              </c:pt>
              <c:pt idx="956">
                <c:v>0.07086318580261478</c:v>
              </c:pt>
              <c:pt idx="957">
                <c:v>0.06934841459753005</c:v>
              </c:pt>
              <c:pt idx="958">
                <c:v>0.06782829837259301</c:v>
              </c:pt>
              <c:pt idx="959">
                <c:v>0.06630288276773658</c:v>
              </c:pt>
              <c:pt idx="960">
                <c:v>0.06477221500986094</c:v>
              </c:pt>
              <c:pt idx="961">
                <c:v>0.06323634393362176</c:v>
              </c:pt>
              <c:pt idx="962">
                <c:v>0.061695320002324784</c:v>
              </c:pt>
              <c:pt idx="963">
                <c:v>0.0601491953289221</c:v>
              </c:pt>
              <c:pt idx="964">
                <c:v>0.05859802369711263</c:v>
              </c:pt>
              <c:pt idx="965">
                <c:v>0.05704186058254054</c:v>
              </c:pt>
              <c:pt idx="966">
                <c:v>0.055480763174094824</c:v>
              </c:pt>
              <c:pt idx="967">
                <c:v>0.05391479039530263</c:v>
              </c:pt>
              <c:pt idx="968">
                <c:v>0.05234400292582014</c:v>
              </c:pt>
              <c:pt idx="969">
                <c:v>0.05076846322301398</c:v>
              </c:pt>
              <c:pt idx="970">
                <c:v>0.049188235543635425</c:v>
              </c:pt>
              <c:pt idx="971">
                <c:v>0.0476033859655819</c:v>
              </c:pt>
              <c:pt idx="972">
                <c:v>0.046013982409746274</c:v>
              </c:pt>
              <c:pt idx="973">
                <c:v>0.04442009466195062</c:v>
              </c:pt>
              <c:pt idx="974">
                <c:v>0.042821794394961366</c:v>
              </c:pt>
              <c:pt idx="975">
                <c:v>0.04121915519058683</c:v>
              </c:pt>
              <c:pt idx="976">
                <c:v>0.03961225256185001</c:v>
              </c:pt>
              <c:pt idx="977">
                <c:v>0.03800116397523941</c:v>
              </c:pt>
              <c:pt idx="978">
                <c:v>0.036385968873030666</c:v>
              </c:pt>
              <c:pt idx="979">
                <c:v>0.034766748695681325</c:v>
              </c:pt>
              <c:pt idx="980">
                <c:v>0.03314358690429107</c:v>
              </c:pt>
              <c:pt idx="981">
                <c:v>0.03151656900313017</c:v>
              </c:pt>
              <c:pt idx="982">
                <c:v>0.029885782562228493</c:v>
              </c:pt>
              <c:pt idx="983">
                <c:v>0.028251317240026896</c:v>
              </c:pt>
              <c:pt idx="984">
                <c:v>0.026613264806083756</c:v>
              </c:pt>
              <c:pt idx="985">
                <c:v>0.024971719163838897</c:v>
              </c:pt>
              <c:pt idx="986">
                <c:v>0.023326776373426367</c:v>
              </c:pt>
              <c:pt idx="987">
                <c:v>0.02167853467453871</c:v>
              </c:pt>
              <c:pt idx="988">
                <c:v>0.020027094509334743</c:v>
              </c:pt>
              <c:pt idx="989">
                <c:v>0.018372558545392263</c:v>
              </c:pt>
              <c:pt idx="990">
                <c:v>0.016715031698698223</c:v>
              </c:pt>
              <c:pt idx="991">
                <c:v>0.015054621156677443</c:v>
              </c:pt>
              <c:pt idx="992">
                <c:v>0.013391436401252503</c:v>
              </c:pt>
              <c:pt idx="993">
                <c:v>0.011725589231935458</c:v>
              </c:pt>
              <c:pt idx="994">
                <c:v>0.010057193788944045</c:v>
              </c:pt>
              <c:pt idx="995">
                <c:v>0.008386366576342718</c:v>
              </c:pt>
              <c:pt idx="996">
                <c:v>0.006713226485201656</c:v>
              </c:pt>
              <c:pt idx="997">
                <c:v>0.005037894816772826</c:v>
              </c:pt>
              <c:pt idx="998">
                <c:v>0.003360495305677131</c:v>
              </c:pt>
              <c:pt idx="999">
                <c:v>0.0016811541431018366</c:v>
              </c:pt>
              <c:pt idx="1000">
                <c:v>2.145701538353918E-19</c:v>
              </c:pt>
            </c:numLit>
          </c:yVal>
        </c:ser>
        <c:ser>
          <c:idx val="1"/>
          <c:order val="1"/>
          <c:tx>
            <c:v>Phase 0.25</c:v>
          </c:tx>
          <c:spPr>
            <a:ln xmlns:a="http://schemas.openxmlformats.org/drawingml/2006/main" w="23813">
              <a:solidFill>
                <a:srgbClr val="D57A19"/>
              </a:solidFill>
            </a:ln>
          </c:spPr>
          <c:marker>
            <c:symbol val="none"/>
          </c:marker>
          <c:xVal>
            <c:numLit>
              <c:formatCode>General</c:formatCode>
              <c:ptCount val="1001"/>
              <c:pt idx="0">
                <c:v>0</c:v>
              </c:pt>
              <c:pt idx="1">
                <c:v>0.001</c:v>
              </c:pt>
              <c:pt idx="2">
                <c:v>0.002</c:v>
              </c:pt>
              <c:pt idx="3">
                <c:v>0.003</c:v>
              </c:pt>
              <c:pt idx="4">
                <c:v>0.004</c:v>
              </c:pt>
              <c:pt idx="5">
                <c:v>0.005</c:v>
              </c:pt>
              <c:pt idx="6">
                <c:v>0.006</c:v>
              </c:pt>
              <c:pt idx="7">
                <c:v>0.007000000000000001</c:v>
              </c:pt>
              <c:pt idx="8">
                <c:v>0.008</c:v>
              </c:pt>
              <c:pt idx="9">
                <c:v>0.009000000000000001</c:v>
              </c:pt>
              <c:pt idx="10">
                <c:v>0.01</c:v>
              </c:pt>
              <c:pt idx="11">
                <c:v>0.011</c:v>
              </c:pt>
              <c:pt idx="12">
                <c:v>0.012</c:v>
              </c:pt>
              <c:pt idx="13">
                <c:v>0.013000000000000001</c:v>
              </c:pt>
              <c:pt idx="14">
                <c:v>0.014000000000000002</c:v>
              </c:pt>
              <c:pt idx="15">
                <c:v>0.014999999999999998</c:v>
              </c:pt>
              <c:pt idx="16">
                <c:v>0.016</c:v>
              </c:pt>
              <c:pt idx="17">
                <c:v>0.017</c:v>
              </c:pt>
              <c:pt idx="18">
                <c:v>0.018000000000000002</c:v>
              </c:pt>
              <c:pt idx="19">
                <c:v>0.019</c:v>
              </c:pt>
              <c:pt idx="20">
                <c:v>0.02</c:v>
              </c:pt>
              <c:pt idx="21">
                <c:v>0.021</c:v>
              </c:pt>
              <c:pt idx="22">
                <c:v>0.022</c:v>
              </c:pt>
              <c:pt idx="23">
                <c:v>0.023</c:v>
              </c:pt>
              <c:pt idx="24">
                <c:v>0.024</c:v>
              </c:pt>
              <c:pt idx="25">
                <c:v>0.025</c:v>
              </c:pt>
              <c:pt idx="26">
                <c:v>0.026000000000000002</c:v>
              </c:pt>
              <c:pt idx="27">
                <c:v>0.027</c:v>
              </c:pt>
              <c:pt idx="28">
                <c:v>0.028000000000000004</c:v>
              </c:pt>
              <c:pt idx="29">
                <c:v>0.028999999999999998</c:v>
              </c:pt>
              <c:pt idx="30">
                <c:v>0.029999999999999995</c:v>
              </c:pt>
              <c:pt idx="31">
                <c:v>0.031</c:v>
              </c:pt>
              <c:pt idx="32">
                <c:v>0.032</c:v>
              </c:pt>
              <c:pt idx="33">
                <c:v>0.033</c:v>
              </c:pt>
              <c:pt idx="34">
                <c:v>0.034</c:v>
              </c:pt>
              <c:pt idx="35">
                <c:v>0.035</c:v>
              </c:pt>
              <c:pt idx="36">
                <c:v>0.036000000000000004</c:v>
              </c:pt>
              <c:pt idx="37">
                <c:v>0.037</c:v>
              </c:pt>
              <c:pt idx="38">
                <c:v>0.038</c:v>
              </c:pt>
              <c:pt idx="39">
                <c:v>0.039</c:v>
              </c:pt>
              <c:pt idx="40">
                <c:v>0.04</c:v>
              </c:pt>
              <c:pt idx="41">
                <c:v>0.041</c:v>
              </c:pt>
              <c:pt idx="42">
                <c:v>0.042</c:v>
              </c:pt>
              <c:pt idx="43">
                <c:v>0.043000000000000003</c:v>
              </c:pt>
              <c:pt idx="44">
                <c:v>0.044</c:v>
              </c:pt>
              <c:pt idx="45">
                <c:v>0.045</c:v>
              </c:pt>
              <c:pt idx="46">
                <c:v>0.046</c:v>
              </c:pt>
              <c:pt idx="47">
                <c:v>0.047</c:v>
              </c:pt>
              <c:pt idx="48">
                <c:v>0.048</c:v>
              </c:pt>
              <c:pt idx="49">
                <c:v>0.048999999999999995</c:v>
              </c:pt>
              <c:pt idx="50">
                <c:v>0.05</c:v>
              </c:pt>
              <c:pt idx="51">
                <c:v>0.051000000000000004</c:v>
              </c:pt>
              <c:pt idx="52">
                <c:v>0.052000000000000005</c:v>
              </c:pt>
              <c:pt idx="53">
                <c:v>0.053</c:v>
              </c:pt>
              <c:pt idx="54">
                <c:v>0.054</c:v>
              </c:pt>
              <c:pt idx="55">
                <c:v>0.055</c:v>
              </c:pt>
              <c:pt idx="56">
                <c:v>0.05600000000000001</c:v>
              </c:pt>
              <c:pt idx="57">
                <c:v>0.05700000000000001</c:v>
              </c:pt>
              <c:pt idx="58">
                <c:v>0.057999999999999996</c:v>
              </c:pt>
              <c:pt idx="59">
                <c:v>0.059000000000000004</c:v>
              </c:pt>
              <c:pt idx="60">
                <c:v>0.05999999999999999</c:v>
              </c:pt>
              <c:pt idx="61">
                <c:v>0.061</c:v>
              </c:pt>
              <c:pt idx="62">
                <c:v>0.062</c:v>
              </c:pt>
              <c:pt idx="63">
                <c:v>0.063</c:v>
              </c:pt>
              <c:pt idx="64">
                <c:v>0.064</c:v>
              </c:pt>
              <c:pt idx="65">
                <c:v>0.065</c:v>
              </c:pt>
              <c:pt idx="66">
                <c:v>0.066</c:v>
              </c:pt>
              <c:pt idx="67">
                <c:v>0.067</c:v>
              </c:pt>
              <c:pt idx="68">
                <c:v>0.068</c:v>
              </c:pt>
              <c:pt idx="69">
                <c:v>0.069</c:v>
              </c:pt>
              <c:pt idx="70">
                <c:v>0.07</c:v>
              </c:pt>
              <c:pt idx="71">
                <c:v>0.07100000000000001</c:v>
              </c:pt>
              <c:pt idx="72">
                <c:v>0.07200000000000001</c:v>
              </c:pt>
              <c:pt idx="73">
                <c:v>0.073</c:v>
              </c:pt>
              <c:pt idx="74">
                <c:v>0.074</c:v>
              </c:pt>
              <c:pt idx="75">
                <c:v>0.075</c:v>
              </c:pt>
              <c:pt idx="76">
                <c:v>0.076</c:v>
              </c:pt>
              <c:pt idx="77">
                <c:v>0.077</c:v>
              </c:pt>
              <c:pt idx="78">
                <c:v>0.078</c:v>
              </c:pt>
              <c:pt idx="79">
                <c:v>0.079</c:v>
              </c:pt>
              <c:pt idx="80">
                <c:v>0.08</c:v>
              </c:pt>
              <c:pt idx="81">
                <c:v>0.081</c:v>
              </c:pt>
              <c:pt idx="82">
                <c:v>0.082</c:v>
              </c:pt>
              <c:pt idx="83">
                <c:v>0.083</c:v>
              </c:pt>
              <c:pt idx="84">
                <c:v>0.084</c:v>
              </c:pt>
              <c:pt idx="85">
                <c:v>0.085</c:v>
              </c:pt>
              <c:pt idx="86">
                <c:v>0.08600000000000001</c:v>
              </c:pt>
              <c:pt idx="87">
                <c:v>0.08700000000000001</c:v>
              </c:pt>
              <c:pt idx="88">
                <c:v>0.088</c:v>
              </c:pt>
              <c:pt idx="89">
                <c:v>0.089</c:v>
              </c:pt>
              <c:pt idx="90">
                <c:v>0.09</c:v>
              </c:pt>
              <c:pt idx="91">
                <c:v>0.091</c:v>
              </c:pt>
              <c:pt idx="92">
                <c:v>0.092</c:v>
              </c:pt>
              <c:pt idx="93">
                <c:v>0.093</c:v>
              </c:pt>
              <c:pt idx="94">
                <c:v>0.094</c:v>
              </c:pt>
              <c:pt idx="95">
                <c:v>0.095</c:v>
              </c:pt>
              <c:pt idx="96">
                <c:v>0.096</c:v>
              </c:pt>
              <c:pt idx="97">
                <c:v>0.097</c:v>
              </c:pt>
              <c:pt idx="98">
                <c:v>0.09799999999999999</c:v>
              </c:pt>
              <c:pt idx="99">
                <c:v>0.09899999999999999</c:v>
              </c:pt>
              <c:pt idx="100">
                <c:v>0.1</c:v>
              </c:pt>
              <c:pt idx="101">
                <c:v>0.101</c:v>
              </c:pt>
              <c:pt idx="102">
                <c:v>0.10200000000000001</c:v>
              </c:pt>
              <c:pt idx="103">
                <c:v>0.10300000000000001</c:v>
              </c:pt>
              <c:pt idx="104">
                <c:v>0.10400000000000001</c:v>
              </c:pt>
              <c:pt idx="105">
                <c:v>0.105</c:v>
              </c:pt>
              <c:pt idx="106">
                <c:v>0.106</c:v>
              </c:pt>
              <c:pt idx="107">
                <c:v>0.107</c:v>
              </c:pt>
              <c:pt idx="108">
                <c:v>0.108</c:v>
              </c:pt>
              <c:pt idx="109">
                <c:v>0.109</c:v>
              </c:pt>
              <c:pt idx="110">
                <c:v>0.11</c:v>
              </c:pt>
              <c:pt idx="111">
                <c:v>0.111</c:v>
              </c:pt>
              <c:pt idx="112">
                <c:v>0.11200000000000002</c:v>
              </c:pt>
              <c:pt idx="113">
                <c:v>0.11300000000000002</c:v>
              </c:pt>
              <c:pt idx="114">
                <c:v>0.11400000000000002</c:v>
              </c:pt>
              <c:pt idx="115">
                <c:v>0.11499999999999999</c:v>
              </c:pt>
              <c:pt idx="116">
                <c:v>0.11599999999999999</c:v>
              </c:pt>
              <c:pt idx="117">
                <c:v>0.117</c:v>
              </c:pt>
              <c:pt idx="118">
                <c:v>0.11800000000000001</c:v>
              </c:pt>
              <c:pt idx="119">
                <c:v>0.11900000000000001</c:v>
              </c:pt>
              <c:pt idx="120">
                <c:v>0.11999999999999998</c:v>
              </c:pt>
              <c:pt idx="121">
                <c:v>0.121</c:v>
              </c:pt>
              <c:pt idx="122">
                <c:v>0.122</c:v>
              </c:pt>
              <c:pt idx="123">
                <c:v>0.123</c:v>
              </c:pt>
              <c:pt idx="124">
                <c:v>0.124</c:v>
              </c:pt>
              <c:pt idx="125">
                <c:v>0.125</c:v>
              </c:pt>
              <c:pt idx="126">
                <c:v>0.126</c:v>
              </c:pt>
              <c:pt idx="127">
                <c:v>0.127</c:v>
              </c:pt>
              <c:pt idx="128">
                <c:v>0.128</c:v>
              </c:pt>
              <c:pt idx="129">
                <c:v>0.129</c:v>
              </c:pt>
              <c:pt idx="130">
                <c:v>0.13</c:v>
              </c:pt>
              <c:pt idx="131">
                <c:v>0.131</c:v>
              </c:pt>
              <c:pt idx="132">
                <c:v>0.132</c:v>
              </c:pt>
              <c:pt idx="133">
                <c:v>0.133</c:v>
              </c:pt>
              <c:pt idx="134">
                <c:v>0.134</c:v>
              </c:pt>
              <c:pt idx="135">
                <c:v>0.135</c:v>
              </c:pt>
              <c:pt idx="136">
                <c:v>0.136</c:v>
              </c:pt>
              <c:pt idx="137">
                <c:v>0.137</c:v>
              </c:pt>
              <c:pt idx="138">
                <c:v>0.138</c:v>
              </c:pt>
              <c:pt idx="139">
                <c:v>0.139</c:v>
              </c:pt>
              <c:pt idx="140">
                <c:v>0.14</c:v>
              </c:pt>
              <c:pt idx="141">
                <c:v>0.14100000000000001</c:v>
              </c:pt>
              <c:pt idx="142">
                <c:v>0.14200000000000002</c:v>
              </c:pt>
              <c:pt idx="143">
                <c:v>0.14300000000000002</c:v>
              </c:pt>
              <c:pt idx="144">
                <c:v>0.14400000000000002</c:v>
              </c:pt>
              <c:pt idx="145">
                <c:v>0.145</c:v>
              </c:pt>
              <c:pt idx="146">
                <c:v>0.146</c:v>
              </c:pt>
              <c:pt idx="147">
                <c:v>0.147</c:v>
              </c:pt>
              <c:pt idx="148">
                <c:v>0.148</c:v>
              </c:pt>
              <c:pt idx="149">
                <c:v>0.149</c:v>
              </c:pt>
              <c:pt idx="150">
                <c:v>0.15</c:v>
              </c:pt>
              <c:pt idx="151">
                <c:v>0.151</c:v>
              </c:pt>
              <c:pt idx="152">
                <c:v>0.152</c:v>
              </c:pt>
              <c:pt idx="153">
                <c:v>0.153</c:v>
              </c:pt>
              <c:pt idx="154">
                <c:v>0.154</c:v>
              </c:pt>
              <c:pt idx="155">
                <c:v>0.155</c:v>
              </c:pt>
              <c:pt idx="156">
                <c:v>0.156</c:v>
              </c:pt>
              <c:pt idx="157">
                <c:v>0.157</c:v>
              </c:pt>
              <c:pt idx="158">
                <c:v>0.158</c:v>
              </c:pt>
              <c:pt idx="159">
                <c:v>0.159</c:v>
              </c:pt>
              <c:pt idx="160">
                <c:v>0.16</c:v>
              </c:pt>
              <c:pt idx="161">
                <c:v>0.161</c:v>
              </c:pt>
              <c:pt idx="162">
                <c:v>0.162</c:v>
              </c:pt>
              <c:pt idx="163">
                <c:v>0.163</c:v>
              </c:pt>
              <c:pt idx="164">
                <c:v>0.164</c:v>
              </c:pt>
              <c:pt idx="165">
                <c:v>0.165</c:v>
              </c:pt>
              <c:pt idx="166">
                <c:v>0.166</c:v>
              </c:pt>
              <c:pt idx="167">
                <c:v>0.167</c:v>
              </c:pt>
              <c:pt idx="168">
                <c:v>0.168</c:v>
              </c:pt>
              <c:pt idx="169">
                <c:v>0.169</c:v>
              </c:pt>
              <c:pt idx="170">
                <c:v>0.17</c:v>
              </c:pt>
              <c:pt idx="171">
                <c:v>0.171</c:v>
              </c:pt>
              <c:pt idx="172">
                <c:v>0.17200000000000001</c:v>
              </c:pt>
              <c:pt idx="173">
                <c:v>0.17300000000000001</c:v>
              </c:pt>
              <c:pt idx="174">
                <c:v>0.17400000000000002</c:v>
              </c:pt>
              <c:pt idx="175">
                <c:v>0.17500000000000002</c:v>
              </c:pt>
              <c:pt idx="176">
                <c:v>0.176</c:v>
              </c:pt>
              <c:pt idx="177">
                <c:v>0.177</c:v>
              </c:pt>
              <c:pt idx="178">
                <c:v>0.178</c:v>
              </c:pt>
              <c:pt idx="179">
                <c:v>0.179</c:v>
              </c:pt>
              <c:pt idx="180">
                <c:v>0.18</c:v>
              </c:pt>
              <c:pt idx="181">
                <c:v>0.181</c:v>
              </c:pt>
              <c:pt idx="182">
                <c:v>0.182</c:v>
              </c:pt>
              <c:pt idx="183">
                <c:v>0.183</c:v>
              </c:pt>
              <c:pt idx="184">
                <c:v>0.184</c:v>
              </c:pt>
              <c:pt idx="185">
                <c:v>0.185</c:v>
              </c:pt>
              <c:pt idx="186">
                <c:v>0.186</c:v>
              </c:pt>
              <c:pt idx="187">
                <c:v>0.187</c:v>
              </c:pt>
              <c:pt idx="188">
                <c:v>0.188</c:v>
              </c:pt>
              <c:pt idx="189">
                <c:v>0.189</c:v>
              </c:pt>
              <c:pt idx="190">
                <c:v>0.19</c:v>
              </c:pt>
              <c:pt idx="191">
                <c:v>0.191</c:v>
              </c:pt>
              <c:pt idx="192">
                <c:v>0.192</c:v>
              </c:pt>
              <c:pt idx="193">
                <c:v>0.193</c:v>
              </c:pt>
              <c:pt idx="194">
                <c:v>0.194</c:v>
              </c:pt>
              <c:pt idx="195">
                <c:v>0.195</c:v>
              </c:pt>
              <c:pt idx="196">
                <c:v>0.19599999999999998</c:v>
              </c:pt>
              <c:pt idx="197">
                <c:v>0.19699999999999998</c:v>
              </c:pt>
              <c:pt idx="198">
                <c:v>0.19799999999999998</c:v>
              </c:pt>
              <c:pt idx="199">
                <c:v>0.199</c:v>
              </c:pt>
              <c:pt idx="200">
                <c:v>0.2</c:v>
              </c:pt>
              <c:pt idx="201">
                <c:v>0.201</c:v>
              </c:pt>
              <c:pt idx="202">
                <c:v>0.202</c:v>
              </c:pt>
              <c:pt idx="203">
                <c:v>0.203</c:v>
              </c:pt>
              <c:pt idx="204">
                <c:v>0.20400000000000001</c:v>
              </c:pt>
              <c:pt idx="205">
                <c:v>0.20500000000000002</c:v>
              </c:pt>
              <c:pt idx="206">
                <c:v>0.20600000000000002</c:v>
              </c:pt>
              <c:pt idx="207">
                <c:v>0.20700000000000002</c:v>
              </c:pt>
              <c:pt idx="208">
                <c:v>0.20800000000000002</c:v>
              </c:pt>
              <c:pt idx="209">
                <c:v>0.209</c:v>
              </c:pt>
              <c:pt idx="210">
                <c:v>0.21</c:v>
              </c:pt>
              <c:pt idx="211">
                <c:v>0.211</c:v>
              </c:pt>
              <c:pt idx="212">
                <c:v>0.212</c:v>
              </c:pt>
              <c:pt idx="213">
                <c:v>0.213</c:v>
              </c:pt>
              <c:pt idx="214">
                <c:v>0.214</c:v>
              </c:pt>
              <c:pt idx="215">
                <c:v>0.215</c:v>
              </c:pt>
              <c:pt idx="216">
                <c:v>0.216</c:v>
              </c:pt>
              <c:pt idx="217">
                <c:v>0.217</c:v>
              </c:pt>
              <c:pt idx="218">
                <c:v>0.218</c:v>
              </c:pt>
              <c:pt idx="219">
                <c:v>0.219</c:v>
              </c:pt>
              <c:pt idx="220">
                <c:v>0.22</c:v>
              </c:pt>
              <c:pt idx="221">
                <c:v>0.221</c:v>
              </c:pt>
              <c:pt idx="222">
                <c:v>0.222</c:v>
              </c:pt>
              <c:pt idx="223">
                <c:v>0.223</c:v>
              </c:pt>
              <c:pt idx="224">
                <c:v>0.22400000000000003</c:v>
              </c:pt>
              <c:pt idx="225">
                <c:v>0.22500000000000003</c:v>
              </c:pt>
              <c:pt idx="226">
                <c:v>0.22600000000000003</c:v>
              </c:pt>
              <c:pt idx="227">
                <c:v>0.22700000000000004</c:v>
              </c:pt>
              <c:pt idx="228">
                <c:v>0.22800000000000004</c:v>
              </c:pt>
              <c:pt idx="229">
                <c:v>0.22899999999999998</c:v>
              </c:pt>
              <c:pt idx="230">
                <c:v>0.22999999999999998</c:v>
              </c:pt>
              <c:pt idx="231">
                <c:v>0.23099999999999998</c:v>
              </c:pt>
              <c:pt idx="232">
                <c:v>0.23199999999999998</c:v>
              </c:pt>
              <c:pt idx="233">
                <c:v>0.233</c:v>
              </c:pt>
              <c:pt idx="234">
                <c:v>0.234</c:v>
              </c:pt>
              <c:pt idx="235">
                <c:v>0.23500000000000001</c:v>
              </c:pt>
              <c:pt idx="236">
                <c:v>0.23600000000000002</c:v>
              </c:pt>
              <c:pt idx="237">
                <c:v>0.23700000000000002</c:v>
              </c:pt>
              <c:pt idx="238">
                <c:v>0.23800000000000002</c:v>
              </c:pt>
              <c:pt idx="239">
                <c:v>0.23900000000000002</c:v>
              </c:pt>
              <c:pt idx="240">
                <c:v>0.23999999999999996</c:v>
              </c:pt>
              <c:pt idx="241">
                <c:v>0.24099999999999996</c:v>
              </c:pt>
              <c:pt idx="242">
                <c:v>0.242</c:v>
              </c:pt>
              <c:pt idx="243">
                <c:v>0.243</c:v>
              </c:pt>
              <c:pt idx="244">
                <c:v>0.244</c:v>
              </c:pt>
              <c:pt idx="245">
                <c:v>0.245</c:v>
              </c:pt>
              <c:pt idx="246">
                <c:v>0.246</c:v>
              </c:pt>
              <c:pt idx="247">
                <c:v>0.247</c:v>
              </c:pt>
              <c:pt idx="248">
                <c:v>0.248</c:v>
              </c:pt>
              <c:pt idx="249">
                <c:v>0.249</c:v>
              </c:pt>
              <c:pt idx="250">
                <c:v>0.25</c:v>
              </c:pt>
              <c:pt idx="251">
                <c:v>0.251</c:v>
              </c:pt>
              <c:pt idx="252">
                <c:v>0.252</c:v>
              </c:pt>
              <c:pt idx="253">
                <c:v>0.253</c:v>
              </c:pt>
              <c:pt idx="254">
                <c:v>0.254</c:v>
              </c:pt>
              <c:pt idx="255">
                <c:v>0.255</c:v>
              </c:pt>
              <c:pt idx="256">
                <c:v>0.256</c:v>
              </c:pt>
              <c:pt idx="257">
                <c:v>0.257</c:v>
              </c:pt>
              <c:pt idx="258">
                <c:v>0.258</c:v>
              </c:pt>
              <c:pt idx="259">
                <c:v>0.259</c:v>
              </c:pt>
              <c:pt idx="260">
                <c:v>0.26</c:v>
              </c:pt>
              <c:pt idx="261">
                <c:v>0.261</c:v>
              </c:pt>
              <c:pt idx="262">
                <c:v>0.262</c:v>
              </c:pt>
              <c:pt idx="263">
                <c:v>0.263</c:v>
              </c:pt>
              <c:pt idx="264">
                <c:v>0.264</c:v>
              </c:pt>
              <c:pt idx="265">
                <c:v>0.265</c:v>
              </c:pt>
              <c:pt idx="266">
                <c:v>0.266</c:v>
              </c:pt>
              <c:pt idx="267">
                <c:v>0.267</c:v>
              </c:pt>
              <c:pt idx="268">
                <c:v>0.268</c:v>
              </c:pt>
              <c:pt idx="269">
                <c:v>0.269</c:v>
              </c:pt>
              <c:pt idx="270">
                <c:v>0.27</c:v>
              </c:pt>
              <c:pt idx="271">
                <c:v>0.271</c:v>
              </c:pt>
              <c:pt idx="272">
                <c:v>0.272</c:v>
              </c:pt>
              <c:pt idx="273">
                <c:v>0.273</c:v>
              </c:pt>
              <c:pt idx="274">
                <c:v>0.274</c:v>
              </c:pt>
              <c:pt idx="275">
                <c:v>0.275</c:v>
              </c:pt>
              <c:pt idx="276">
                <c:v>0.276</c:v>
              </c:pt>
              <c:pt idx="277">
                <c:v>0.277</c:v>
              </c:pt>
              <c:pt idx="278">
                <c:v>0.278</c:v>
              </c:pt>
              <c:pt idx="279">
                <c:v>0.279</c:v>
              </c:pt>
              <c:pt idx="280">
                <c:v>0.28</c:v>
              </c:pt>
              <c:pt idx="281">
                <c:v>0.281</c:v>
              </c:pt>
              <c:pt idx="282">
                <c:v>0.28200000000000003</c:v>
              </c:pt>
              <c:pt idx="283">
                <c:v>0.28300000000000003</c:v>
              </c:pt>
              <c:pt idx="284">
                <c:v>0.28400000000000003</c:v>
              </c:pt>
              <c:pt idx="285">
                <c:v>0.28500000000000003</c:v>
              </c:pt>
              <c:pt idx="286">
                <c:v>0.28600000000000003</c:v>
              </c:pt>
              <c:pt idx="287">
                <c:v>0.28700000000000003</c:v>
              </c:pt>
              <c:pt idx="288">
                <c:v>0.28800000000000003</c:v>
              </c:pt>
              <c:pt idx="289">
                <c:v>0.289</c:v>
              </c:pt>
              <c:pt idx="290">
                <c:v>0.29</c:v>
              </c:pt>
              <c:pt idx="291">
                <c:v>0.291</c:v>
              </c:pt>
              <c:pt idx="292">
                <c:v>0.292</c:v>
              </c:pt>
              <c:pt idx="293">
                <c:v>0.293</c:v>
              </c:pt>
              <c:pt idx="294">
                <c:v>0.294</c:v>
              </c:pt>
              <c:pt idx="295">
                <c:v>0.295</c:v>
              </c:pt>
              <c:pt idx="296">
                <c:v>0.296</c:v>
              </c:pt>
              <c:pt idx="297">
                <c:v>0.297</c:v>
              </c:pt>
              <c:pt idx="298">
                <c:v>0.298</c:v>
              </c:pt>
              <c:pt idx="299">
                <c:v>0.299</c:v>
              </c:pt>
              <c:pt idx="300">
                <c:v>0.3</c:v>
              </c:pt>
              <c:pt idx="301">
                <c:v>0.301</c:v>
              </c:pt>
              <c:pt idx="302">
                <c:v>0.302</c:v>
              </c:pt>
              <c:pt idx="303">
                <c:v>0.303</c:v>
              </c:pt>
              <c:pt idx="304">
                <c:v>0.304</c:v>
              </c:pt>
              <c:pt idx="305">
                <c:v>0.305</c:v>
              </c:pt>
              <c:pt idx="306">
                <c:v>0.306</c:v>
              </c:pt>
              <c:pt idx="307">
                <c:v>0.307</c:v>
              </c:pt>
              <c:pt idx="308">
                <c:v>0.308</c:v>
              </c:pt>
              <c:pt idx="309">
                <c:v>0.309</c:v>
              </c:pt>
              <c:pt idx="310">
                <c:v>0.31</c:v>
              </c:pt>
              <c:pt idx="311">
                <c:v>0.311</c:v>
              </c:pt>
              <c:pt idx="312">
                <c:v>0.312</c:v>
              </c:pt>
              <c:pt idx="313">
                <c:v>0.313</c:v>
              </c:pt>
              <c:pt idx="314">
                <c:v>0.314</c:v>
              </c:pt>
              <c:pt idx="315">
                <c:v>0.315</c:v>
              </c:pt>
              <c:pt idx="316">
                <c:v>0.316</c:v>
              </c:pt>
              <c:pt idx="317">
                <c:v>0.317</c:v>
              </c:pt>
              <c:pt idx="318">
                <c:v>0.318</c:v>
              </c:pt>
              <c:pt idx="319">
                <c:v>0.319</c:v>
              </c:pt>
              <c:pt idx="320">
                <c:v>0.32</c:v>
              </c:pt>
              <c:pt idx="321">
                <c:v>0.321</c:v>
              </c:pt>
              <c:pt idx="322">
                <c:v>0.322</c:v>
              </c:pt>
              <c:pt idx="323">
                <c:v>0.323</c:v>
              </c:pt>
              <c:pt idx="324">
                <c:v>0.324</c:v>
              </c:pt>
              <c:pt idx="325">
                <c:v>0.325</c:v>
              </c:pt>
              <c:pt idx="326">
                <c:v>0.326</c:v>
              </c:pt>
              <c:pt idx="327">
                <c:v>0.327</c:v>
              </c:pt>
              <c:pt idx="328">
                <c:v>0.328</c:v>
              </c:pt>
              <c:pt idx="329">
                <c:v>0.329</c:v>
              </c:pt>
              <c:pt idx="330">
                <c:v>0.33</c:v>
              </c:pt>
              <c:pt idx="331">
                <c:v>0.331</c:v>
              </c:pt>
              <c:pt idx="332">
                <c:v>0.332</c:v>
              </c:pt>
              <c:pt idx="333">
                <c:v>0.333</c:v>
              </c:pt>
              <c:pt idx="334">
                <c:v>0.334</c:v>
              </c:pt>
              <c:pt idx="335">
                <c:v>0.335</c:v>
              </c:pt>
              <c:pt idx="336">
                <c:v>0.336</c:v>
              </c:pt>
              <c:pt idx="337">
                <c:v>0.337</c:v>
              </c:pt>
              <c:pt idx="338">
                <c:v>0.338</c:v>
              </c:pt>
              <c:pt idx="339">
                <c:v>0.339</c:v>
              </c:pt>
              <c:pt idx="340">
                <c:v>0.34</c:v>
              </c:pt>
              <c:pt idx="341">
                <c:v>0.341</c:v>
              </c:pt>
              <c:pt idx="342">
                <c:v>0.342</c:v>
              </c:pt>
              <c:pt idx="343">
                <c:v>0.343</c:v>
              </c:pt>
              <c:pt idx="344">
                <c:v>0.34400000000000003</c:v>
              </c:pt>
              <c:pt idx="345">
                <c:v>0.34500000000000003</c:v>
              </c:pt>
              <c:pt idx="346">
                <c:v>0.34600000000000003</c:v>
              </c:pt>
              <c:pt idx="347">
                <c:v>0.34700000000000003</c:v>
              </c:pt>
              <c:pt idx="348">
                <c:v>0.34800000000000003</c:v>
              </c:pt>
              <c:pt idx="349">
                <c:v>0.34900000000000003</c:v>
              </c:pt>
              <c:pt idx="350">
                <c:v>0.35000000000000003</c:v>
              </c:pt>
              <c:pt idx="351">
                <c:v>0.35100000000000003</c:v>
              </c:pt>
              <c:pt idx="352">
                <c:v>0.352</c:v>
              </c:pt>
              <c:pt idx="353">
                <c:v>0.353</c:v>
              </c:pt>
              <c:pt idx="354">
                <c:v>0.354</c:v>
              </c:pt>
              <c:pt idx="355">
                <c:v>0.355</c:v>
              </c:pt>
              <c:pt idx="356">
                <c:v>0.356</c:v>
              </c:pt>
              <c:pt idx="357">
                <c:v>0.357</c:v>
              </c:pt>
              <c:pt idx="358">
                <c:v>0.358</c:v>
              </c:pt>
              <c:pt idx="359">
                <c:v>0.359</c:v>
              </c:pt>
              <c:pt idx="360">
                <c:v>0.36</c:v>
              </c:pt>
              <c:pt idx="361">
                <c:v>0.361</c:v>
              </c:pt>
              <c:pt idx="362">
                <c:v>0.362</c:v>
              </c:pt>
              <c:pt idx="363">
                <c:v>0.363</c:v>
              </c:pt>
              <c:pt idx="364">
                <c:v>0.364</c:v>
              </c:pt>
              <c:pt idx="365">
                <c:v>0.365</c:v>
              </c:pt>
              <c:pt idx="366">
                <c:v>0.366</c:v>
              </c:pt>
              <c:pt idx="367">
                <c:v>0.367</c:v>
              </c:pt>
              <c:pt idx="368">
                <c:v>0.368</c:v>
              </c:pt>
              <c:pt idx="369">
                <c:v>0.369</c:v>
              </c:pt>
              <c:pt idx="370">
                <c:v>0.37</c:v>
              </c:pt>
              <c:pt idx="371">
                <c:v>0.371</c:v>
              </c:pt>
              <c:pt idx="372">
                <c:v>0.372</c:v>
              </c:pt>
              <c:pt idx="373">
                <c:v>0.373</c:v>
              </c:pt>
              <c:pt idx="374">
                <c:v>0.374</c:v>
              </c:pt>
              <c:pt idx="375">
                <c:v>0.375</c:v>
              </c:pt>
              <c:pt idx="376">
                <c:v>0.376</c:v>
              </c:pt>
              <c:pt idx="377">
                <c:v>0.377</c:v>
              </c:pt>
              <c:pt idx="378">
                <c:v>0.378</c:v>
              </c:pt>
              <c:pt idx="379">
                <c:v>0.379</c:v>
              </c:pt>
              <c:pt idx="380">
                <c:v>0.38</c:v>
              </c:pt>
              <c:pt idx="381">
                <c:v>0.381</c:v>
              </c:pt>
              <c:pt idx="382">
                <c:v>0.382</c:v>
              </c:pt>
              <c:pt idx="383">
                <c:v>0.383</c:v>
              </c:pt>
              <c:pt idx="384">
                <c:v>0.384</c:v>
              </c:pt>
              <c:pt idx="385">
                <c:v>0.385</c:v>
              </c:pt>
              <c:pt idx="386">
                <c:v>0.386</c:v>
              </c:pt>
              <c:pt idx="387">
                <c:v>0.387</c:v>
              </c:pt>
              <c:pt idx="388">
                <c:v>0.388</c:v>
              </c:pt>
              <c:pt idx="389">
                <c:v>0.389</c:v>
              </c:pt>
              <c:pt idx="390">
                <c:v>0.39</c:v>
              </c:pt>
              <c:pt idx="391">
                <c:v>0.391</c:v>
              </c:pt>
              <c:pt idx="392">
                <c:v>0.39199999999999996</c:v>
              </c:pt>
              <c:pt idx="393">
                <c:v>0.393</c:v>
              </c:pt>
              <c:pt idx="394">
                <c:v>0.39399999999999996</c:v>
              </c:pt>
              <c:pt idx="395">
                <c:v>0.395</c:v>
              </c:pt>
              <c:pt idx="396">
                <c:v>0.39599999999999996</c:v>
              </c:pt>
              <c:pt idx="397">
                <c:v>0.397</c:v>
              </c:pt>
              <c:pt idx="398">
                <c:v>0.398</c:v>
              </c:pt>
              <c:pt idx="399">
                <c:v>0.399</c:v>
              </c:pt>
              <c:pt idx="400">
                <c:v>0.4</c:v>
              </c:pt>
              <c:pt idx="401">
                <c:v>0.401</c:v>
              </c:pt>
              <c:pt idx="402">
                <c:v>0.402</c:v>
              </c:pt>
              <c:pt idx="403">
                <c:v>0.403</c:v>
              </c:pt>
              <c:pt idx="404">
                <c:v>0.404</c:v>
              </c:pt>
              <c:pt idx="405">
                <c:v>0.4050000000000001</c:v>
              </c:pt>
              <c:pt idx="406">
                <c:v>0.406</c:v>
              </c:pt>
              <c:pt idx="407">
                <c:v>0.4070000000000001</c:v>
              </c:pt>
              <c:pt idx="408">
                <c:v>0.40800000000000003</c:v>
              </c:pt>
              <c:pt idx="409">
                <c:v>0.4090000000000001</c:v>
              </c:pt>
              <c:pt idx="410">
                <c:v>0.41000000000000003</c:v>
              </c:pt>
              <c:pt idx="411">
                <c:v>0.4110000000000001</c:v>
              </c:pt>
              <c:pt idx="412">
                <c:v>0.41200000000000003</c:v>
              </c:pt>
              <c:pt idx="413">
                <c:v>0.413</c:v>
              </c:pt>
              <c:pt idx="414">
                <c:v>0.41400000000000003</c:v>
              </c:pt>
              <c:pt idx="415">
                <c:v>0.415</c:v>
              </c:pt>
              <c:pt idx="416">
                <c:v>0.41600000000000004</c:v>
              </c:pt>
              <c:pt idx="417">
                <c:v>0.417</c:v>
              </c:pt>
              <c:pt idx="418">
                <c:v>0.418</c:v>
              </c:pt>
              <c:pt idx="419">
                <c:v>0.419</c:v>
              </c:pt>
              <c:pt idx="420">
                <c:v>0.42</c:v>
              </c:pt>
              <c:pt idx="421">
                <c:v>0.421</c:v>
              </c:pt>
              <c:pt idx="422">
                <c:v>0.422</c:v>
              </c:pt>
              <c:pt idx="423">
                <c:v>0.42300000000000004</c:v>
              </c:pt>
              <c:pt idx="424">
                <c:v>0.424</c:v>
              </c:pt>
              <c:pt idx="425">
                <c:v>0.42500000000000004</c:v>
              </c:pt>
              <c:pt idx="426">
                <c:v>0.426</c:v>
              </c:pt>
              <c:pt idx="427">
                <c:v>0.42700000000000005</c:v>
              </c:pt>
              <c:pt idx="428">
                <c:v>0.428</c:v>
              </c:pt>
              <c:pt idx="429">
                <c:v>0.42900000000000005</c:v>
              </c:pt>
              <c:pt idx="430">
                <c:v>0.43</c:v>
              </c:pt>
              <c:pt idx="431">
                <c:v>0.43100000000000005</c:v>
              </c:pt>
              <c:pt idx="432">
                <c:v>0.432</c:v>
              </c:pt>
              <c:pt idx="433">
                <c:v>0.43299999999999994</c:v>
              </c:pt>
              <c:pt idx="434">
                <c:v>0.434</c:v>
              </c:pt>
              <c:pt idx="435">
                <c:v>0.43499999999999994</c:v>
              </c:pt>
              <c:pt idx="436">
                <c:v>0.436</c:v>
              </c:pt>
              <c:pt idx="437">
                <c:v>0.43699999999999994</c:v>
              </c:pt>
              <c:pt idx="438">
                <c:v>0.438</c:v>
              </c:pt>
              <c:pt idx="439">
                <c:v>0.43899999999999995</c:v>
              </c:pt>
              <c:pt idx="440">
                <c:v>0.44</c:v>
              </c:pt>
              <c:pt idx="441">
                <c:v>0.441</c:v>
              </c:pt>
              <c:pt idx="442">
                <c:v>0.442</c:v>
              </c:pt>
              <c:pt idx="443">
                <c:v>0.443</c:v>
              </c:pt>
              <c:pt idx="444">
                <c:v>0.444</c:v>
              </c:pt>
              <c:pt idx="445">
                <c:v>0.445</c:v>
              </c:pt>
              <c:pt idx="446">
                <c:v>0.446</c:v>
              </c:pt>
              <c:pt idx="447">
                <c:v>0.447</c:v>
              </c:pt>
              <c:pt idx="448">
                <c:v>0.44800000000000006</c:v>
              </c:pt>
              <c:pt idx="449">
                <c:v>0.449</c:v>
              </c:pt>
              <c:pt idx="450">
                <c:v>0.45000000000000007</c:v>
              </c:pt>
              <c:pt idx="451">
                <c:v>0.451</c:v>
              </c:pt>
              <c:pt idx="452">
                <c:v>0.45200000000000007</c:v>
              </c:pt>
              <c:pt idx="453">
                <c:v>0.453</c:v>
              </c:pt>
              <c:pt idx="454">
                <c:v>0.45400000000000007</c:v>
              </c:pt>
              <c:pt idx="455">
                <c:v>0.455</c:v>
              </c:pt>
              <c:pt idx="456">
                <c:v>0.45600000000000007</c:v>
              </c:pt>
              <c:pt idx="457">
                <c:v>0.457</c:v>
              </c:pt>
              <c:pt idx="458">
                <c:v>0.45799999999999996</c:v>
              </c:pt>
              <c:pt idx="459">
                <c:v>0.459</c:v>
              </c:pt>
              <c:pt idx="460">
                <c:v>0.45999999999999996</c:v>
              </c:pt>
              <c:pt idx="461">
                <c:v>0.461</c:v>
              </c:pt>
              <c:pt idx="462">
                <c:v>0.46199999999999997</c:v>
              </c:pt>
              <c:pt idx="463">
                <c:v>0.463</c:v>
              </c:pt>
              <c:pt idx="464">
                <c:v>0.46399999999999997</c:v>
              </c:pt>
              <c:pt idx="465">
                <c:v>0.465</c:v>
              </c:pt>
              <c:pt idx="466">
                <c:v>0.466</c:v>
              </c:pt>
              <c:pt idx="467">
                <c:v>0.467</c:v>
              </c:pt>
              <c:pt idx="468">
                <c:v>0.468</c:v>
              </c:pt>
              <c:pt idx="469">
                <c:v>0.46900000000000003</c:v>
              </c:pt>
              <c:pt idx="470">
                <c:v>0.47000000000000003</c:v>
              </c:pt>
              <c:pt idx="471">
                <c:v>0.47100000000000003</c:v>
              </c:pt>
              <c:pt idx="472">
                <c:v>0.47200000000000003</c:v>
              </c:pt>
              <c:pt idx="473">
                <c:v>0.4730000000000001</c:v>
              </c:pt>
              <c:pt idx="474">
                <c:v>0.47400000000000003</c:v>
              </c:pt>
              <c:pt idx="475">
                <c:v>0.4750000000000001</c:v>
              </c:pt>
              <c:pt idx="476">
                <c:v>0.47600000000000003</c:v>
              </c:pt>
              <c:pt idx="477">
                <c:v>0.4770000000000001</c:v>
              </c:pt>
              <c:pt idx="478">
                <c:v>0.47800000000000004</c:v>
              </c:pt>
              <c:pt idx="479">
                <c:v>0.4790000000000001</c:v>
              </c:pt>
              <c:pt idx="480">
                <c:v>0.4799999999999999</c:v>
              </c:pt>
              <c:pt idx="481">
                <c:v>0.481</c:v>
              </c:pt>
              <c:pt idx="482">
                <c:v>0.48199999999999993</c:v>
              </c:pt>
              <c:pt idx="483">
                <c:v>0.483</c:v>
              </c:pt>
              <c:pt idx="484">
                <c:v>0.484</c:v>
              </c:pt>
              <c:pt idx="485">
                <c:v>0.485</c:v>
              </c:pt>
              <c:pt idx="486">
                <c:v>0.486</c:v>
              </c:pt>
              <c:pt idx="487">
                <c:v>0.487</c:v>
              </c:pt>
              <c:pt idx="488">
                <c:v>0.488</c:v>
              </c:pt>
              <c:pt idx="489">
                <c:v>0.489</c:v>
              </c:pt>
              <c:pt idx="490">
                <c:v>0.49</c:v>
              </c:pt>
              <c:pt idx="491">
                <c:v>0.49100000000000005</c:v>
              </c:pt>
              <c:pt idx="492">
                <c:v>0.492</c:v>
              </c:pt>
              <c:pt idx="493">
                <c:v>0.49300000000000005</c:v>
              </c:pt>
              <c:pt idx="494">
                <c:v>0.494</c:v>
              </c:pt>
              <c:pt idx="495">
                <c:v>0.49500000000000005</c:v>
              </c:pt>
              <c:pt idx="496">
                <c:v>0.496</c:v>
              </c:pt>
              <c:pt idx="497">
                <c:v>0.49700000000000005</c:v>
              </c:pt>
              <c:pt idx="498">
                <c:v>0.498</c:v>
              </c:pt>
              <c:pt idx="499">
                <c:v>0.49900000000000005</c:v>
              </c:pt>
              <c:pt idx="500">
                <c:v>0.5</c:v>
              </c:pt>
              <c:pt idx="501">
                <c:v>0.501</c:v>
              </c:pt>
              <c:pt idx="502">
                <c:v>0.502</c:v>
              </c:pt>
              <c:pt idx="503">
                <c:v>0.503</c:v>
              </c:pt>
              <c:pt idx="504">
                <c:v>0.504</c:v>
              </c:pt>
              <c:pt idx="505">
                <c:v>0.505</c:v>
              </c:pt>
              <c:pt idx="506">
                <c:v>0.506</c:v>
              </c:pt>
              <c:pt idx="507">
                <c:v>0.507</c:v>
              </c:pt>
              <c:pt idx="508">
                <c:v>0.508</c:v>
              </c:pt>
              <c:pt idx="509">
                <c:v>0.509</c:v>
              </c:pt>
              <c:pt idx="510">
                <c:v>0.51</c:v>
              </c:pt>
              <c:pt idx="511">
                <c:v>0.511</c:v>
              </c:pt>
              <c:pt idx="512">
                <c:v>0.512</c:v>
              </c:pt>
              <c:pt idx="513">
                <c:v>0.513</c:v>
              </c:pt>
              <c:pt idx="514">
                <c:v>0.514</c:v>
              </c:pt>
              <c:pt idx="515">
                <c:v>0.515</c:v>
              </c:pt>
              <c:pt idx="516">
                <c:v>0.516</c:v>
              </c:pt>
              <c:pt idx="517">
                <c:v>0.517</c:v>
              </c:pt>
              <c:pt idx="518">
                <c:v>0.518</c:v>
              </c:pt>
              <c:pt idx="519">
                <c:v>0.519</c:v>
              </c:pt>
              <c:pt idx="520">
                <c:v>0.52</c:v>
              </c:pt>
              <c:pt idx="521">
                <c:v>0.521</c:v>
              </c:pt>
              <c:pt idx="522">
                <c:v>0.522</c:v>
              </c:pt>
              <c:pt idx="523">
                <c:v>0.523</c:v>
              </c:pt>
              <c:pt idx="524">
                <c:v>0.524</c:v>
              </c:pt>
              <c:pt idx="525">
                <c:v>0.525</c:v>
              </c:pt>
              <c:pt idx="526">
                <c:v>0.526</c:v>
              </c:pt>
              <c:pt idx="527">
                <c:v>0.527</c:v>
              </c:pt>
              <c:pt idx="528">
                <c:v>0.528</c:v>
              </c:pt>
              <c:pt idx="529">
                <c:v>0.529</c:v>
              </c:pt>
              <c:pt idx="530">
                <c:v>0.53</c:v>
              </c:pt>
              <c:pt idx="531">
                <c:v>0.531</c:v>
              </c:pt>
              <c:pt idx="532">
                <c:v>0.532</c:v>
              </c:pt>
              <c:pt idx="533">
                <c:v>0.533</c:v>
              </c:pt>
              <c:pt idx="534">
                <c:v>0.534</c:v>
              </c:pt>
              <c:pt idx="535">
                <c:v>0.535</c:v>
              </c:pt>
              <c:pt idx="536">
                <c:v>0.536</c:v>
              </c:pt>
              <c:pt idx="537">
                <c:v>0.537</c:v>
              </c:pt>
              <c:pt idx="538">
                <c:v>0.538</c:v>
              </c:pt>
              <c:pt idx="539">
                <c:v>0.539</c:v>
              </c:pt>
              <c:pt idx="540">
                <c:v>0.54</c:v>
              </c:pt>
              <c:pt idx="541">
                <c:v>0.541</c:v>
              </c:pt>
              <c:pt idx="542">
                <c:v>0.542</c:v>
              </c:pt>
              <c:pt idx="543">
                <c:v>0.543</c:v>
              </c:pt>
              <c:pt idx="544">
                <c:v>0.544</c:v>
              </c:pt>
              <c:pt idx="545">
                <c:v>0.545</c:v>
              </c:pt>
              <c:pt idx="546">
                <c:v>0.546</c:v>
              </c:pt>
              <c:pt idx="547">
                <c:v>0.547</c:v>
              </c:pt>
              <c:pt idx="548">
                <c:v>0.548</c:v>
              </c:pt>
              <c:pt idx="549">
                <c:v>0.549</c:v>
              </c:pt>
              <c:pt idx="550">
                <c:v>0.55</c:v>
              </c:pt>
              <c:pt idx="551">
                <c:v>0.551</c:v>
              </c:pt>
              <c:pt idx="552">
                <c:v>0.552</c:v>
              </c:pt>
              <c:pt idx="553">
                <c:v>0.553</c:v>
              </c:pt>
              <c:pt idx="554">
                <c:v>0.554</c:v>
              </c:pt>
              <c:pt idx="555">
                <c:v>0.555</c:v>
              </c:pt>
              <c:pt idx="556">
                <c:v>0.556</c:v>
              </c:pt>
              <c:pt idx="557">
                <c:v>0.557</c:v>
              </c:pt>
              <c:pt idx="558">
                <c:v>0.558</c:v>
              </c:pt>
              <c:pt idx="559">
                <c:v>0.559</c:v>
              </c:pt>
              <c:pt idx="560">
                <c:v>0.56</c:v>
              </c:pt>
              <c:pt idx="561">
                <c:v>0.561</c:v>
              </c:pt>
              <c:pt idx="562">
                <c:v>0.562</c:v>
              </c:pt>
              <c:pt idx="563">
                <c:v>0.5630000000000001</c:v>
              </c:pt>
              <c:pt idx="564">
                <c:v>0.5640000000000001</c:v>
              </c:pt>
              <c:pt idx="565">
                <c:v>0.5650000000000001</c:v>
              </c:pt>
              <c:pt idx="566">
                <c:v>0.5660000000000001</c:v>
              </c:pt>
              <c:pt idx="567">
                <c:v>0.5670000000000001</c:v>
              </c:pt>
              <c:pt idx="568">
                <c:v>0.5680000000000001</c:v>
              </c:pt>
              <c:pt idx="569">
                <c:v>0.5690000000000001</c:v>
              </c:pt>
              <c:pt idx="570">
                <c:v>0.5700000000000001</c:v>
              </c:pt>
              <c:pt idx="571">
                <c:v>0.5710000000000001</c:v>
              </c:pt>
              <c:pt idx="572">
                <c:v>0.5720000000000001</c:v>
              </c:pt>
              <c:pt idx="573">
                <c:v>0.5730000000000001</c:v>
              </c:pt>
              <c:pt idx="574">
                <c:v>0.5740000000000001</c:v>
              </c:pt>
              <c:pt idx="575">
                <c:v>0.5750000000000001</c:v>
              </c:pt>
              <c:pt idx="576">
                <c:v>0.5760000000000001</c:v>
              </c:pt>
              <c:pt idx="577">
                <c:v>0.577</c:v>
              </c:pt>
              <c:pt idx="578">
                <c:v>0.578</c:v>
              </c:pt>
              <c:pt idx="579">
                <c:v>0.579</c:v>
              </c:pt>
              <c:pt idx="580">
                <c:v>0.58</c:v>
              </c:pt>
              <c:pt idx="581">
                <c:v>0.581</c:v>
              </c:pt>
              <c:pt idx="582">
                <c:v>0.582</c:v>
              </c:pt>
              <c:pt idx="583">
                <c:v>0.583</c:v>
              </c:pt>
              <c:pt idx="584">
                <c:v>0.584</c:v>
              </c:pt>
              <c:pt idx="585">
                <c:v>0.585</c:v>
              </c:pt>
              <c:pt idx="586">
                <c:v>0.586</c:v>
              </c:pt>
              <c:pt idx="587">
                <c:v>0.587</c:v>
              </c:pt>
              <c:pt idx="588">
                <c:v>0.588</c:v>
              </c:pt>
              <c:pt idx="589">
                <c:v>0.589</c:v>
              </c:pt>
              <c:pt idx="590">
                <c:v>0.59</c:v>
              </c:pt>
              <c:pt idx="591">
                <c:v>0.591</c:v>
              </c:pt>
              <c:pt idx="592">
                <c:v>0.592</c:v>
              </c:pt>
              <c:pt idx="593">
                <c:v>0.593</c:v>
              </c:pt>
              <c:pt idx="594">
                <c:v>0.594</c:v>
              </c:pt>
              <c:pt idx="595">
                <c:v>0.595</c:v>
              </c:pt>
              <c:pt idx="596">
                <c:v>0.596</c:v>
              </c:pt>
              <c:pt idx="597">
                <c:v>0.597</c:v>
              </c:pt>
              <c:pt idx="598">
                <c:v>0.598</c:v>
              </c:pt>
              <c:pt idx="599">
                <c:v>0.599</c:v>
              </c:pt>
              <c:pt idx="600">
                <c:v>0.6</c:v>
              </c:pt>
              <c:pt idx="601">
                <c:v>0.601</c:v>
              </c:pt>
              <c:pt idx="602">
                <c:v>0.602</c:v>
              </c:pt>
              <c:pt idx="603">
                <c:v>0.603</c:v>
              </c:pt>
              <c:pt idx="604">
                <c:v>0.604</c:v>
              </c:pt>
              <c:pt idx="605">
                <c:v>0.605</c:v>
              </c:pt>
              <c:pt idx="606">
                <c:v>0.606</c:v>
              </c:pt>
              <c:pt idx="607">
                <c:v>0.607</c:v>
              </c:pt>
              <c:pt idx="608">
                <c:v>0.608</c:v>
              </c:pt>
              <c:pt idx="609">
                <c:v>0.609</c:v>
              </c:pt>
              <c:pt idx="610">
                <c:v>0.61</c:v>
              </c:pt>
              <c:pt idx="611">
                <c:v>0.611</c:v>
              </c:pt>
              <c:pt idx="612">
                <c:v>0.612</c:v>
              </c:pt>
              <c:pt idx="613">
                <c:v>0.613</c:v>
              </c:pt>
              <c:pt idx="614">
                <c:v>0.614</c:v>
              </c:pt>
              <c:pt idx="615">
                <c:v>0.615</c:v>
              </c:pt>
              <c:pt idx="616">
                <c:v>0.616</c:v>
              </c:pt>
              <c:pt idx="617">
                <c:v>0.617</c:v>
              </c:pt>
              <c:pt idx="618">
                <c:v>0.618</c:v>
              </c:pt>
              <c:pt idx="619">
                <c:v>0.619</c:v>
              </c:pt>
              <c:pt idx="620">
                <c:v>0.62</c:v>
              </c:pt>
              <c:pt idx="621">
                <c:v>0.621</c:v>
              </c:pt>
              <c:pt idx="622">
                <c:v>0.622</c:v>
              </c:pt>
              <c:pt idx="623">
                <c:v>0.623</c:v>
              </c:pt>
              <c:pt idx="624">
                <c:v>0.624</c:v>
              </c:pt>
              <c:pt idx="625">
                <c:v>0.625</c:v>
              </c:pt>
              <c:pt idx="626">
                <c:v>0.626</c:v>
              </c:pt>
              <c:pt idx="627">
                <c:v>0.627</c:v>
              </c:pt>
              <c:pt idx="628">
                <c:v>0.628</c:v>
              </c:pt>
              <c:pt idx="629">
                <c:v>0.629</c:v>
              </c:pt>
              <c:pt idx="630">
                <c:v>0.63</c:v>
              </c:pt>
              <c:pt idx="631">
                <c:v>0.631</c:v>
              </c:pt>
              <c:pt idx="632">
                <c:v>0.632</c:v>
              </c:pt>
              <c:pt idx="633">
                <c:v>0.633</c:v>
              </c:pt>
              <c:pt idx="634">
                <c:v>0.634</c:v>
              </c:pt>
              <c:pt idx="635">
                <c:v>0.635</c:v>
              </c:pt>
              <c:pt idx="636">
                <c:v>0.636</c:v>
              </c:pt>
              <c:pt idx="637">
                <c:v>0.637</c:v>
              </c:pt>
              <c:pt idx="638">
                <c:v>0.638</c:v>
              </c:pt>
              <c:pt idx="639">
                <c:v>0.639</c:v>
              </c:pt>
              <c:pt idx="640">
                <c:v>0.64</c:v>
              </c:pt>
              <c:pt idx="641">
                <c:v>0.641</c:v>
              </c:pt>
              <c:pt idx="642">
                <c:v>0.642</c:v>
              </c:pt>
              <c:pt idx="643">
                <c:v>0.643</c:v>
              </c:pt>
              <c:pt idx="644">
                <c:v>0.644</c:v>
              </c:pt>
              <c:pt idx="645">
                <c:v>0.645</c:v>
              </c:pt>
              <c:pt idx="646">
                <c:v>0.646</c:v>
              </c:pt>
              <c:pt idx="647">
                <c:v>0.647</c:v>
              </c:pt>
              <c:pt idx="648">
                <c:v>0.648</c:v>
              </c:pt>
              <c:pt idx="649">
                <c:v>0.649</c:v>
              </c:pt>
              <c:pt idx="650">
                <c:v>0.65</c:v>
              </c:pt>
              <c:pt idx="651">
                <c:v>0.651</c:v>
              </c:pt>
              <c:pt idx="652">
                <c:v>0.652</c:v>
              </c:pt>
              <c:pt idx="653">
                <c:v>0.653</c:v>
              </c:pt>
              <c:pt idx="654">
                <c:v>0.654</c:v>
              </c:pt>
              <c:pt idx="655">
                <c:v>0.655</c:v>
              </c:pt>
              <c:pt idx="656">
                <c:v>0.656</c:v>
              </c:pt>
              <c:pt idx="657">
                <c:v>0.657</c:v>
              </c:pt>
              <c:pt idx="658">
                <c:v>0.658</c:v>
              </c:pt>
              <c:pt idx="659">
                <c:v>0.659</c:v>
              </c:pt>
              <c:pt idx="660">
                <c:v>0.66</c:v>
              </c:pt>
              <c:pt idx="661">
                <c:v>0.661</c:v>
              </c:pt>
              <c:pt idx="662">
                <c:v>0.662</c:v>
              </c:pt>
              <c:pt idx="663">
                <c:v>0.663</c:v>
              </c:pt>
              <c:pt idx="664">
                <c:v>0.664</c:v>
              </c:pt>
              <c:pt idx="665">
                <c:v>0.665</c:v>
              </c:pt>
              <c:pt idx="666">
                <c:v>0.666</c:v>
              </c:pt>
              <c:pt idx="667">
                <c:v>0.667</c:v>
              </c:pt>
              <c:pt idx="668">
                <c:v>0.668</c:v>
              </c:pt>
              <c:pt idx="669">
                <c:v>0.669</c:v>
              </c:pt>
              <c:pt idx="670">
                <c:v>0.67</c:v>
              </c:pt>
              <c:pt idx="671">
                <c:v>0.671</c:v>
              </c:pt>
              <c:pt idx="672">
                <c:v>0.672</c:v>
              </c:pt>
              <c:pt idx="673">
                <c:v>0.673</c:v>
              </c:pt>
              <c:pt idx="674">
                <c:v>0.674</c:v>
              </c:pt>
              <c:pt idx="675">
                <c:v>0.675</c:v>
              </c:pt>
              <c:pt idx="676">
                <c:v>0.676</c:v>
              </c:pt>
              <c:pt idx="677">
                <c:v>0.677</c:v>
              </c:pt>
              <c:pt idx="678">
                <c:v>0.678</c:v>
              </c:pt>
              <c:pt idx="679">
                <c:v>0.679</c:v>
              </c:pt>
              <c:pt idx="680">
                <c:v>0.68</c:v>
              </c:pt>
              <c:pt idx="681">
                <c:v>0.681</c:v>
              </c:pt>
              <c:pt idx="682">
                <c:v>0.682</c:v>
              </c:pt>
              <c:pt idx="683">
                <c:v>0.683</c:v>
              </c:pt>
              <c:pt idx="684">
                <c:v>0.684</c:v>
              </c:pt>
              <c:pt idx="685">
                <c:v>0.685</c:v>
              </c:pt>
              <c:pt idx="686">
                <c:v>0.686</c:v>
              </c:pt>
              <c:pt idx="687">
                <c:v>0.687</c:v>
              </c:pt>
              <c:pt idx="688">
                <c:v>0.6880000000000001</c:v>
              </c:pt>
              <c:pt idx="689">
                <c:v>0.6890000000000001</c:v>
              </c:pt>
              <c:pt idx="690">
                <c:v>0.6900000000000001</c:v>
              </c:pt>
              <c:pt idx="691">
                <c:v>0.6910000000000001</c:v>
              </c:pt>
              <c:pt idx="692">
                <c:v>0.6920000000000001</c:v>
              </c:pt>
              <c:pt idx="693">
                <c:v>0.6930000000000001</c:v>
              </c:pt>
              <c:pt idx="694">
                <c:v>0.6940000000000001</c:v>
              </c:pt>
              <c:pt idx="695">
                <c:v>0.6950000000000001</c:v>
              </c:pt>
              <c:pt idx="696">
                <c:v>0.6960000000000001</c:v>
              </c:pt>
              <c:pt idx="697">
                <c:v>0.6970000000000001</c:v>
              </c:pt>
              <c:pt idx="698">
                <c:v>0.6980000000000001</c:v>
              </c:pt>
              <c:pt idx="699">
                <c:v>0.6990000000000001</c:v>
              </c:pt>
              <c:pt idx="700">
                <c:v>0.7000000000000001</c:v>
              </c:pt>
              <c:pt idx="701">
                <c:v>0.7010000000000001</c:v>
              </c:pt>
              <c:pt idx="702">
                <c:v>0.7020000000000001</c:v>
              </c:pt>
              <c:pt idx="703">
                <c:v>0.7030000000000001</c:v>
              </c:pt>
              <c:pt idx="704">
                <c:v>0.704</c:v>
              </c:pt>
              <c:pt idx="705">
                <c:v>0.705</c:v>
              </c:pt>
              <c:pt idx="706">
                <c:v>0.706</c:v>
              </c:pt>
              <c:pt idx="707">
                <c:v>0.707</c:v>
              </c:pt>
              <c:pt idx="708">
                <c:v>0.708</c:v>
              </c:pt>
              <c:pt idx="709">
                <c:v>0.709</c:v>
              </c:pt>
              <c:pt idx="710">
                <c:v>0.71</c:v>
              </c:pt>
              <c:pt idx="711">
                <c:v>0.711</c:v>
              </c:pt>
              <c:pt idx="712">
                <c:v>0.712</c:v>
              </c:pt>
              <c:pt idx="713">
                <c:v>0.713</c:v>
              </c:pt>
              <c:pt idx="714">
                <c:v>0.714</c:v>
              </c:pt>
              <c:pt idx="715">
                <c:v>0.715</c:v>
              </c:pt>
              <c:pt idx="716">
                <c:v>0.716</c:v>
              </c:pt>
              <c:pt idx="717">
                <c:v>0.717</c:v>
              </c:pt>
              <c:pt idx="718">
                <c:v>0.718</c:v>
              </c:pt>
              <c:pt idx="719">
                <c:v>0.719</c:v>
              </c:pt>
              <c:pt idx="720">
                <c:v>0.72</c:v>
              </c:pt>
              <c:pt idx="721">
                <c:v>0.721</c:v>
              </c:pt>
              <c:pt idx="722">
                <c:v>0.722</c:v>
              </c:pt>
              <c:pt idx="723">
                <c:v>0.723</c:v>
              </c:pt>
              <c:pt idx="724">
                <c:v>0.724</c:v>
              </c:pt>
              <c:pt idx="725">
                <c:v>0.725</c:v>
              </c:pt>
              <c:pt idx="726">
                <c:v>0.726</c:v>
              </c:pt>
              <c:pt idx="727">
                <c:v>0.727</c:v>
              </c:pt>
              <c:pt idx="728">
                <c:v>0.728</c:v>
              </c:pt>
              <c:pt idx="729">
                <c:v>0.729</c:v>
              </c:pt>
              <c:pt idx="730">
                <c:v>0.73</c:v>
              </c:pt>
              <c:pt idx="731">
                <c:v>0.731</c:v>
              </c:pt>
              <c:pt idx="732">
                <c:v>0.732</c:v>
              </c:pt>
              <c:pt idx="733">
                <c:v>0.733</c:v>
              </c:pt>
              <c:pt idx="734">
                <c:v>0.734</c:v>
              </c:pt>
              <c:pt idx="735">
                <c:v>0.735</c:v>
              </c:pt>
              <c:pt idx="736">
                <c:v>0.736</c:v>
              </c:pt>
              <c:pt idx="737">
                <c:v>0.737</c:v>
              </c:pt>
              <c:pt idx="738">
                <c:v>0.738</c:v>
              </c:pt>
              <c:pt idx="739">
                <c:v>0.739</c:v>
              </c:pt>
              <c:pt idx="740">
                <c:v>0.74</c:v>
              </c:pt>
              <c:pt idx="741">
                <c:v>0.741</c:v>
              </c:pt>
              <c:pt idx="742">
                <c:v>0.742</c:v>
              </c:pt>
              <c:pt idx="743">
                <c:v>0.743</c:v>
              </c:pt>
              <c:pt idx="744">
                <c:v>0.744</c:v>
              </c:pt>
              <c:pt idx="745">
                <c:v>0.745</c:v>
              </c:pt>
              <c:pt idx="746">
                <c:v>0.746</c:v>
              </c:pt>
              <c:pt idx="747">
                <c:v>0.747</c:v>
              </c:pt>
              <c:pt idx="748">
                <c:v>0.748</c:v>
              </c:pt>
              <c:pt idx="749">
                <c:v>0.749</c:v>
              </c:pt>
              <c:pt idx="750">
                <c:v>0.75</c:v>
              </c:pt>
              <c:pt idx="751">
                <c:v>0.751</c:v>
              </c:pt>
              <c:pt idx="752">
                <c:v>0.752</c:v>
              </c:pt>
              <c:pt idx="753">
                <c:v>0.753</c:v>
              </c:pt>
              <c:pt idx="754">
                <c:v>0.754</c:v>
              </c:pt>
              <c:pt idx="755">
                <c:v>0.755</c:v>
              </c:pt>
              <c:pt idx="756">
                <c:v>0.756</c:v>
              </c:pt>
              <c:pt idx="757">
                <c:v>0.757</c:v>
              </c:pt>
              <c:pt idx="758">
                <c:v>0.758</c:v>
              </c:pt>
              <c:pt idx="759">
                <c:v>0.759</c:v>
              </c:pt>
              <c:pt idx="760">
                <c:v>0.76</c:v>
              </c:pt>
              <c:pt idx="761">
                <c:v>0.761</c:v>
              </c:pt>
              <c:pt idx="762">
                <c:v>0.762</c:v>
              </c:pt>
              <c:pt idx="763">
                <c:v>0.763</c:v>
              </c:pt>
              <c:pt idx="764">
                <c:v>0.764</c:v>
              </c:pt>
              <c:pt idx="765">
                <c:v>0.765</c:v>
              </c:pt>
              <c:pt idx="766">
                <c:v>0.766</c:v>
              </c:pt>
              <c:pt idx="767">
                <c:v>0.767</c:v>
              </c:pt>
              <c:pt idx="768">
                <c:v>0.768</c:v>
              </c:pt>
              <c:pt idx="769">
                <c:v>0.769</c:v>
              </c:pt>
              <c:pt idx="770">
                <c:v>0.77</c:v>
              </c:pt>
              <c:pt idx="771">
                <c:v>0.771</c:v>
              </c:pt>
              <c:pt idx="772">
                <c:v>0.772</c:v>
              </c:pt>
              <c:pt idx="773">
                <c:v>0.773</c:v>
              </c:pt>
              <c:pt idx="774">
                <c:v>0.774</c:v>
              </c:pt>
              <c:pt idx="775">
                <c:v>0.775</c:v>
              </c:pt>
              <c:pt idx="776">
                <c:v>0.776</c:v>
              </c:pt>
              <c:pt idx="777">
                <c:v>0.777</c:v>
              </c:pt>
              <c:pt idx="778">
                <c:v>0.778</c:v>
              </c:pt>
              <c:pt idx="779">
                <c:v>0.779</c:v>
              </c:pt>
              <c:pt idx="780">
                <c:v>0.78</c:v>
              </c:pt>
              <c:pt idx="781">
                <c:v>0.781</c:v>
              </c:pt>
              <c:pt idx="782">
                <c:v>0.782</c:v>
              </c:pt>
              <c:pt idx="783">
                <c:v>0.783</c:v>
              </c:pt>
              <c:pt idx="784">
                <c:v>0.7839999999999999</c:v>
              </c:pt>
              <c:pt idx="785">
                <c:v>0.7850000000000001</c:v>
              </c:pt>
              <c:pt idx="786">
                <c:v>0.786</c:v>
              </c:pt>
              <c:pt idx="787">
                <c:v>0.787</c:v>
              </c:pt>
              <c:pt idx="788">
                <c:v>0.7879999999999999</c:v>
              </c:pt>
              <c:pt idx="789">
                <c:v>0.7890000000000001</c:v>
              </c:pt>
              <c:pt idx="790">
                <c:v>0.79</c:v>
              </c:pt>
              <c:pt idx="791">
                <c:v>0.791</c:v>
              </c:pt>
              <c:pt idx="792">
                <c:v>0.7919999999999999</c:v>
              </c:pt>
              <c:pt idx="793">
                <c:v>0.7930000000000001</c:v>
              </c:pt>
              <c:pt idx="794">
                <c:v>0.794</c:v>
              </c:pt>
              <c:pt idx="795">
                <c:v>0.795</c:v>
              </c:pt>
              <c:pt idx="796">
                <c:v>0.796</c:v>
              </c:pt>
              <c:pt idx="797">
                <c:v>0.7970000000000002</c:v>
              </c:pt>
              <c:pt idx="798">
                <c:v>0.798</c:v>
              </c:pt>
              <c:pt idx="799">
                <c:v>0.799</c:v>
              </c:pt>
              <c:pt idx="800">
                <c:v>0.8</c:v>
              </c:pt>
              <c:pt idx="801">
                <c:v>0.8009999999999999</c:v>
              </c:pt>
              <c:pt idx="802">
                <c:v>0.802</c:v>
              </c:pt>
              <c:pt idx="803">
                <c:v>0.803</c:v>
              </c:pt>
              <c:pt idx="804">
                <c:v>0.804</c:v>
              </c:pt>
              <c:pt idx="805">
                <c:v>0.8049999999999999</c:v>
              </c:pt>
              <c:pt idx="806">
                <c:v>0.806</c:v>
              </c:pt>
              <c:pt idx="807">
                <c:v>0.807</c:v>
              </c:pt>
              <c:pt idx="808">
                <c:v>0.808</c:v>
              </c:pt>
              <c:pt idx="809">
                <c:v>0.8089999999999999</c:v>
              </c:pt>
              <c:pt idx="810">
                <c:v>0.8100000000000002</c:v>
              </c:pt>
              <c:pt idx="811">
                <c:v>0.811</c:v>
              </c:pt>
              <c:pt idx="812">
                <c:v>0.812</c:v>
              </c:pt>
              <c:pt idx="813">
                <c:v>0.813</c:v>
              </c:pt>
              <c:pt idx="814">
                <c:v>0.8140000000000002</c:v>
              </c:pt>
              <c:pt idx="815">
                <c:v>0.8150000000000001</c:v>
              </c:pt>
              <c:pt idx="816">
                <c:v>0.8160000000000001</c:v>
              </c:pt>
              <c:pt idx="817">
                <c:v>0.817</c:v>
              </c:pt>
              <c:pt idx="818">
                <c:v>0.8180000000000002</c:v>
              </c:pt>
              <c:pt idx="819">
                <c:v>0.8190000000000001</c:v>
              </c:pt>
              <c:pt idx="820">
                <c:v>0.8200000000000001</c:v>
              </c:pt>
              <c:pt idx="821">
                <c:v>0.8210000000000001</c:v>
              </c:pt>
              <c:pt idx="822">
                <c:v>0.8220000000000002</c:v>
              </c:pt>
              <c:pt idx="823">
                <c:v>0.8230000000000001</c:v>
              </c:pt>
              <c:pt idx="824">
                <c:v>0.8240000000000001</c:v>
              </c:pt>
              <c:pt idx="825">
                <c:v>0.8250000000000001</c:v>
              </c:pt>
              <c:pt idx="826">
                <c:v>0.826</c:v>
              </c:pt>
              <c:pt idx="827">
                <c:v>0.8270000000000001</c:v>
              </c:pt>
              <c:pt idx="828">
                <c:v>0.8280000000000001</c:v>
              </c:pt>
              <c:pt idx="829">
                <c:v>0.8290000000000001</c:v>
              </c:pt>
              <c:pt idx="830">
                <c:v>0.83</c:v>
              </c:pt>
              <c:pt idx="831">
                <c:v>0.8310000000000001</c:v>
              </c:pt>
              <c:pt idx="832">
                <c:v>0.8320000000000001</c:v>
              </c:pt>
              <c:pt idx="833">
                <c:v>0.8330000000000001</c:v>
              </c:pt>
              <c:pt idx="834">
                <c:v>0.834</c:v>
              </c:pt>
              <c:pt idx="835">
                <c:v>0.835</c:v>
              </c:pt>
              <c:pt idx="836">
                <c:v>0.836</c:v>
              </c:pt>
              <c:pt idx="837">
                <c:v>0.8370000000000001</c:v>
              </c:pt>
              <c:pt idx="838">
                <c:v>0.838</c:v>
              </c:pt>
              <c:pt idx="839">
                <c:v>0.839</c:v>
              </c:pt>
              <c:pt idx="840">
                <c:v>0.84</c:v>
              </c:pt>
              <c:pt idx="841">
                <c:v>0.8409999999999999</c:v>
              </c:pt>
              <c:pt idx="842">
                <c:v>0.842</c:v>
              </c:pt>
              <c:pt idx="843">
                <c:v>0.843</c:v>
              </c:pt>
              <c:pt idx="844">
                <c:v>0.844</c:v>
              </c:pt>
              <c:pt idx="845">
                <c:v>0.8449999999999999</c:v>
              </c:pt>
              <c:pt idx="846">
                <c:v>0.8460000000000001</c:v>
              </c:pt>
              <c:pt idx="847">
                <c:v>0.847</c:v>
              </c:pt>
              <c:pt idx="848">
                <c:v>0.848</c:v>
              </c:pt>
              <c:pt idx="849">
                <c:v>0.8489999999999999</c:v>
              </c:pt>
              <c:pt idx="850">
                <c:v>0.8500000000000001</c:v>
              </c:pt>
              <c:pt idx="851">
                <c:v>0.851</c:v>
              </c:pt>
              <c:pt idx="852">
                <c:v>0.852</c:v>
              </c:pt>
              <c:pt idx="853">
                <c:v>0.8529999999999999</c:v>
              </c:pt>
              <c:pt idx="854">
                <c:v>0.8540000000000001</c:v>
              </c:pt>
              <c:pt idx="855">
                <c:v>0.855</c:v>
              </c:pt>
              <c:pt idx="856">
                <c:v>0.856</c:v>
              </c:pt>
              <c:pt idx="857">
                <c:v>0.857</c:v>
              </c:pt>
              <c:pt idx="858">
                <c:v>0.8580000000000001</c:v>
              </c:pt>
              <c:pt idx="859">
                <c:v>0.859</c:v>
              </c:pt>
              <c:pt idx="860">
                <c:v>0.86</c:v>
              </c:pt>
              <c:pt idx="861">
                <c:v>0.861</c:v>
              </c:pt>
              <c:pt idx="862">
                <c:v>0.8620000000000001</c:v>
              </c:pt>
              <c:pt idx="863">
                <c:v>0.863</c:v>
              </c:pt>
              <c:pt idx="864">
                <c:v>0.864</c:v>
              </c:pt>
              <c:pt idx="865">
                <c:v>0.865</c:v>
              </c:pt>
              <c:pt idx="866">
                <c:v>0.8659999999999999</c:v>
              </c:pt>
              <c:pt idx="867">
                <c:v>0.867</c:v>
              </c:pt>
              <c:pt idx="868">
                <c:v>0.868</c:v>
              </c:pt>
              <c:pt idx="869">
                <c:v>0.869</c:v>
              </c:pt>
              <c:pt idx="870">
                <c:v>0.8699999999999999</c:v>
              </c:pt>
              <c:pt idx="871">
                <c:v>0.8710000000000001</c:v>
              </c:pt>
              <c:pt idx="872">
                <c:v>0.872</c:v>
              </c:pt>
              <c:pt idx="873">
                <c:v>0.873</c:v>
              </c:pt>
              <c:pt idx="874">
                <c:v>0.8739999999999999</c:v>
              </c:pt>
              <c:pt idx="875">
                <c:v>0.8750000000000001</c:v>
              </c:pt>
              <c:pt idx="876">
                <c:v>0.876</c:v>
              </c:pt>
              <c:pt idx="877">
                <c:v>0.877</c:v>
              </c:pt>
              <c:pt idx="878">
                <c:v>0.8779999999999999</c:v>
              </c:pt>
              <c:pt idx="879">
                <c:v>0.8790000000000001</c:v>
              </c:pt>
              <c:pt idx="880">
                <c:v>0.88</c:v>
              </c:pt>
              <c:pt idx="881">
                <c:v>0.881</c:v>
              </c:pt>
              <c:pt idx="882">
                <c:v>0.882</c:v>
              </c:pt>
              <c:pt idx="883">
                <c:v>0.8830000000000001</c:v>
              </c:pt>
              <c:pt idx="884">
                <c:v>0.884</c:v>
              </c:pt>
              <c:pt idx="885">
                <c:v>0.885</c:v>
              </c:pt>
              <c:pt idx="886">
                <c:v>0.886</c:v>
              </c:pt>
              <c:pt idx="887">
                <c:v>0.8870000000000001</c:v>
              </c:pt>
              <c:pt idx="888">
                <c:v>0.888</c:v>
              </c:pt>
              <c:pt idx="889">
                <c:v>0.889</c:v>
              </c:pt>
              <c:pt idx="890">
                <c:v>0.89</c:v>
              </c:pt>
              <c:pt idx="891">
                <c:v>0.8909999999999999</c:v>
              </c:pt>
              <c:pt idx="892">
                <c:v>0.892</c:v>
              </c:pt>
              <c:pt idx="893">
                <c:v>0.893</c:v>
              </c:pt>
              <c:pt idx="894">
                <c:v>0.894</c:v>
              </c:pt>
              <c:pt idx="895">
                <c:v>0.8949999999999999</c:v>
              </c:pt>
              <c:pt idx="896">
                <c:v>0.8960000000000001</c:v>
              </c:pt>
              <c:pt idx="897">
                <c:v>0.897</c:v>
              </c:pt>
              <c:pt idx="898">
                <c:v>0.898</c:v>
              </c:pt>
              <c:pt idx="899">
                <c:v>0.8989999999999999</c:v>
              </c:pt>
              <c:pt idx="900">
                <c:v>0.9000000000000001</c:v>
              </c:pt>
              <c:pt idx="901">
                <c:v>0.901</c:v>
              </c:pt>
              <c:pt idx="902">
                <c:v>0.902</c:v>
              </c:pt>
              <c:pt idx="903">
                <c:v>0.9029999999999999</c:v>
              </c:pt>
              <c:pt idx="904">
                <c:v>0.9040000000000001</c:v>
              </c:pt>
              <c:pt idx="905">
                <c:v>0.905</c:v>
              </c:pt>
              <c:pt idx="906">
                <c:v>0.906</c:v>
              </c:pt>
              <c:pt idx="907">
                <c:v>0.907</c:v>
              </c:pt>
              <c:pt idx="908">
                <c:v>0.9080000000000001</c:v>
              </c:pt>
              <c:pt idx="909">
                <c:v>0.909</c:v>
              </c:pt>
              <c:pt idx="910">
                <c:v>0.91</c:v>
              </c:pt>
              <c:pt idx="911">
                <c:v>0.911</c:v>
              </c:pt>
              <c:pt idx="912">
                <c:v>0.9120000000000001</c:v>
              </c:pt>
              <c:pt idx="913">
                <c:v>0.913</c:v>
              </c:pt>
              <c:pt idx="914">
                <c:v>0.914</c:v>
              </c:pt>
              <c:pt idx="915">
                <c:v>0.915</c:v>
              </c:pt>
              <c:pt idx="916">
                <c:v>0.9159999999999999</c:v>
              </c:pt>
              <c:pt idx="917">
                <c:v>0.917</c:v>
              </c:pt>
              <c:pt idx="918">
                <c:v>0.918</c:v>
              </c:pt>
              <c:pt idx="919">
                <c:v>0.919</c:v>
              </c:pt>
              <c:pt idx="920">
                <c:v>0.9199999999999999</c:v>
              </c:pt>
              <c:pt idx="921">
                <c:v>0.9210000000000002</c:v>
              </c:pt>
              <c:pt idx="922">
                <c:v>0.922</c:v>
              </c:pt>
              <c:pt idx="923">
                <c:v>0.923</c:v>
              </c:pt>
              <c:pt idx="924">
                <c:v>0.9239999999999999</c:v>
              </c:pt>
              <c:pt idx="925">
                <c:v>0.9250000000000002</c:v>
              </c:pt>
              <c:pt idx="926">
                <c:v>0.926</c:v>
              </c:pt>
              <c:pt idx="927">
                <c:v>0.927</c:v>
              </c:pt>
              <c:pt idx="928">
                <c:v>0.9279999999999999</c:v>
              </c:pt>
              <c:pt idx="929">
                <c:v>0.9290000000000002</c:v>
              </c:pt>
              <c:pt idx="930">
                <c:v>0.93</c:v>
              </c:pt>
              <c:pt idx="931">
                <c:v>0.931</c:v>
              </c:pt>
              <c:pt idx="932">
                <c:v>0.932</c:v>
              </c:pt>
              <c:pt idx="933">
                <c:v>0.9330000000000002</c:v>
              </c:pt>
              <c:pt idx="934">
                <c:v>0.934</c:v>
              </c:pt>
              <c:pt idx="935">
                <c:v>0.935</c:v>
              </c:pt>
              <c:pt idx="936">
                <c:v>0.936</c:v>
              </c:pt>
              <c:pt idx="937">
                <c:v>0.9370000000000002</c:v>
              </c:pt>
              <c:pt idx="938">
                <c:v>0.9380000000000001</c:v>
              </c:pt>
              <c:pt idx="939">
                <c:v>0.9390000000000001</c:v>
              </c:pt>
              <c:pt idx="940">
                <c:v>0.9400000000000001</c:v>
              </c:pt>
              <c:pt idx="941">
                <c:v>0.941</c:v>
              </c:pt>
              <c:pt idx="942">
                <c:v>0.9420000000000001</c:v>
              </c:pt>
              <c:pt idx="943">
                <c:v>0.9430000000000001</c:v>
              </c:pt>
              <c:pt idx="944">
                <c:v>0.9440000000000001</c:v>
              </c:pt>
              <c:pt idx="945">
                <c:v>0.945</c:v>
              </c:pt>
              <c:pt idx="946">
                <c:v>0.9460000000000002</c:v>
              </c:pt>
              <c:pt idx="947">
                <c:v>0.9470000000000001</c:v>
              </c:pt>
              <c:pt idx="948">
                <c:v>0.9480000000000001</c:v>
              </c:pt>
              <c:pt idx="949">
                <c:v>0.949</c:v>
              </c:pt>
              <c:pt idx="950">
                <c:v>0.9500000000000002</c:v>
              </c:pt>
              <c:pt idx="951">
                <c:v>0.9510000000000001</c:v>
              </c:pt>
              <c:pt idx="952">
                <c:v>0.9520000000000001</c:v>
              </c:pt>
              <c:pt idx="953">
                <c:v>0.953</c:v>
              </c:pt>
              <c:pt idx="954">
                <c:v>0.9540000000000002</c:v>
              </c:pt>
              <c:pt idx="955">
                <c:v>0.9550000000000001</c:v>
              </c:pt>
              <c:pt idx="956">
                <c:v>0.9560000000000001</c:v>
              </c:pt>
              <c:pt idx="957">
                <c:v>0.9570000000000001</c:v>
              </c:pt>
              <c:pt idx="958">
                <c:v>0.9580000000000002</c:v>
              </c:pt>
              <c:pt idx="959">
                <c:v>0.9590000000000001</c:v>
              </c:pt>
              <c:pt idx="960">
                <c:v>0.9599999999999999</c:v>
              </c:pt>
              <c:pt idx="961">
                <c:v>0.9610000000000001</c:v>
              </c:pt>
              <c:pt idx="962">
                <c:v>0.962</c:v>
              </c:pt>
              <c:pt idx="963">
                <c:v>0.963</c:v>
              </c:pt>
              <c:pt idx="964">
                <c:v>0.9639999999999999</c:v>
              </c:pt>
              <c:pt idx="965">
                <c:v>0.9650000000000001</c:v>
              </c:pt>
              <c:pt idx="966">
                <c:v>0.966</c:v>
              </c:pt>
              <c:pt idx="967">
                <c:v>0.967</c:v>
              </c:pt>
              <c:pt idx="968">
                <c:v>0.968</c:v>
              </c:pt>
              <c:pt idx="969">
                <c:v>0.9690000000000001</c:v>
              </c:pt>
              <c:pt idx="970">
                <c:v>0.97</c:v>
              </c:pt>
              <c:pt idx="971">
                <c:v>0.971</c:v>
              </c:pt>
              <c:pt idx="972">
                <c:v>0.972</c:v>
              </c:pt>
              <c:pt idx="973">
                <c:v>0.9730000000000001</c:v>
              </c:pt>
              <c:pt idx="974">
                <c:v>0.974</c:v>
              </c:pt>
              <c:pt idx="975">
                <c:v>0.975</c:v>
              </c:pt>
              <c:pt idx="976">
                <c:v>0.976</c:v>
              </c:pt>
              <c:pt idx="977">
                <c:v>0.9769999999999999</c:v>
              </c:pt>
              <c:pt idx="978">
                <c:v>0.978</c:v>
              </c:pt>
              <c:pt idx="979">
                <c:v>0.979</c:v>
              </c:pt>
              <c:pt idx="980">
                <c:v>0.98</c:v>
              </c:pt>
              <c:pt idx="981">
                <c:v>0.9809999999999999</c:v>
              </c:pt>
              <c:pt idx="982">
                <c:v>0.9820000000000001</c:v>
              </c:pt>
              <c:pt idx="983">
                <c:v>0.983</c:v>
              </c:pt>
              <c:pt idx="984">
                <c:v>0.984</c:v>
              </c:pt>
              <c:pt idx="985">
                <c:v>0.9849999999999999</c:v>
              </c:pt>
              <c:pt idx="986">
                <c:v>0.9860000000000001</c:v>
              </c:pt>
              <c:pt idx="987">
                <c:v>0.987</c:v>
              </c:pt>
              <c:pt idx="988">
                <c:v>0.988</c:v>
              </c:pt>
              <c:pt idx="989">
                <c:v>0.9889999999999999</c:v>
              </c:pt>
              <c:pt idx="990">
                <c:v>0.9900000000000001</c:v>
              </c:pt>
              <c:pt idx="991">
                <c:v>0.991</c:v>
              </c:pt>
              <c:pt idx="992">
                <c:v>0.992</c:v>
              </c:pt>
              <c:pt idx="993">
                <c:v>0.993</c:v>
              </c:pt>
              <c:pt idx="994">
                <c:v>0.9940000000000001</c:v>
              </c:pt>
              <c:pt idx="995">
                <c:v>0.995</c:v>
              </c:pt>
              <c:pt idx="996">
                <c:v>0.996</c:v>
              </c:pt>
              <c:pt idx="997">
                <c:v>0.997</c:v>
              </c:pt>
              <c:pt idx="998">
                <c:v>0.9980000000000001</c:v>
              </c:pt>
              <c:pt idx="999">
                <c:v>0.999</c:v>
              </c:pt>
              <c:pt idx="1000">
                <c:v>1</c:v>
              </c:pt>
            </c:numLit>
          </c:xVal>
          <c:yVal>
            <c:numLit>
              <c:formatCode>0.0</c:formatCode>
              <c:ptCount val="1001"/>
              <c:pt idx="0">
                <c:v>0.4099086386783548</c:v>
              </c:pt>
              <c:pt idx="1">
                <c:v>0.4099082359010319</c:v>
              </c:pt>
              <c:pt idx="2">
                <c:v>0.4099070275691724</c:v>
              </c:pt>
              <c:pt idx="3">
                <c:v>0.4099050136831036</c:v>
              </c:pt>
              <c:pt idx="4">
                <c:v>0.4099021942433713</c:v>
              </c:pt>
              <c:pt idx="5">
                <c:v>0.4098985692507401</c:v>
              </c:pt>
              <c:pt idx="6">
                <c:v>0.40989413870619346</c:v>
              </c:pt>
              <c:pt idx="7">
                <c:v>0.4098889026109346</c:v>
              </c:pt>
              <c:pt idx="8">
                <c:v>0.40988286096638693</c:v>
              </c:pt>
              <c:pt idx="9">
                <c:v>0.4098760137741946</c:v>
              </c:pt>
              <c:pt idx="10">
                <c:v>0.4098683610362236</c:v>
              </c:pt>
              <c:pt idx="11">
                <c:v>0.4098599027545626</c:v>
              </c:pt>
              <c:pt idx="12">
                <c:v>0.40985063893152385</c:v>
              </c:pt>
              <c:pt idx="13">
                <c:v>0.4098405695696445</c:v>
              </c:pt>
              <c:pt idx="14">
                <c:v>0.40982969467168784</c:v>
              </c:pt>
              <c:pt idx="15">
                <c:v>0.40981801424064446</c:v>
              </c:pt>
              <c:pt idx="16">
                <c:v>0.40980552827973415</c:v>
              </c:pt>
              <c:pt idx="17">
                <c:v>0.40979223679240706</c:v>
              </c:pt>
              <c:pt idx="18">
                <c:v>0.4097781397823455</c:v>
              </c:pt>
              <c:pt idx="19">
                <c:v>0.4097632372534661</c:v>
              </c:pt>
              <c:pt idx="20">
                <c:v>0.4097475292099211</c:v>
              </c:pt>
              <c:pt idx="21">
                <c:v>0.4097310156561008</c:v>
              </c:pt>
              <c:pt idx="22">
                <c:v>0.4097136965966359</c:v>
              </c:pt>
              <c:pt idx="23">
                <c:v>0.4096955720363991</c:v>
              </c:pt>
              <c:pt idx="24">
                <c:v>0.40967664198050785</c:v>
              </c:pt>
              <c:pt idx="25">
                <c:v>0.40965690643432684</c:v>
              </c:pt>
              <c:pt idx="26">
                <c:v>0.40963636540347037</c:v>
              </c:pt>
              <c:pt idx="27">
                <c:v>0.4096150188938052</c:v>
              </c:pt>
              <c:pt idx="28">
                <c:v>0.40959286691145325</c:v>
              </c:pt>
              <c:pt idx="29">
                <c:v>0.40956990946279453</c:v>
              </c:pt>
              <c:pt idx="30">
                <c:v>0.4095461465544699</c:v>
              </c:pt>
              <c:pt idx="31">
                <c:v>0.40952157819338475</c:v>
              </c:pt>
              <c:pt idx="32">
                <c:v>0.40949620438671147</c:v>
              </c:pt>
              <c:pt idx="33">
                <c:v>0.4094700251418933</c:v>
              </c:pt>
              <c:pt idx="34">
                <c:v>0.40944304046664753</c:v>
              </c:pt>
              <c:pt idx="35">
                <c:v>0.4094152503689693</c:v>
              </c:pt>
              <c:pt idx="36">
                <c:v>0.40938665485713477</c:v>
              </c:pt>
              <c:pt idx="37">
                <c:v>0.40935725393970523</c:v>
              </c:pt>
              <c:pt idx="38">
                <c:v>0.4093270476255309</c:v>
              </c:pt>
              <c:pt idx="39">
                <c:v>0.4092960359237549</c:v>
              </c:pt>
              <c:pt idx="40">
                <c:v>0.4092642188438171</c:v>
              </c:pt>
              <c:pt idx="41">
                <c:v>0.40923159639545853</c:v>
              </c:pt>
              <c:pt idx="42">
                <c:v>0.40919816858872565</c:v>
              </c:pt>
              <c:pt idx="43">
                <c:v>0.4091639354339745</c:v>
              </c:pt>
              <c:pt idx="44">
                <c:v>0.4091288969418755</c:v>
              </c:pt>
              <c:pt idx="45">
                <c:v>0.40909305312341776</c:v>
              </c:pt>
              <c:pt idx="46">
                <c:v>0.4090564039899141</c:v>
              </c:pt>
              <c:pt idx="47">
                <c:v>0.40901894955300544</c:v>
              </c:pt>
              <c:pt idx="48">
                <c:v>0.40898068982466596</c:v>
              </c:pt>
              <c:pt idx="49">
                <c:v>0.4089416248172082</c:v>
              </c:pt>
              <c:pt idx="50">
                <c:v>0.4089017545432878</c:v>
              </c:pt>
              <c:pt idx="51">
                <c:v>0.40886107901590935</c:v>
              </c:pt>
              <c:pt idx="52">
                <c:v>0.40881959824843084</c:v>
              </c:pt>
              <c:pt idx="53">
                <c:v>0.4087773122545699</c:v>
              </c:pt>
              <c:pt idx="54">
                <c:v>0.40873422104840884</c:v>
              </c:pt>
              <c:pt idx="55">
                <c:v>0.4086903246444004</c:v>
              </c:pt>
              <c:pt idx="56">
                <c:v>0.4086456230573737</c:v>
              </c:pt>
              <c:pt idx="57">
                <c:v>0.4086001163025394</c:v>
              </c:pt>
              <c:pt idx="58">
                <c:v>0.4085538043954965</c:v>
              </c:pt>
              <c:pt idx="59">
                <c:v>0.40850668735223783</c:v>
              </c:pt>
              <c:pt idx="60">
                <c:v>0.4084587651891562</c:v>
              </c:pt>
              <c:pt idx="61">
                <c:v>0.408410037923051</c:v>
              </c:pt>
              <c:pt idx="62">
                <c:v>0.4083605055711339</c:v>
              </c:pt>
              <c:pt idx="63">
                <c:v>0.40831016815103593</c:v>
              </c:pt>
              <c:pt idx="64">
                <c:v>0.4082590256808137</c:v>
              </c:pt>
              <c:pt idx="65">
                <c:v>0.4082070781789558</c:v>
              </c:pt>
              <c:pt idx="66">
                <c:v>0.4081543256643901</c:v>
              </c:pt>
              <c:pt idx="67">
                <c:v>0.40810076815649005</c:v>
              </c:pt>
              <c:pt idx="68">
                <c:v>0.4080464056750817</c:v>
              </c:pt>
              <c:pt idx="69">
                <c:v>0.407991238240451</c:v>
              </c:pt>
              <c:pt idx="70">
                <c:v>0.4079352658733507</c:v>
              </c:pt>
              <c:pt idx="71">
                <c:v>0.40787848859500747</c:v>
              </c:pt>
              <c:pt idx="72">
                <c:v>0.4078209064271292</c:v>
              </c:pt>
              <c:pt idx="73">
                <c:v>0.4077625193919128</c:v>
              </c:pt>
              <c:pt idx="74">
                <c:v>0.4077033275120511</c:v>
              </c:pt>
              <c:pt idx="75">
                <c:v>0.40764333081074094</c:v>
              </c:pt>
              <c:pt idx="76">
                <c:v>0.40758252931169037</c:v>
              </c:pt>
              <c:pt idx="77">
                <c:v>0.40752092303912696</c:v>
              </c:pt>
              <c:pt idx="78">
                <c:v>0.4074585120178051</c:v>
              </c:pt>
              <c:pt idx="79">
                <c:v>0.4073952962730144</c:v>
              </c:pt>
              <c:pt idx="80">
                <c:v>0.40733127583058765</c:v>
              </c:pt>
              <c:pt idx="81">
                <c:v>0.40726645071690853</c:v>
              </c:pt>
              <c:pt idx="82">
                <c:v>0.40720082095892063</c:v>
              </c:pt>
              <c:pt idx="83">
                <c:v>0.4071343865841347</c:v>
              </c:pt>
              <c:pt idx="84">
                <c:v>0.40706714762063834</c:v>
              </c:pt>
              <c:pt idx="85">
                <c:v>0.40699910409710316</c:v>
              </c:pt>
              <c:pt idx="86">
                <c:v>0.4069302560427945</c:v>
              </c:pt>
              <c:pt idx="87">
                <c:v>0.40686060348757913</c:v>
              </c:pt>
              <c:pt idx="88">
                <c:v>0.40679014646193484</c:v>
              </c:pt>
              <c:pt idx="89">
                <c:v>0.4067188849969587</c:v>
              </c:pt>
              <c:pt idx="90">
                <c:v>0.40664681912437595</c:v>
              </c:pt>
              <c:pt idx="91">
                <c:v>0.40657394887654974</c:v>
              </c:pt>
              <c:pt idx="92">
                <c:v>0.40650027428648916</c:v>
              </c:pt>
              <c:pt idx="93">
                <c:v>0.4064257953878591</c:v>
              </c:pt>
              <c:pt idx="94">
                <c:v>0.4063505122149894</c:v>
              </c:pt>
              <c:pt idx="95">
                <c:v>0.40627442480288406</c:v>
              </c:pt>
              <c:pt idx="96">
                <c:v>0.40619753318723056</c:v>
              </c:pt>
              <c:pt idx="97">
                <c:v>0.40611983740440954</c:v>
              </c:pt>
              <c:pt idx="98">
                <c:v>0.40604133749150423</c:v>
              </c:pt>
              <c:pt idx="99">
                <c:v>0.40596203348631027</c:v>
              </c:pt>
              <c:pt idx="100">
                <c:v>0.4058819254273451</c:v>
              </c:pt>
              <c:pt idx="101">
                <c:v>0.4058010133538581</c:v>
              </c:pt>
              <c:pt idx="102">
                <c:v>0.4057192973058403</c:v>
              </c:pt>
              <c:pt idx="103">
                <c:v>0.405636777324034</c:v>
              </c:pt>
              <c:pt idx="104">
                <c:v>0.40555345344994365</c:v>
              </c:pt>
              <c:pt idx="105">
                <c:v>0.40546932572584493</c:v>
              </c:pt>
              <c:pt idx="106">
                <c:v>0.4053843941947954</c:v>
              </c:pt>
              <c:pt idx="107">
                <c:v>0.4052986589006448</c:v>
              </c:pt>
              <c:pt idx="108">
                <c:v>0.4052121198880453</c:v>
              </c:pt>
              <c:pt idx="109">
                <c:v>0.4051247772024613</c:v>
              </c:pt>
              <c:pt idx="110">
                <c:v>0.4050366308901809</c:v>
              </c:pt>
              <c:pt idx="111">
                <c:v>0.40494768099832534</c:v>
              </c:pt>
              <c:pt idx="112">
                <c:v>0.4048579275748603</c:v>
              </c:pt>
              <c:pt idx="113">
                <c:v>0.4047673706686061</c:v>
              </c:pt>
              <c:pt idx="114">
                <c:v>0.4046760103292485</c:v>
              </c:pt>
              <c:pt idx="115">
                <c:v>0.4045838466073495</c:v>
              </c:pt>
              <c:pt idx="116">
                <c:v>0.40449087955435803</c:v>
              </c:pt>
              <c:pt idx="117">
                <c:v>0.404397109222621</c:v>
              </c:pt>
              <c:pt idx="118">
                <c:v>0.40430253566539376</c:v>
              </c:pt>
              <c:pt idx="119">
                <c:v>0.4042071589368517</c:v>
              </c:pt>
              <c:pt idx="120">
                <c:v>0.4041109790921008</c:v>
              </c:pt>
              <c:pt idx="121">
                <c:v>0.4040139961871888</c:v>
              </c:pt>
              <c:pt idx="122">
                <c:v>0.40391621027911656</c:v>
              </c:pt>
              <c:pt idx="123">
                <c:v>0.4038176214258488</c:v>
              </c:pt>
              <c:pt idx="124">
                <c:v>0.40371822968632587</c:v>
              </c:pt>
              <c:pt idx="125">
                <c:v>0.4036180351204746</c:v>
              </c:pt>
              <c:pt idx="126">
                <c:v>0.40351703778921966</c:v>
              </c:pt>
              <c:pt idx="127">
                <c:v>0.4034152377544952</c:v>
              </c:pt>
              <c:pt idx="128">
                <c:v>0.4033126350792561</c:v>
              </c:pt>
              <c:pt idx="129">
                <c:v>0.4032092298274892</c:v>
              </c:pt>
              <c:pt idx="130">
                <c:v>0.40310502206422527</c:v>
              </c:pt>
              <c:pt idx="131">
                <c:v>0.40300001185555007</c:v>
              </c:pt>
              <c:pt idx="132">
                <c:v>0.40289419926861614</c:v>
              </c:pt>
              <c:pt idx="133">
                <c:v>0.40278758437165463</c:v>
              </c:pt>
              <c:pt idx="134">
                <c:v>0.4026801672339863</c:v>
              </c:pt>
              <c:pt idx="135">
                <c:v>0.4025719479260339</c:v>
              </c:pt>
              <c:pt idx="136">
                <c:v>0.40246292651933346</c:v>
              </c:pt>
              <c:pt idx="137">
                <c:v>0.402353103086546</c:v>
              </c:pt>
              <c:pt idx="138">
                <c:v>0.40224247770146954</c:v>
              </c:pt>
              <c:pt idx="139">
                <c:v>0.40213105043905073</c:v>
              </c:pt>
              <c:pt idx="140">
                <c:v>0.40201882137539674</c:v>
              </c:pt>
              <c:pt idx="141">
                <c:v>0.4019057905877867</c:v>
              </c:pt>
              <c:pt idx="142">
                <c:v>0.4017919581546844</c:v>
              </c:pt>
              <c:pt idx="143">
                <c:v>0.40167732415574914</c:v>
              </c:pt>
              <c:pt idx="144">
                <c:v>0.40156188867184844</c:v>
              </c:pt>
              <c:pt idx="145">
                <c:v>0.40144565178506947</c:v>
              </c:pt>
              <c:pt idx="146">
                <c:v>0.401328613578731</c:v>
              </c:pt>
              <c:pt idx="147">
                <c:v>0.40121077413739564</c:v>
              </c:pt>
              <c:pt idx="148">
                <c:v>0.4010921335468814</c:v>
              </c:pt>
              <c:pt idx="149">
                <c:v>0.40097269189427387</c:v>
              </c:pt>
              <c:pt idx="150">
                <c:v>0.400852449267938</c:v>
              </c:pt>
              <c:pt idx="151">
                <c:v>0.4007314057575302</c:v>
              </c:pt>
              <c:pt idx="152">
                <c:v>0.40060956145401005</c:v>
              </c:pt>
              <c:pt idx="153">
                <c:v>0.4004869164496525</c:v>
              </c:pt>
              <c:pt idx="154">
                <c:v>0.40036347083805984</c:v>
              </c:pt>
              <c:pt idx="155">
                <c:v>0.4002392247141732</c:v>
              </c:pt>
              <c:pt idx="156">
                <c:v>0.400114178174285</c:v>
              </c:pt>
              <c:pt idx="157">
                <c:v>0.3999883313160506</c:v>
              </c:pt>
              <c:pt idx="158">
                <c:v>0.39986168423850016</c:v>
              </c:pt>
              <c:pt idx="159">
                <c:v>0.3997342370420506</c:v>
              </c:pt>
              <c:pt idx="160">
                <c:v>0.3996059898285176</c:v>
              </c:pt>
              <c:pt idx="161">
                <c:v>0.39947694270112705</c:v>
              </c:pt>
              <c:pt idx="162">
                <c:v>0.3993470957645275</c:v>
              </c:pt>
              <c:pt idx="163">
                <c:v>0.3992164491248013</c:v>
              </c:pt>
              <c:pt idx="164">
                <c:v>0.39908500288947674</c:v>
              </c:pt>
              <c:pt idx="165">
                <c:v>0.39895275716753986</c:v>
              </c:pt>
              <c:pt idx="166">
                <c:v>0.3988197120694458</c:v>
              </c:pt>
              <c:pt idx="167">
                <c:v>0.3986858677071307</c:v>
              </c:pt>
              <c:pt idx="168">
                <c:v>0.39855122419402367</c:v>
              </c:pt>
              <c:pt idx="169">
                <c:v>0.3984157816450575</c:v>
              </c:pt>
              <c:pt idx="170">
                <c:v>0.39827954017668105</c:v>
              </c:pt>
              <c:pt idx="171">
                <c:v>0.39814249990687045</c:v>
              </c:pt>
              <c:pt idx="172">
                <c:v>0.39800466095514037</c:v>
              </c:pt>
              <c:pt idx="173">
                <c:v>0.3978660234425558</c:v>
              </c:pt>
              <c:pt idx="174">
                <c:v>0.397726587491743</c:v>
              </c:pt>
              <c:pt idx="175">
                <c:v>0.39758635322690106</c:v>
              </c:pt>
              <c:pt idx="176">
                <c:v>0.39744532077381306</c:v>
              </c:pt>
              <c:pt idx="177">
                <c:v>0.39730349025985723</c:v>
              </c:pt>
              <c:pt idx="178">
                <c:v>0.39716086181401783</c:v>
              </c:pt>
              <c:pt idx="179">
                <c:v>0.39701743556689667</c:v>
              </c:pt>
              <c:pt idx="180">
                <c:v>0.39687321165072365</c:v>
              </c:pt>
              <c:pt idx="181">
                <c:v>0.3967281901993675</c:v>
              </c:pt>
              <c:pt idx="182">
                <c:v>0.3965823713483472</c:v>
              </c:pt>
              <c:pt idx="183">
                <c:v>0.39643575523484215</c:v>
              </c:pt>
              <c:pt idx="184">
                <c:v>0.39628834199770296</c:v>
              </c:pt>
              <c:pt idx="185">
                <c:v>0.39614013177746193</c:v>
              </c:pt>
              <c:pt idx="186">
                <c:v>0.39599112471634373</c:v>
              </c:pt>
              <c:pt idx="187">
                <c:v>0.3958413209582753</c:v>
              </c:pt>
              <c:pt idx="188">
                <c:v>0.39569072064889665</c:v>
              </c:pt>
              <c:pt idx="189">
                <c:v>0.3955393239355706</c:v>
              </c:pt>
              <c:pt idx="190">
                <c:v>0.395387130967393</c:v>
              </c:pt>
              <c:pt idx="191">
                <c:v>0.3952341418952024</c:v>
              </c:pt>
              <c:pt idx="192">
                <c:v>0.3950803568715903</c:v>
              </c:pt>
              <c:pt idx="193">
                <c:v>0.39492577605091067</c:v>
              </c:pt>
              <c:pt idx="194">
                <c:v>0.3947703995892891</c:v>
              </c:pt>
              <c:pt idx="195">
                <c:v>0.39461422764463305</c:v>
              </c:pt>
              <c:pt idx="196">
                <c:v>0.3944572603766404</c:v>
              </c:pt>
              <c:pt idx="197">
                <c:v>0.39429949794680924</c:v>
              </c:pt>
              <c:pt idx="198">
                <c:v>0.3941409405184464</c:v>
              </c:pt>
              <c:pt idx="199">
                <c:v>0.39398158825667695</c:v>
              </c:pt>
              <c:pt idx="200">
                <c:v>0.3938214413284523</c:v>
              </c:pt>
              <c:pt idx="201">
                <c:v>0.39366049990255947</c:v>
              </c:pt>
              <c:pt idx="202">
                <c:v>0.39349876414962903</c:v>
              </c:pt>
              <c:pt idx="203">
                <c:v>0.39333623424214376</c:v>
              </c:pt>
              <c:pt idx="204">
                <c:v>0.3931729103544467</c:v>
              </c:pt>
              <c:pt idx="205">
                <c:v>0.39300879266274885</c:v>
              </c:pt>
              <c:pt idx="206">
                <c:v>0.3928438813451376</c:v>
              </c:pt>
              <c:pt idx="207">
                <c:v>0.3926781765815837</c:v>
              </c:pt>
              <c:pt idx="208">
                <c:v>0.3925116785539495</c:v>
              </c:pt>
              <c:pt idx="209">
                <c:v>0.39234438744599515</c:v>
              </c:pt>
              <c:pt idx="210">
                <c:v>0.39217630344338683</c:v>
              </c:pt>
              <c:pt idx="211">
                <c:v>0.392007426733703</c:v>
              </c:pt>
              <c:pt idx="212">
                <c:v>0.3918377575064412</c:v>
              </c:pt>
              <c:pt idx="213">
                <c:v>0.39166729595302463</c:v>
              </c:pt>
              <c:pt idx="214">
                <c:v>0.3914960422668087</c:v>
              </c:pt>
              <c:pt idx="215">
                <c:v>0.3913239966430864</c:v>
              </c:pt>
              <c:pt idx="216">
                <c:v>0.3911511592790953</c:v>
              </c:pt>
              <c:pt idx="217">
                <c:v>0.39097753037402205</c:v>
              </c:pt>
              <c:pt idx="218">
                <c:v>0.3908031101290086</c:v>
              </c:pt>
              <c:pt idx="219">
                <c:v>0.3906278987471572</c:v>
              </c:pt>
              <c:pt idx="220">
                <c:v>0.39045189643353523</c:v>
              </c:pt>
              <c:pt idx="221">
                <c:v>0.3902751033951801</c:v>
              </c:pt>
              <c:pt idx="222">
                <c:v>0.3900975198411039</c:v>
              </c:pt>
              <c:pt idx="223">
                <c:v>0.38991914598229727</c:v>
              </c:pt>
              <c:pt idx="224">
                <c:v>0.3897399820317337</c:v>
              </c:pt>
              <c:pt idx="225">
                <c:v>0.38956002820437313</c:v>
              </c:pt>
              <c:pt idx="226">
                <c:v>0.38937928471716554</c:v>
              </c:pt>
              <c:pt idx="227">
                <c:v>0.38919775178905414</c:v>
              </c:pt>
              <c:pt idx="228">
                <c:v>0.3890154296409782</c:v>
              </c:pt>
              <c:pt idx="229">
                <c:v>0.38883231849587574</c:v>
              </c:pt>
              <c:pt idx="230">
                <c:v>0.38864841857868615</c:v>
              </c:pt>
              <c:pt idx="231">
                <c:v>0.38846373011635177</c:v>
              </c:pt>
              <c:pt idx="232">
                <c:v>0.38827825333782023</c:v>
              </c:pt>
              <c:pt idx="233">
                <c:v>0.38809198847404563</c:v>
              </c:pt>
              <c:pt idx="234">
                <c:v>0.38790493575798984</c:v>
              </c:pt>
              <c:pt idx="235">
                <c:v>0.3877170954246231</c:v>
              </c:pt>
              <c:pt idx="236">
                <c:v>0.38752846771092514</c:v>
              </c:pt>
              <c:pt idx="237">
                <c:v>0.3873390528558847</c:v>
              </c:pt>
              <c:pt idx="238">
                <c:v>0.3871488511005002</c:v>
              </c:pt>
              <c:pt idx="239">
                <c:v>0.38695786268777854</c:v>
              </c:pt>
              <c:pt idx="240">
                <c:v>0.3867660878627349</c:v>
              </c:pt>
              <c:pt idx="241">
                <c:v>0.3865735268723915</c:v>
              </c:pt>
              <c:pt idx="242">
                <c:v>0.3863801799657759</c:v>
              </c:pt>
              <c:pt idx="243">
                <c:v>0.3861860473939193</c:v>
              </c:pt>
              <c:pt idx="244">
                <c:v>0.3859911294098546</c:v>
              </c:pt>
              <c:pt idx="245">
                <c:v>0.38579542626861346</c:v>
              </c:pt>
              <c:pt idx="246">
                <c:v>0.3855989382272234</c:v>
              </c:pt>
              <c:pt idx="247">
                <c:v>0.38540166554470495</c:v>
              </c:pt>
              <c:pt idx="248">
                <c:v>0.38520360848206725</c:v>
              </c:pt>
              <c:pt idx="249">
                <c:v>0.38500476730230454</c:v>
              </c:pt>
              <c:pt idx="250">
                <c:v>0.3848051422703912</c:v>
              </c:pt>
              <c:pt idx="251">
                <c:v>0.3846047336532773</c:v>
              </c:pt>
              <c:pt idx="252">
                <c:v>0.3844035417198827</c:v>
              </c:pt>
              <c:pt idx="253">
                <c:v>0.384201566741092</c:v>
              </c:pt>
              <c:pt idx="254">
                <c:v>0.38399880898974775</c:v>
              </c:pt>
              <c:pt idx="255">
                <c:v>0.38379526874064407</c:v>
              </c:pt>
              <c:pt idx="256">
                <c:v>0.38359094627051976</c:v>
              </c:pt>
              <c:pt idx="257">
                <c:v>0.3833858418580507</c:v>
              </c:pt>
              <c:pt idx="258">
                <c:v>0.38317995578384173</c:v>
              </c:pt>
              <c:pt idx="259">
                <c:v>0.38297328833041855</c:v>
              </c:pt>
              <c:pt idx="260">
                <c:v>0.38276583978221856</c:v>
              </c:pt>
              <c:pt idx="261">
                <c:v>0.38255761042558184</c:v>
              </c:pt>
              <c:pt idx="262">
                <c:v>0.382348600548741</c:v>
              </c:pt>
              <c:pt idx="263">
                <c:v>0.38213881044181114</c:v>
              </c:pt>
              <c:pt idx="264">
                <c:v>0.3819282403967788</c:v>
              </c:pt>
              <c:pt idx="265">
                <c:v>0.38171689070749076</c:v>
              </c:pt>
              <c:pt idx="266">
                <c:v>0.3815047616696424</c:v>
              </c:pt>
              <c:pt idx="267">
                <c:v>0.38129185358076517</c:v>
              </c:pt>
              <c:pt idx="268">
                <c:v>0.3810781667402137</c:v>
              </c:pt>
              <c:pt idx="269">
                <c:v>0.38086370144915266</c:v>
              </c:pt>
              <c:pt idx="270">
                <c:v>0.3806484580105425</c:v>
              </c:pt>
              <c:pt idx="271">
                <c:v>0.3804324367291253</c:v>
              </c:pt>
              <c:pt idx="272">
                <c:v>0.3802156379114096</c:v>
              </c:pt>
              <c:pt idx="273">
                <c:v>0.37999806186565505</c:v>
              </c:pt>
              <c:pt idx="274">
                <c:v>0.379779708901856</c:v>
              </c:pt>
              <c:pt idx="275">
                <c:v>0.37956057933172477</c:v>
              </c:pt>
              <c:pt idx="276">
                <c:v>0.37934067346867467</c:v>
              </c:pt>
              <c:pt idx="277">
                <c:v>0.3791199916278019</c:v>
              </c:pt>
              <c:pt idx="278">
                <c:v>0.37889853412586727</c:v>
              </c:pt>
              <c:pt idx="279">
                <c:v>0.37867630128127666</c:v>
              </c:pt>
              <c:pt idx="280">
                <c:v>0.378453293414062</c:v>
              </c:pt>
              <c:pt idx="281">
                <c:v>0.37822951084586054</c:v>
              </c:pt>
              <c:pt idx="282">
                <c:v>0.378004953899894</c:v>
              </c:pt>
              <c:pt idx="283">
                <c:v>0.3777796229009471</c:v>
              </c:pt>
              <c:pt idx="284">
                <c:v>0.37755351817534527</c:v>
              </c:pt>
              <c:pt idx="285">
                <c:v>0.37732664005093186</c:v>
              </c:pt>
              <c:pt idx="286">
                <c:v>0.3770989888570446</c:v>
              </c:pt>
              <c:pt idx="287">
                <c:v>0.37687056492449145</c:v>
              </c:pt>
              <c:pt idx="288">
                <c:v>0.37664136858552577</c:v>
              </c:pt>
              <c:pt idx="289">
                <c:v>0.3764114001738208</c:v>
              </c:pt>
              <c:pt idx="290">
                <c:v>0.3761806600244434</c:v>
              </c:pt>
              <c:pt idx="291">
                <c:v>0.37594914847382727</c:v>
              </c:pt>
              <c:pt idx="292">
                <c:v>0.3757168658597452</c:v>
              </c:pt>
              <c:pt idx="293">
                <c:v>0.3754838125212808</c:v>
              </c:pt>
              <c:pt idx="294">
                <c:v>0.37524998879879956</c:v>
              </c:pt>
              <c:pt idx="295">
                <c:v>0.37501539503391895</c:v>
              </c:pt>
              <c:pt idx="296">
                <c:v>0.3747800315694779</c:v>
              </c:pt>
              <c:pt idx="297">
                <c:v>0.37454389874950594</c:v>
              </c:pt>
              <c:pt idx="298">
                <c:v>0.3743069969191904</c:v>
              </c:pt>
              <c:pt idx="299">
                <c:v>0.37406932642484453</c:v>
              </c:pt>
              <c:pt idx="300">
                <c:v>0.37383088761387345</c:v>
              </c:pt>
              <c:pt idx="301">
                <c:v>0.37359168083474004</c:v>
              </c:pt>
              <c:pt idx="302">
                <c:v>0.3733517064369296</c:v>
              </c:pt>
              <c:pt idx="303">
                <c:v>0.37311096477091454</c:v>
              </c:pt>
              <c:pt idx="304">
                <c:v>0.3728694561881171</c:v>
              </c:pt>
              <c:pt idx="305">
                <c:v>0.3726271810408721</c:v>
              </c:pt>
              <c:pt idx="306">
                <c:v>0.37238413968238865</c:v>
              </c:pt>
              <c:pt idx="307">
                <c:v>0.372140332466711</c:v>
              </c:pt>
              <c:pt idx="308">
                <c:v>0.37189575974867867</c:v>
              </c:pt>
              <c:pt idx="309">
                <c:v>0.3716504218838853</c:v>
              </c:pt>
              <c:pt idx="310">
                <c:v>0.37140431922863754</c:v>
              </c:pt>
              <c:pt idx="311">
                <c:v>0.37115745213991186</c:v>
              </c:pt>
              <c:pt idx="312">
                <c:v>0.3709098209753119</c:v>
              </c:pt>
              <c:pt idx="313">
                <c:v>0.3706614260930236</c:v>
              </c:pt>
              <c:pt idx="314">
                <c:v>0.37041226785177034</c:v>
              </c:pt>
              <c:pt idx="315">
                <c:v>0.3701623466107668</c:v>
              </c:pt>
              <c:pt idx="316">
                <c:v>0.3699116627296722</c:v>
              </c:pt>
              <c:pt idx="317">
                <c:v>0.36966021656854214</c:v>
              </c:pt>
              <c:pt idx="318">
                <c:v>0.36940800848778016</c:v>
              </c:pt>
              <c:pt idx="319">
                <c:v>0.36915503884808787</c:v>
              </c:pt>
              <c:pt idx="320">
                <c:v>0.3689013080104142</c:v>
              </c:pt>
              <c:pt idx="321">
                <c:v>0.3686468163359042</c:v>
              </c:pt>
              <c:pt idx="322">
                <c:v>0.3683915641858463</c:v>
              </c:pt>
              <c:pt idx="323">
                <c:v>0.3681355519216185</c:v>
              </c:pt>
              <c:pt idx="324">
                <c:v>0.36787877990463463</c:v>
              </c:pt>
              <c:pt idx="325">
                <c:v>0.36762124849628824</c:v>
              </c:pt>
              <c:pt idx="326">
                <c:v>0.3673629580578968</c:v>
              </c:pt>
              <c:pt idx="327">
                <c:v>0.36710390895064376</c:v>
              </c:pt>
              <c:pt idx="328">
                <c:v>0.3668441015355205</c:v>
              </c:pt>
              <c:pt idx="329">
                <c:v>0.3665835361732666</c:v>
              </c:pt>
              <c:pt idx="330">
                <c:v>0.36632221322430986</c:v>
              </c:pt>
              <c:pt idx="331">
                <c:v>0.36606013304870444</c:v>
              </c:pt>
              <c:pt idx="332">
                <c:v>0.3657972960060684</c:v>
              </c:pt>
              <c:pt idx="333">
                <c:v>0.36553370245552064</c:v>
              </c:pt>
              <c:pt idx="334">
                <c:v>0.3652693527556155</c:v>
              </c:pt>
              <c:pt idx="335">
                <c:v>0.36500424726427794</c:v>
              </c:pt>
              <c:pt idx="336">
                <c:v>0.3647383863387362</c:v>
              </c:pt>
              <c:pt idx="337">
                <c:v>0.3644717703354543</c:v>
              </c:pt>
              <c:pt idx="338">
                <c:v>0.3642043996100634</c:v>
              </c:pt>
              <c:pt idx="339">
                <c:v>0.36393627451729116</c:v>
              </c:pt>
              <c:pt idx="340">
                <c:v>0.3636673954108914</c:v>
              </c:pt>
              <c:pt idx="341">
                <c:v>0.36339776264357143</c:v>
              </c:pt>
              <c:pt idx="342">
                <c:v>0.3631273765669191</c:v>
              </c:pt>
              <c:pt idx="343">
                <c:v>0.3628562375313283</c:v>
              </c:pt>
              <c:pt idx="344">
                <c:v>0.362584345885923</c:v>
              </c:pt>
              <c:pt idx="345">
                <c:v>0.3623117019784813</c:v>
              </c:pt>
              <c:pt idx="346">
                <c:v>0.36203830615535715</c:v>
              </c:pt>
              <c:pt idx="347">
                <c:v>0.36176415876140144</c:v>
              </c:pt>
              <c:pt idx="348">
                <c:v>0.3614892601398818</c:v>
              </c:pt>
              <c:pt idx="349">
                <c:v>0.3612136106324014</c:v>
              </c:pt>
              <c:pt idx="350">
                <c:v>0.36093721057881645</c:v>
              </c:pt>
              <c:pt idx="351">
                <c:v>0.3606600603171526</c:v>
              </c:pt>
              <c:pt idx="352">
                <c:v>0.3603821601835196</c:v>
              </c:pt>
              <c:pt idx="353">
                <c:v>0.36010351051202594</c:v>
              </c:pt>
              <c:pt idx="354">
                <c:v>0.3598241116346911</c:v>
              </c:pt>
              <c:pt idx="355">
                <c:v>0.359543963881357</c:v>
              </c:pt>
              <c:pt idx="356">
                <c:v>0.35926306757959886</c:v>
              </c:pt>
              <c:pt idx="357">
                <c:v>0.3589814230546334</c:v>
              </c:pt>
              <c:pt idx="358">
                <c:v>0.35869903062922726</c:v>
              </c:pt>
              <c:pt idx="359">
                <c:v>0.35841589062360363</c:v>
              </c:pt>
              <c:pt idx="360">
                <c:v>0.3581320033553471</c:v>
              </c:pt>
              <c:pt idx="361">
                <c:v>0.3578473691393081</c:v>
              </c:pt>
              <c:pt idx="362">
                <c:v>0.3575619882875057</c:v>
              </c:pt>
              <c:pt idx="363">
                <c:v>0.35727586110902865</c:v>
              </c:pt>
              <c:pt idx="364">
                <c:v>0.3569889879099365</c:v>
              </c:pt>
              <c:pt idx="365">
                <c:v>0.3567013689931578</c:v>
              </c:pt>
              <c:pt idx="366">
                <c:v>0.35641300465838804</c:v>
              </c:pt>
              <c:pt idx="367">
                <c:v>0.3561238952019862</c:v>
              </c:pt>
              <c:pt idx="368">
                <c:v>0.3558340409168697</c:v>
              </c:pt>
              <c:pt idx="369">
                <c:v>0.355543442092408</c:v>
              </c:pt>
              <c:pt idx="370">
                <c:v>0.3552520990143152</c:v>
              </c:pt>
              <c:pt idx="371">
                <c:v>0.35496001196454147</c:v>
              </c:pt>
              <c:pt idx="372">
                <c:v>0.3546671812211622</c:v>
              </c:pt>
              <c:pt idx="373">
                <c:v>0.354373607058267</c:v>
              </c:pt>
              <c:pt idx="374">
                <c:v>0.35407928974584674</c:v>
              </c:pt>
              <c:pt idx="375">
                <c:v>0.3537842295496792</c:v>
              </c:pt>
              <c:pt idx="376">
                <c:v>0.3534884267312136</c:v>
              </c:pt>
              <c:pt idx="377">
                <c:v>0.3531918815474536</c:v>
              </c:pt>
              <c:pt idx="378">
                <c:v>0.3528945942508393</c:v>
              </c:pt>
              <c:pt idx="379">
                <c:v>0.3525965650891272</c:v>
              </c:pt>
              <c:pt idx="380">
                <c:v>0.3522977943052695</c:v>
              </c:pt>
              <c:pt idx="381">
                <c:v>0.35199828213729145</c:v>
              </c:pt>
              <c:pt idx="382">
                <c:v>0.3516980288181682</c:v>
              </c:pt>
              <c:pt idx="383">
                <c:v>0.35139703457569865</c:v>
              </c:pt>
              <c:pt idx="384">
                <c:v>0.35109529963238006</c:v>
              </c:pt>
              <c:pt idx="385">
                <c:v>0.35079282420527896</c:v>
              </c:pt>
              <c:pt idx="386">
                <c:v>0.350489608505903</c:v>
              </c:pt>
              <c:pt idx="387">
                <c:v>0.35018565274006924</c:v>
              </c:pt>
              <c:pt idx="388">
                <c:v>0.3498809571077728</c:v>
              </c:pt>
              <c:pt idx="389">
                <c:v>0.3495755218030526</c:v>
              </c:pt>
              <c:pt idx="390">
                <c:v>0.3492693470138573</c:v>
              </c:pt>
              <c:pt idx="391">
                <c:v>0.34896243292190815</c:v>
              </c:pt>
              <c:pt idx="392">
                <c:v>0.34865477970256153</c:v>
              </c:pt>
              <c:pt idx="393">
                <c:v>0.34834638752467</c:v>
              </c:pt>
              <c:pt idx="394">
                <c:v>0.3480372565504415</c:v>
              </c:pt>
              <c:pt idx="395">
                <c:v>0.347727386935297</c:v>
              </c:pt>
              <c:pt idx="396">
                <c:v>0.34741677882772765</c:v>
              </c:pt>
              <c:pt idx="397">
                <c:v>0.3471054323691496</c:v>
              </c:pt>
              <c:pt idx="398">
                <c:v>0.34679334769375747</c:v>
              </c:pt>
              <c:pt idx="399">
                <c:v>0.34648052492837716</c:v>
              </c:pt>
              <c:pt idx="400">
                <c:v>0.3461669641923162</c:v>
              </c:pt>
              <c:pt idx="401">
                <c:v>0.34585266559721317</c:v>
              </c:pt>
              <c:pt idx="402">
                <c:v>0.3455376292468861</c:v>
              </c:pt>
              <c:pt idx="403">
                <c:v>0.3452218552371784</c:v>
              </c:pt>
              <c:pt idx="404">
                <c:v>0.34490534365580433</c:v>
              </c:pt>
              <c:pt idx="405">
                <c:v>0.34458809458219253</c:v>
              </c:pt>
              <c:pt idx="406">
                <c:v>0.3442701080873284</c:v>
              </c:pt>
              <c:pt idx="407">
                <c:v>0.34395138423359434</c:v>
              </c:pt>
              <c:pt idx="408">
                <c:v>0.3436319230746098</c:v>
              </c:pt>
              <c:pt idx="409">
                <c:v>0.34331172465506876</c:v>
              </c:pt>
              <c:pt idx="410">
                <c:v>0.34299078901057617</c:v>
              </c:pt>
              <c:pt idx="411">
                <c:v>0.34266911616748325</c:v>
              </c:pt>
              <c:pt idx="412">
                <c:v>0.3423467061427207</c:v>
              </c:pt>
              <c:pt idx="413">
                <c:v>0.3420235589436315</c:v>
              </c:pt>
              <c:pt idx="414">
                <c:v>0.34169967456780076</c:v>
              </c:pt>
              <c:pt idx="415">
                <c:v>0.34137505300288595</c:v>
              </c:pt>
              <c:pt idx="416">
                <c:v>0.341049694226444</c:v>
              </c:pt>
              <c:pt idx="417">
                <c:v>0.3407235982057584</c:v>
              </c:pt>
              <c:pt idx="418">
                <c:v>0.3403967648976638</c:v>
              </c:pt>
              <c:pt idx="419">
                <c:v>0.34006919424836995</c:v>
              </c:pt>
              <c:pt idx="420">
                <c:v>0.3397408861932835</c:v>
              </c:pt>
              <c:pt idx="421">
                <c:v>0.3394118406568295</c:v>
              </c:pt>
              <c:pt idx="422">
                <c:v>0.33908205755226994</c:v>
              </c:pt>
              <c:pt idx="423">
                <c:v>0.3387515367815226</c:v>
              </c:pt>
              <c:pt idx="424">
                <c:v>0.338420278234977</c:v>
              </c:pt>
              <c:pt idx="425">
                <c:v>0.3380882817913099</c:v>
              </c:pt>
              <c:pt idx="426">
                <c:v>0.3377555473172994</c:v>
              </c:pt>
              <c:pt idx="427">
                <c:v>0.33742207466763674</c:v>
              </c:pt>
              <c:pt idx="428">
                <c:v>0.3370878636847379</c:v>
              </c:pt>
              <c:pt idx="429">
                <c:v>0.33675291419855324</c:v>
              </c:pt>
              <c:pt idx="430">
                <c:v>0.33641722602637575</c:v>
              </c:pt>
              <c:pt idx="431">
                <c:v>0.33608079897264803</c:v>
              </c:pt>
              <c:pt idx="432">
                <c:v>0.335743632828768</c:v>
              </c:pt>
              <c:pt idx="433">
                <c:v>0.3354057273728934</c:v>
              </c:pt>
              <c:pt idx="434">
                <c:v>0.3350670823697444</c:v>
              </c:pt>
              <c:pt idx="435">
                <c:v>0.3347276975704056</c:v>
              </c:pt>
              <c:pt idx="436">
                <c:v>0.33438757271212616</c:v>
              </c:pt>
              <c:pt idx="437">
                <c:v>0.3340467075181191</c:v>
              </c:pt>
              <c:pt idx="438">
                <c:v>0.3337051016973588</c:v>
              </c:pt>
              <c:pt idx="439">
                <c:v>0.33336275494437767</c:v>
              </c:pt>
              <c:pt idx="440">
                <c:v>0.33301966693906115</c:v>
              </c:pt>
              <c:pt idx="441">
                <c:v>0.33267583734644196</c:v>
              </c:pt>
              <c:pt idx="442">
                <c:v>0.33233126581649247</c:v>
              </c:pt>
              <c:pt idx="443">
                <c:v>0.33198595198391634</c:v>
              </c:pt>
              <c:pt idx="444">
                <c:v>0.33163989546793865</c:v>
              </c:pt>
              <c:pt idx="445">
                <c:v>0.33129309587209504</c:v>
              </c:pt>
              <c:pt idx="446">
                <c:v>0.3309455527840194</c:v>
              </c:pt>
              <c:pt idx="447">
                <c:v>0.3305972657752304</c:v>
              </c:pt>
              <c:pt idx="448">
                <c:v>0.3302482344009171</c:v>
              </c:pt>
              <c:pt idx="449">
                <c:v>0.3298984581997233</c:v>
              </c:pt>
              <c:pt idx="450">
                <c:v>0.3295479366935304</c:v>
              </c:pt>
              <c:pt idx="451">
                <c:v>0.32919666938723957</c:v>
              </c:pt>
              <c:pt idx="452">
                <c:v>0.3288446557685526</c:v>
              </c:pt>
              <c:pt idx="453">
                <c:v>0.3284918953077518</c:v>
              </c:pt>
              <c:pt idx="454">
                <c:v>0.32813838745747853</c:v>
              </c:pt>
              <c:pt idx="455">
                <c:v>0.3277841316525108</c:v>
              </c:pt>
              <c:pt idx="456">
                <c:v>0.3274291273095402</c:v>
              </c:pt>
              <c:pt idx="457">
                <c:v>0.3270733738269469</c:v>
              </c:pt>
              <c:pt idx="458">
                <c:v>0.32671687058457494</c:v>
              </c:pt>
              <c:pt idx="459">
                <c:v>0.32635961694350496</c:v>
              </c:pt>
              <c:pt idx="460">
                <c:v>0.3260016122458273</c:v>
              </c:pt>
              <c:pt idx="461">
                <c:v>0.32564285581441343</c:v>
              </c:pt>
              <c:pt idx="462">
                <c:v>0.32528334695268674</c:v>
              </c:pt>
              <c:pt idx="463">
                <c:v>0.32492308494439215</c:v>
              </c:pt>
              <c:pt idx="464">
                <c:v>0.3245620690533653</c:v>
              </c:pt>
              <c:pt idx="465">
                <c:v>0.3242002985233001</c:v>
              </c:pt>
              <c:pt idx="466">
                <c:v>0.3238377725775162</c:v>
              </c:pt>
              <c:pt idx="467">
                <c:v>0.32347449041872534</c:v>
              </c:pt>
              <c:pt idx="468">
                <c:v>0.3231104512287965</c:v>
              </c:pt>
              <c:pt idx="469">
                <c:v>0.3227456541685214</c:v>
              </c:pt>
              <c:pt idx="470">
                <c:v>0.3223800983773777</c:v>
              </c:pt>
              <c:pt idx="471">
                <c:v>0.3220137829732928</c:v>
              </c:pt>
              <c:pt idx="472">
                <c:v>0.3216467070524062</c:v>
              </c:pt>
              <c:pt idx="473">
                <c:v>0.3212788696888314</c:v>
              </c:pt>
              <c:pt idx="474">
                <c:v>0.32091026993441724</c:v>
              </c:pt>
              <c:pt idx="475">
                <c:v>0.3205409068185085</c:v>
              </c:pt>
              <c:pt idx="476">
                <c:v>0.32017077934770594</c:v>
              </c:pt>
              <c:pt idx="477">
                <c:v>0.3197998865056258</c:v>
              </c:pt>
              <c:pt idx="478">
                <c:v>0.3194282272526586</c:v>
              </c:pt>
              <c:pt idx="479">
                <c:v>0.31905580052572796</c:v>
              </c:pt>
              <c:pt idx="480">
                <c:v>0.3186826052380481</c:v>
              </c:pt>
              <c:pt idx="481">
                <c:v>0.3183086402788815</c:v>
              </c:pt>
              <c:pt idx="482">
                <c:v>0.31793390451329645</c:v>
              </c:pt>
              <c:pt idx="483">
                <c:v>0.31755839678192316</c:v>
              </c:pt>
              <c:pt idx="484">
                <c:v>0.3171821159007106</c:v>
              </c:pt>
              <c:pt idx="485">
                <c:v>0.3168050606606824</c:v>
              </c:pt>
              <c:pt idx="486">
                <c:v>0.3164272298276928</c:v>
              </c:pt>
              <c:pt idx="487">
                <c:v>0.31604862214218177</c:v>
              </c:pt>
              <c:pt idx="488">
                <c:v>0.31566923631893135</c:v>
              </c:pt>
              <c:pt idx="489">
                <c:v>0.3152890710468198</c:v>
              </c:pt>
              <c:pt idx="490">
                <c:v>0.31490812498857734</c:v>
              </c:pt>
              <c:pt idx="491">
                <c:v>0.31452639678054095</c:v>
              </c:pt>
              <c:pt idx="492">
                <c:v>0.31414388503240903</c:v>
              </c:pt>
              <c:pt idx="493">
                <c:v>0.313760588326997</c:v>
              </c:pt>
              <c:pt idx="494">
                <c:v>0.31337650521999144</c:v>
              </c:pt>
              <c:pt idx="495">
                <c:v>0.3129916342397057</c:v>
              </c:pt>
              <c:pt idx="496">
                <c:v>0.3126059738868349</c:v>
              </c:pt>
              <c:pt idx="497">
                <c:v>0.3122195226342109</c:v>
              </c:pt>
              <c:pt idx="498">
                <c:v>0.31183227892655796</c:v>
              </c:pt>
              <c:pt idx="499">
                <c:v>0.3114442411802487</c:v>
              </c:pt>
              <c:pt idx="500">
                <c:v>0.31105540778305985</c:v>
              </c:pt>
              <c:pt idx="501">
                <c:v>0.3106657770939283</c:v>
              </c:pt>
              <c:pt idx="502">
                <c:v>0.3102753474427084</c:v>
              </c:pt>
              <c:pt idx="503">
                <c:v>0.3098841171299286</c:v>
              </c:pt>
              <c:pt idx="504">
                <c:v>0.3094920844265491</c:v>
              </c:pt>
              <c:pt idx="505">
                <c:v>0.3090992475737203</c:v>
              </c:pt>
              <c:pt idx="506">
                <c:v>0.30870560478254105</c:v>
              </c:pt>
              <c:pt idx="507">
                <c:v>0.30831115423381783</c:v>
              </c:pt>
              <c:pt idx="508">
                <c:v>0.30791589407782544</c:v>
              </c:pt>
              <c:pt idx="509">
                <c:v>0.3075198224340668</c:v>
              </c:pt>
              <c:pt idx="510">
                <c:v>0.30712293739103486</c:v>
              </c:pt>
              <c:pt idx="511">
                <c:v>0.30672523700597487</c:v>
              </c:pt>
              <c:pt idx="512">
                <c:v>0.3063267193046472</c:v>
              </c:pt>
              <c:pt idx="513">
                <c:v>0.3059273822810919</c:v>
              </c:pt>
              <c:pt idx="514">
                <c:v>0.30552722389739323</c:v>
              </c:pt>
              <c:pt idx="515">
                <c:v>0.30512624208344613</c:v>
              </c:pt>
              <c:pt idx="516">
                <c:v>0.3047244347367233</c:v>
              </c:pt>
              <c:pt idx="517">
                <c:v>0.30432179972204376</c:v>
              </c:pt>
              <c:pt idx="518">
                <c:v>0.30391833487134196</c:v>
              </c:pt>
              <c:pt idx="519">
                <c:v>0.3035140379834392</c:v>
              </c:pt>
              <c:pt idx="520">
                <c:v>0.3031089068238155</c:v>
              </c:pt>
              <c:pt idx="521">
                <c:v>0.3027029391243833</c:v>
              </c:pt>
              <c:pt idx="522">
                <c:v>0.3022961325832626</c:v>
              </c:pt>
              <c:pt idx="523">
                <c:v>0.3018884848645574</c:v>
              </c:pt>
              <c:pt idx="524">
                <c:v>0.3014799935981341</c:v>
              </c:pt>
              <c:pt idx="525">
                <c:v>0.3010706563794014</c:v>
              </c:pt>
              <c:pt idx="526">
                <c:v>0.3006604707690914</c:v>
              </c:pt>
              <c:pt idx="527">
                <c:v>0.3002494342930436</c:v>
              </c:pt>
              <c:pt idx="528">
                <c:v>0.2998375444419897</c:v>
              </c:pt>
              <c:pt idx="529">
                <c:v>0.29942479867134103</c:v>
              </c:pt>
              <c:pt idx="530">
                <c:v>0.2990111944009773</c:v>
              </c:pt>
              <c:pt idx="531">
                <c:v>0.2985967290150384</c:v>
              </c:pt>
              <c:pt idx="532">
                <c:v>0.2981813998617173</c:v>
              </c:pt>
              <c:pt idx="533">
                <c:v>0.2977652042530559</c:v>
              </c:pt>
              <c:pt idx="534">
                <c:v>0.2973481394647426</c:v>
              </c:pt>
              <c:pt idx="535">
                <c:v>0.2969302027359129</c:v>
              </c:pt>
              <c:pt idx="536">
                <c:v>0.2965113912689517</c:v>
              </c:pt>
              <c:pt idx="537">
                <c:v>0.2960917022292988</c:v>
              </c:pt>
              <c:pt idx="538">
                <c:v>0.2956711327452564</c:v>
              </c:pt>
              <c:pt idx="539">
                <c:v>0.29524967990779966</c:v>
              </c:pt>
              <c:pt idx="540">
                <c:v>0.2948273407703899</c:v>
              </c:pt>
              <c:pt idx="541">
                <c:v>0.29440411234879044</c:v>
              </c:pt>
              <c:pt idx="542">
                <c:v>0.29397999162088573</c:v>
              </c:pt>
              <c:pt idx="543">
                <c:v>0.2935549755265032</c:v>
              </c:pt>
              <c:pt idx="544">
                <c:v>0.2931290609672383</c:v>
              </c:pt>
              <c:pt idx="545">
                <c:v>0.29270224480628226</c:v>
              </c:pt>
              <c:pt idx="546">
                <c:v>0.2922745238682541</c:v>
              </c:pt>
              <c:pt idx="547">
                <c:v>0.2918458949390349</c:v>
              </c:pt>
              <c:pt idx="548">
                <c:v>0.29141635476560607</c:v>
              </c:pt>
              <c:pt idx="549">
                <c:v>0.29098590005589103</c:v>
              </c:pt>
              <c:pt idx="550">
                <c:v>0.29055452747860044</c:v>
              </c:pt>
              <c:pt idx="551">
                <c:v>0.29012223366308093</c:v>
              </c:pt>
              <c:pt idx="552">
                <c:v>0.2896890151991682</c:v>
              </c:pt>
              <c:pt idx="553">
                <c:v>0.2892548686370433</c:v>
              </c:pt>
              <c:pt idx="554">
                <c:v>0.28881979048709316</c:v>
              </c:pt>
              <c:pt idx="555">
                <c:v>0.28838377721977543</c:v>
              </c:pt>
              <c:pt idx="556">
                <c:v>0.28794682526548676</c:v>
              </c:pt>
              <c:pt idx="557">
                <c:v>0.2875089310144365</c:v>
              </c:pt>
              <c:pt idx="558">
                <c:v>0.2870700908165233</c:v>
              </c:pt>
              <c:pt idx="559">
                <c:v>0.2866303009812174</c:v>
              </c:pt>
              <c:pt idx="560">
                <c:v>0.2861895577774466</c:v>
              </c:pt>
              <c:pt idx="561">
                <c:v>0.28574785743348785</c:v>
              </c:pt>
              <c:pt idx="562">
                <c:v>0.28530519613686217</c:v>
              </c:pt>
              <c:pt idx="563">
                <c:v>0.28486157003423573</c:v>
              </c:pt>
              <c:pt idx="564">
                <c:v>0.28441697523132536</c:v>
              </c:pt>
              <c:pt idx="565">
                <c:v>0.283971407792809</c:v>
              </c:pt>
              <c:pt idx="566">
                <c:v>0.2835248637422414</c:v>
              </c:pt>
              <c:pt idx="567">
                <c:v>0.2830773390619753</c:v>
              </c:pt>
              <c:pt idx="568">
                <c:v>0.282628829693088</c:v>
              </c:pt>
              <c:pt idx="569">
                <c:v>0.2821793315353127</c:v>
              </c:pt>
              <c:pt idx="570">
                <c:v>0.28172884044697644</c:v>
              </c:pt>
              <c:pt idx="571">
                <c:v>0.28127735224494316</c:v>
              </c:pt>
              <c:pt idx="572">
                <c:v>0.2808248627045628</c:v>
              </c:pt>
              <c:pt idx="573">
                <c:v>0.2803713675596262</c:v>
              </c:pt>
              <c:pt idx="574">
                <c:v>0.2799168625023261</c:v>
              </c:pt>
              <c:pt idx="575">
                <c:v>0.27946134318322413</c:v>
              </c:pt>
              <c:pt idx="576">
                <c:v>0.27900480521122467</c:v>
              </c:pt>
              <c:pt idx="577">
                <c:v>0.2785472441535544</c:v>
              </c:pt>
              <c:pt idx="578">
                <c:v>0.27808865553574874</c:v>
              </c:pt>
              <c:pt idx="579">
                <c:v>0.2776290348416447</c:v>
              </c:pt>
              <c:pt idx="580">
                <c:v>0.27716837751338097</c:v>
              </c:pt>
              <c:pt idx="581">
                <c:v>0.2767066789514045</c:v>
              </c:pt>
              <c:pt idx="582">
                <c:v>0.2762439345144837</c:v>
              </c:pt>
              <c:pt idx="583">
                <c:v>0.2757801395197299</c:v>
              </c:pt>
              <c:pt idx="584">
                <c:v>0.2753152892426246</c:v>
              </c:pt>
              <c:pt idx="585">
                <c:v>0.27484937891705574</c:v>
              </c:pt>
              <c:pt idx="586">
                <c:v>0.2743824037353597</c:v>
              </c:pt>
              <c:pt idx="587">
                <c:v>0.2739143588483727</c:v>
              </c:pt>
              <c:pt idx="588">
                <c:v>0.2734452393654882</c:v>
              </c:pt>
              <c:pt idx="589">
                <c:v>0.27297504035472386</c:v>
              </c:pt>
              <c:pt idx="590">
                <c:v>0.2725037568427955</c:v>
              </c:pt>
              <c:pt idx="591">
                <c:v>0.27203138381519903</c:v>
              </c:pt>
              <c:pt idx="592">
                <c:v>0.2715579162163019</c:v>
              </c:pt>
              <c:pt idx="593">
                <c:v>0.27108334894944136</c:v>
              </c:pt>
              <c:pt idx="594">
                <c:v>0.27060767687703274</c:v>
              </c:pt>
              <c:pt idx="595">
                <c:v>0.2701308948206853</c:v>
              </c:pt>
              <c:pt idx="596">
                <c:v>0.2696529975613278</c:v>
              </c:pt>
              <c:pt idx="597">
                <c:v>0.2691739798393422</c:v>
              </c:pt>
              <c:pt idx="598">
                <c:v>0.26869383635470717</c:v>
              </c:pt>
              <c:pt idx="599">
                <c:v>0.26821256176715064</c:v>
              </c:pt>
              <c:pt idx="600">
                <c:v>0.26773015069631106</c:v>
              </c:pt>
              <c:pt idx="601">
                <c:v>0.26724659772190984</c:v>
              </c:pt>
              <c:pt idx="602">
                <c:v>0.2667618973839316</c:v>
              </c:pt>
              <c:pt idx="603">
                <c:v>0.2662760441828151</c:v>
              </c:pt>
              <c:pt idx="604">
                <c:v>0.2657890325796547</c:v>
              </c:pt>
              <c:pt idx="605">
                <c:v>0.2653008569964107</c:v>
              </c:pt>
              <c:pt idx="606">
                <c:v>0.2648115118161311</c:v>
              </c:pt>
              <c:pt idx="607">
                <c:v>0.26432099138318277</c:v>
              </c:pt>
              <c:pt idx="608">
                <c:v>0.26382929000349387</c:v>
              </c:pt>
              <c:pt idx="609">
                <c:v>0.2633364019448067</c:v>
              </c:pt>
              <c:pt idx="610">
                <c:v>0.26284232143694164</c:v>
              </c:pt>
              <c:pt idx="611">
                <c:v>0.26234704267207176</c:v>
              </c:pt>
              <c:pt idx="612">
                <c:v>0.26185055980500876</c:v>
              </c:pt>
              <c:pt idx="613">
                <c:v>0.26135286695350013</c:v>
              </c:pt>
              <c:pt idx="614">
                <c:v>0.26085395819853807</c:v>
              </c:pt>
              <c:pt idx="615">
                <c:v>0.2603538275846796</c:v>
              </c:pt>
              <c:pt idx="616">
                <c:v>0.2598524691203792</c:v>
              </c:pt>
              <c:pt idx="617">
                <c:v>0.259349876778332</c:v>
              </c:pt>
              <c:pt idx="618">
                <c:v>0.25884604449583076</c:v>
              </c:pt>
              <c:pt idx="619">
                <c:v>0.2583409661751337</c:v>
              </c:pt>
              <c:pt idx="620">
                <c:v>0.2578346356838458</c:v>
              </c:pt>
              <c:pt idx="621">
                <c:v>0.2573270468553121</c:v>
              </c:pt>
              <c:pt idx="622">
                <c:v>0.2568181934890234</c:v>
              </c:pt>
              <c:pt idx="623">
                <c:v>0.25630806935103595</c:v>
              </c:pt>
              <c:pt idx="624">
                <c:v>0.25579666817440305</c:v>
              </c:pt>
              <c:pt idx="625">
                <c:v>0.2552839836596208</c:v>
              </c:pt>
              <c:pt idx="626">
                <c:v>0.25477000947508643</c:v>
              </c:pt>
              <c:pt idx="627">
                <c:v>0.2542547392575709</c:v>
              </c:pt>
              <c:pt idx="628">
                <c:v>0.2537381666127048</c:v>
              </c:pt>
              <c:pt idx="629">
                <c:v>0.25322028511547817</c:v>
              </c:pt>
              <c:pt idx="630">
                <c:v>0.25270108831075433</c:v>
              </c:pt>
              <c:pt idx="631">
                <c:v>0.2521805697137985</c:v>
              </c:pt>
              <c:pt idx="632">
                <c:v>0.2516587228108198</c:v>
              </c:pt>
              <c:pt idx="633">
                <c:v>0.25113554105952884</c:v>
              </c:pt>
              <c:pt idx="634">
                <c:v>0.25061101788970946</c:v>
              </c:pt>
              <c:pt idx="635">
                <c:v>0.25008514670380516</c:v>
              </c:pt>
              <c:pt idx="636">
                <c:v>0.24955792087752127</c:v>
              </c:pt>
              <c:pt idx="637">
                <c:v>0.24902933376044203</c:v>
              </c:pt>
              <c:pt idx="638">
                <c:v>0.24849937867666294</c:v>
              </c:pt>
              <c:pt idx="639">
                <c:v>0.24796804892543886</c:v>
              </c:pt>
              <c:pt idx="640">
                <c:v>0.2474353377818479</c:v>
              </c:pt>
              <c:pt idx="641">
                <c:v>0.24690123849747114</c:v>
              </c:pt>
              <c:pt idx="642">
                <c:v>0.24636574430108876</c:v>
              </c:pt>
              <c:pt idx="643">
                <c:v>0.24582884839939176</c:v>
              </c:pt>
              <c:pt idx="644">
                <c:v>0.24529054397771102</c:v>
              </c:pt>
              <c:pt idx="645">
                <c:v>0.24475082420076236</c:v>
              </c:pt>
              <c:pt idx="646">
                <c:v>0.24420968221340883</c:v>
              </c:pt>
              <c:pt idx="647">
                <c:v>0.24366711114143952</c:v>
              </c:pt>
              <c:pt idx="648">
                <c:v>0.24312310409236587</c:v>
              </c:pt>
              <c:pt idx="649">
                <c:v>0.24257765415623556</c:v>
              </c:pt>
              <c:pt idx="650">
                <c:v>0.2420307544064631</c:v>
              </c:pt>
              <c:pt idx="651">
                <c:v>0.24148239790067916</c:v>
              </c:pt>
              <c:pt idx="652">
                <c:v>0.2409325776815969</c:v>
              </c:pt>
              <c:pt idx="653">
                <c:v>0.24038128677789672</c:v>
              </c:pt>
              <c:pt idx="654">
                <c:v>0.23982851820512957</c:v>
              </c:pt>
              <c:pt idx="655">
                <c:v>0.23927426496663776</c:v>
              </c:pt>
              <c:pt idx="656">
                <c:v>0.23871852005449554</c:v>
              </c:pt>
              <c:pt idx="657">
                <c:v>0.2381612764504674</c:v>
              </c:pt>
              <c:pt idx="658">
                <c:v>0.23760252712698587</c:v>
              </c:pt>
              <c:pt idx="659">
                <c:v>0.23704226504814854</c:v>
              </c:pt>
              <c:pt idx="660">
                <c:v>0.23648048317073378</c:v>
              </c:pt>
              <c:pt idx="661">
                <c:v>0.23591717444523663</c:v>
              </c:pt>
              <c:pt idx="662">
                <c:v>0.2353523318169241</c:v>
              </c:pt>
              <c:pt idx="663">
                <c:v>0.23478594822691007</c:v>
              </c:pt>
              <c:pt idx="664">
                <c:v>0.23421801661325053</c:v>
              </c:pt>
              <c:pt idx="665">
                <c:v>0.2336485299120588</c:v>
              </c:pt>
              <c:pt idx="666">
                <c:v>0.23307748105864148</c:v>
              </c:pt>
              <c:pt idx="667">
                <c:v>0.23250486298865444</c:v>
              </c:pt>
              <c:pt idx="668">
                <c:v>0.23193066863928002</c:v>
              </c:pt>
              <c:pt idx="669">
                <c:v>0.2313548909504247</c:v>
              </c:pt>
              <c:pt idx="670">
                <c:v>0.23077752286593844</c:v>
              </c:pt>
              <c:pt idx="671">
                <c:v>0.23019855733485461</c:v>
              </c:pt>
              <c:pt idx="672">
                <c:v>0.22961798731265196</c:v>
              </c:pt>
              <c:pt idx="673">
                <c:v>0.2290358057625376</c:v>
              </c:pt>
              <c:pt idx="674">
                <c:v>0.22845200565675275</c:v>
              </c:pt>
              <c:pt idx="675">
                <c:v>0.2278665799778992</c:v>
              </c:pt>
              <c:pt idx="676">
                <c:v>0.22727952172028887</c:v>
              </c:pt>
              <c:pt idx="677">
                <c:v>0.22669082389131537</c:v>
              </c:pt>
              <c:pt idx="678">
                <c:v>0.2261004795128481</c:v>
              </c:pt>
              <c:pt idx="679">
                <c:v>0.22550848162264878</c:v>
              </c:pt>
              <c:pt idx="680">
                <c:v>0.22491482327581142</c:v>
              </c:pt>
              <c:pt idx="681">
                <c:v>0.22431949754622466</c:v>
              </c:pt>
              <c:pt idx="682">
                <c:v>0.22372249752805745</c:v>
              </c:pt>
              <c:pt idx="683">
                <c:v>0.22312381633726847</c:v>
              </c:pt>
              <c:pt idx="684">
                <c:v>0.22252344711313882</c:v>
              </c:pt>
              <c:pt idx="685">
                <c:v>0.22192138301982803</c:v>
              </c:pt>
              <c:pt idx="686">
                <c:v>0.22131761724795465</c:v>
              </c:pt>
              <c:pt idx="687">
                <c:v>0.2207121430162004</c:v>
              </c:pt>
              <c:pt idx="688">
                <c:v>0.22010495357293874</c:v>
              </c:pt>
              <c:pt idx="689">
                <c:v>0.21949604219788746</c:v>
              </c:pt>
              <c:pt idx="690">
                <c:v>0.21888540220378622</c:v>
              </c:pt>
              <c:pt idx="691">
                <c:v>0.21827302693809864</c:v>
              </c:pt>
              <c:pt idx="692">
                <c:v>0.21765890978473895</c:v>
              </c:pt>
              <c:pt idx="693">
                <c:v>0.21704304416582418</c:v>
              </c:pt>
              <c:pt idx="694">
                <c:v>0.21642542354345115</c:v>
              </c:pt>
              <c:pt idx="695">
                <c:v>0.2158060414214987</c:v>
              </c:pt>
              <c:pt idx="696">
                <c:v>0.2151848913474558</c:v>
              </c:pt>
              <c:pt idx="697">
                <c:v>0.214561966914275</c:v>
              </c:pt>
              <c:pt idx="698">
                <c:v>0.21393726176225178</c:v>
              </c:pt>
              <c:pt idx="699">
                <c:v>0.21331076958092965</c:v>
              </c:pt>
              <c:pt idx="700">
                <c:v>0.2126824841110317</c:v>
              </c:pt>
              <c:pt idx="701">
                <c:v>0.21205239914641816</c:v>
              </c:pt>
              <c:pt idx="702">
                <c:v>0.2114205085360704</c:v>
              </c:pt>
              <c:pt idx="703">
                <c:v>0.21078680618610113</c:v>
              </c:pt>
              <c:pt idx="704">
                <c:v>0.21015128606179237</c:v>
              </c:pt>
              <c:pt idx="705">
                <c:v>0.20951394218965844</c:v>
              </c:pt>
              <c:pt idx="706">
                <c:v>0.20887476865953786</c:v>
              </c:pt>
              <c:pt idx="707">
                <c:v>0.20823375962671073</c:v>
              </c:pt>
              <c:pt idx="708">
                <c:v>0.20759090931404467</c:v>
              </c:pt>
              <c:pt idx="709">
                <c:v>0.20694621201416688</c:v>
              </c:pt>
              <c:pt idx="710">
                <c:v>0.20629966209166462</c:v>
              </c:pt>
              <c:pt idx="711">
                <c:v>0.20565125398531303</c:v>
              </c:pt>
              <c:pt idx="712">
                <c:v>0.20500098221033047</c:v>
              </c:pt>
              <c:pt idx="713">
                <c:v>0.2043488413606621</c:v>
              </c:pt>
              <c:pt idx="714">
                <c:v>0.20369482611129106</c:v>
              </c:pt>
              <c:pt idx="715">
                <c:v>0.20303893122057826</c:v>
              </c:pt>
              <c:pt idx="716">
                <c:v>0.20238115153262995</c:v>
              </c:pt>
              <c:pt idx="717">
                <c:v>0.20172148197969395</c:v>
              </c:pt>
              <c:pt idx="718">
                <c:v>0.20105991758458386</c:v>
              </c:pt>
              <c:pt idx="719">
                <c:v>0.20039645346313265</c:v>
              </c:pt>
              <c:pt idx="720">
                <c:v>0.1997310848266741</c:v>
              </c:pt>
              <c:pt idx="721">
                <c:v>0.19906380698455337</c:v>
              </c:pt>
              <c:pt idx="722">
                <c:v>0.19839461534666672</c:v>
              </c:pt>
              <c:pt idx="723">
                <c:v>0.19772350542602943</c:v>
              </c:pt>
              <c:pt idx="724">
                <c:v>0.1970504728413737</c:v>
              </c:pt>
              <c:pt idx="725">
                <c:v>0.19637551331977499</c:v>
              </c:pt>
              <c:pt idx="726">
                <c:v>0.195698622699308</c:v>
              </c:pt>
              <c:pt idx="727">
                <c:v>0.1950197969317317</c:v>
              </c:pt>
              <c:pt idx="728">
                <c:v>0.19433903208520395</c:v>
              </c:pt>
              <c:pt idx="729">
                <c:v>0.19365632434702584</c:v>
              </c:pt>
              <c:pt idx="730">
                <c:v>0.19297167002641477</c:v>
              </c:pt>
              <c:pt idx="731">
                <c:v>0.1922850655573081</c:v>
              </c:pt>
              <c:pt idx="732">
                <c:v>0.1915965075011959</c:v>
              </c:pt>
              <c:pt idx="733">
                <c:v>0.1909059925499836</c:v>
              </c:pt>
              <c:pt idx="734">
                <c:v>0.1902135175288846</c:v>
              </c:pt>
              <c:pt idx="735">
                <c:v>0.18951907939934248</c:v>
              </c:pt>
              <c:pt idx="736">
                <c:v>0.18882267526198324</c:v>
              </c:pt>
              <c:pt idx="737">
                <c:v>0.18812430235959762</c:v>
              </c:pt>
              <c:pt idx="738">
                <c:v>0.18742395808015325</c:v>
              </c:pt>
              <c:pt idx="739">
                <c:v>0.18672163995983698</c:v>
              </c:pt>
              <c:pt idx="740">
                <c:v>0.186017345686127</c:v>
              </c:pt>
              <c:pt idx="741">
                <c:v>0.18531107310089548</c:v>
              </c:pt>
              <c:pt idx="742">
                <c:v>0.18460282020354113</c:v>
              </c:pt>
              <c:pt idx="743">
                <c:v>0.18389258515415152</c:v>
              </c:pt>
              <c:pt idx="744">
                <c:v>0.18318036627669645</c:v>
              </c:pt>
              <c:pt idx="745">
                <c:v>0.18246616206225066</c:v>
              </c:pt>
              <c:pt idx="746">
                <c:v>0.181749971172247</c:v>
              </c:pt>
              <c:pt idx="747">
                <c:v>0.18103179244175996</c:v>
              </c:pt>
              <c:pt idx="748">
                <c:v>0.18031162488281902</c:v>
              </c:pt>
              <c:pt idx="749">
                <c:v>0.1795894676877525</c:v>
              </c:pt>
              <c:pt idx="750">
                <c:v>0.1788653202325612</c:v>
              </c:pt>
              <c:pt idx="751">
                <c:v>0.17813918208032253</c:v>
              </c:pt>
              <c:pt idx="752">
                <c:v>0.17741105298462453</c:v>
              </c:pt>
              <c:pt idx="753">
                <c:v>0.17668093289302986</c:v>
              </c:pt>
              <c:pt idx="754">
                <c:v>0.17594882195056988</c:v>
              </c:pt>
              <c:pt idx="755">
                <c:v>0.17521472050326903</c:v>
              </c:pt>
              <c:pt idx="756">
                <c:v>0.1744786291016987</c:v>
              </c:pt>
              <c:pt idx="757">
                <c:v>0.17374054850456108</c:v>
              </c:pt>
              <c:pt idx="758">
                <c:v>0.17300047968230303</c:v>
              </c:pt>
              <c:pt idx="759">
                <c:v>0.17225842382075937</c:v>
              </c:pt>
              <c:pt idx="760">
                <c:v>0.17151438232482644</c:v>
              </c:pt>
              <c:pt idx="761">
                <c:v>0.17076835682216435</c:v>
              </c:pt>
              <c:pt idx="762">
                <c:v>0.17002034916692946</c:v>
              </c:pt>
              <c:pt idx="763">
                <c:v>0.16927036144353624</c:v>
              </c:pt>
              <c:pt idx="764">
                <c:v>0.16851839597044796</c:v>
              </c:pt>
              <c:pt idx="765">
                <c:v>0.16776445530399692</c:v>
              </c:pt>
              <c:pt idx="766">
                <c:v>0.16700854224223396</c:v>
              </c:pt>
              <c:pt idx="767">
                <c:v>0.1662506598288066</c:v>
              </c:pt>
              <c:pt idx="768">
                <c:v>0.16549081135686608</c:v>
              </c:pt>
              <c:pt idx="769">
                <c:v>0.16472900037300323</c:v>
              </c:pt>
              <c:pt idx="770">
                <c:v>0.1639652306812129</c:v>
              </c:pt>
              <c:pt idx="771">
                <c:v>0.16319950634688685</c:v>
              </c:pt>
              <c:pt idx="772">
                <c:v>0.1624318317008346</c:v>
              </c:pt>
              <c:pt idx="773">
                <c:v>0.16166221134333308</c:v>
              </c:pt>
              <c:pt idx="774">
                <c:v>0.160890650148203</c:v>
              </c:pt>
              <c:pt idx="775">
                <c:v>0.16011715326691447</c:v>
              </c:pt>
              <c:pt idx="776">
                <c:v>0.15934172613271905</c:v>
              </c:pt>
              <c:pt idx="777">
                <c:v>0.15856437446480956</c:v>
              </c:pt>
              <c:pt idx="778">
                <c:v>0.157785104272507</c:v>
              </c:pt>
              <c:pt idx="779">
                <c:v>0.1570039218594746</c:v>
              </c:pt>
              <c:pt idx="780">
                <c:v>0.15622083382795832</c:v>
              </c:pt>
              <c:pt idx="781">
                <c:v>0.15543584708305397</c:v>
              </c:pt>
              <c:pt idx="782">
                <c:v>0.15464896883700066</c:v>
              </c:pt>
              <c:pt idx="783">
                <c:v>0.1538602066135002</c:v>
              </c:pt>
              <c:pt idx="784">
                <c:v>0.15306956825206197</c:v>
              </c:pt>
              <c:pt idx="785">
                <c:v>0.15227706191237408</c:v>
              </c:pt>
              <c:pt idx="786">
                <c:v>0.15148269607869874</c:v>
              </c:pt>
              <c:pt idx="787">
                <c:v>0.15068647956429326</c:v>
              </c:pt>
              <c:pt idx="788">
                <c:v>0.14988842151585555</c:v>
              </c:pt>
              <c:pt idx="789">
                <c:v>0.14908853141799366</c:v>
              </c:pt>
              <c:pt idx="790">
                <c:v>0.1482868190977198</c:v>
              </c:pt>
              <c:pt idx="791">
                <c:v>0.14748329472896776</c:v>
              </c:pt>
              <c:pt idx="792">
                <c:v>0.1466779688371337</c:v>
              </c:pt>
              <c:pt idx="793">
                <c:v>0.14587085230364016</c:v>
              </c:pt>
              <c:pt idx="794">
                <c:v>0.14506195637052274</c:v>
              </c:pt>
              <c:pt idx="795">
                <c:v>0.14425129264503872</c:v>
              </c:pt>
              <c:pt idx="796">
                <c:v>0.1434388731042982</c:v>
              </c:pt>
              <c:pt idx="797">
                <c:v>0.14262471009991645</c:v>
              </c:pt>
              <c:pt idx="798">
                <c:v>0.14180881636268736</c:v>
              </c:pt>
              <c:pt idx="799">
                <c:v>0.14099120500727788</c:v>
              </c:pt>
              <c:pt idx="800">
                <c:v>0.14017188953694304</c:v>
              </c:pt>
              <c:pt idx="801">
                <c:v>0.13935088384826005</c:v>
              </c:pt>
              <c:pt idx="802">
                <c:v>0.13852820223588272</c:v>
              </c:pt>
              <c:pt idx="803">
                <c:v>0.13770385939731478</c:v>
              </c:pt>
              <c:pt idx="804">
                <c:v>0.13687787043770133</c:v>
              </c:pt>
              <c:pt idx="805">
                <c:v>0.13605025087463887</c:v>
              </c:pt>
              <c:pt idx="806">
                <c:v>0.13522101664300282</c:v>
              </c:pt>
              <c:pt idx="807">
                <c:v>0.13439018409979211</c:v>
              </c:pt>
              <c:pt idx="808">
                <c:v>0.13355777002899036</c:v>
              </c:pt>
              <c:pt idx="809">
                <c:v>0.13272379164644335</c:v>
              </c:pt>
              <c:pt idx="810">
                <c:v>0.131888266604752</c:v>
              </c:pt>
              <c:pt idx="811">
                <c:v>0.1310512129981802</c:v>
              </c:pt>
              <c:pt idx="812">
                <c:v>0.13021264936757734</c:v>
              </c:pt>
              <c:pt idx="813">
                <c:v>0.12937259470531473</c:v>
              </c:pt>
              <c:pt idx="814">
                <c:v>0.1285310684602353</c:v>
              </c:pt>
              <c:pt idx="815">
                <c:v>0.12768809054261587</c:v>
              </c:pt>
              <c:pt idx="816">
                <c:v>0.1268436813291419</c:v>
              </c:pt>
              <c:pt idx="817">
                <c:v>0.1259978616678936</c:v>
              </c:pt>
              <c:pt idx="818">
                <c:v>0.12515065288334265</c:v>
              </c:pt>
              <c:pt idx="819">
                <c:v>0.12430207678135963</c:v>
              </c:pt>
              <c:pt idx="820">
                <c:v>0.12345215565423058</c:v>
              </c:pt>
              <c:pt idx="821">
                <c:v>0.12260091228568293</c:v>
              </c:pt>
              <c:pt idx="822">
                <c:v>0.12174836995591909</c:v>
              </c:pt>
              <c:pt idx="823">
                <c:v>0.12089455244665782</c:v>
              </c:pt>
              <c:pt idx="824">
                <c:v>0.12003948404618273</c:v>
              </c:pt>
              <c:pt idx="825">
                <c:v>0.11918318955439616</c:v>
              </c:pt>
              <c:pt idx="826">
                <c:v>0.11832569428787901</c:v>
              </c:pt>
              <c:pt idx="827">
                <c:v>0.11746702408495455</c:v>
              </c:pt>
              <c:pt idx="828">
                <c:v>0.11660720531075663</c:v>
              </c:pt>
              <c:pt idx="829">
                <c:v>0.1157462648623004</c:v>
              </c:pt>
              <c:pt idx="830">
                <c:v>0.1148842301735556</c:v>
              </c:pt>
              <c:pt idx="831">
                <c:v>0.11402112922052077</c:v>
              </c:pt>
              <c:pt idx="832">
                <c:v>0.11315699052629863</c:v>
              </c:pt>
              <c:pt idx="833">
                <c:v>0.11229184316617069</c:v>
              </c:pt>
              <c:pt idx="834">
                <c:v>0.11142571677267053</c:v>
              </c:pt>
              <c:pt idx="835">
                <c:v>0.11055864154065587</c:v>
              </c:pt>
              <c:pt idx="836">
                <c:v>0.10969064823237688</c:v>
              </c:pt>
              <c:pt idx="837">
                <c:v>0.10882176818254091</c:v>
              </c:pt>
              <c:pt idx="838">
                <c:v>0.10795203330337269</c:v>
              </c:pt>
              <c:pt idx="839">
                <c:v>0.10708147608966836</c:v>
              </c:pt>
              <c:pt idx="840">
                <c:v>0.10621012962384317</c:v>
              </c:pt>
              <c:pt idx="841">
                <c:v>0.10533802758097152</c:v>
              </c:pt>
              <c:pt idx="842">
                <c:v>0.10446520423381818</c:v>
              </c:pt>
              <c:pt idx="843">
                <c:v>0.10359169445785996</c:v>
              </c:pt>
              <c:pt idx="844">
                <c:v>0.10271753373629676</c:v>
              </c:pt>
              <c:pt idx="845">
                <c:v>0.10184275816505081</c:v>
              </c:pt>
              <c:pt idx="846">
                <c:v>0.1009674044577531</c:v>
              </c:pt>
              <c:pt idx="847">
                <c:v>0.10009150995071624</c:v>
              </c:pt>
              <c:pt idx="848">
                <c:v>0.09921511260789198</c:v>
              </c:pt>
              <c:pt idx="849">
                <c:v>0.09833825102581296</c:v>
              </c:pt>
              <c:pt idx="850">
                <c:v>0.0974609644385172</c:v>
              </c:pt>
              <c:pt idx="851">
                <c:v>0.09658329272245417</c:v>
              </c:pt>
              <c:pt idx="852">
                <c:v>0.09570527640137161</c:v>
              </c:pt>
              <c:pt idx="853">
                <c:v>0.09482695665118132</c:v>
              </c:pt>
              <c:pt idx="854">
                <c:v>0.09394837530480346</c:v>
              </c:pt>
              <c:pt idx="855">
                <c:v>0.09306957485698743</c:v>
              </c:pt>
              <c:pt idx="856">
                <c:v>0.09219059846910874</c:v>
              </c:pt>
              <c:pt idx="857">
                <c:v>0.09131148997393981</c:v>
              </c:pt>
              <c:pt idx="858">
                <c:v>0.09043229388039482</c:v>
              </c:pt>
              <c:pt idx="859">
                <c:v>0.08955305537824508</c:v>
              </c:pt>
              <c:pt idx="860">
                <c:v>0.08867382034280642</c:v>
              </c:pt>
              <c:pt idx="861">
                <c:v>0.08779463533959438</c:v>
              </c:pt>
              <c:pt idx="862">
                <c:v>0.08691554762894872</c:v>
              </c:pt>
              <c:pt idx="863">
                <c:v>0.08603660517062278</c:v>
              </c:pt>
              <c:pt idx="864">
                <c:v>0.08515785662833979</c:v>
              </c:pt>
              <c:pt idx="865">
                <c:v>0.08427935137431089</c:v>
              </c:pt>
              <c:pt idx="866">
                <c:v>0.0834011394937176</c:v>
              </c:pt>
              <c:pt idx="867">
                <c:v>0.08252327178915282</c:v>
              </c:pt>
              <c:pt idx="868">
                <c:v>0.08164579978502333</c:v>
              </c:pt>
              <c:pt idx="869">
                <c:v>0.08076877573190863</c:v>
              </c:pt>
              <c:pt idx="870">
                <c:v>0.07989225261087703</c:v>
              </c:pt>
              <c:pt idx="871">
                <c:v>0.079016284137756</c:v>
              </c:pt>
              <c:pt idx="872">
                <c:v>0.07814092476735651</c:v>
              </c:pt>
              <c:pt idx="873">
                <c:v>0.0772662296976482</c:v>
              </c:pt>
              <c:pt idx="874">
                <c:v>0.07639225487388587</c:v>
              </c:pt>
              <c:pt idx="875">
                <c:v>0.07551905699268324</c:v>
              </c:pt>
              <c:pt idx="876">
                <c:v>0.07464669350603477</c:v>
              </c:pt>
              <c:pt idx="877">
                <c:v>0.07377522262528186</c:v>
              </c:pt>
              <c:pt idx="878">
                <c:v>0.07290470332502318</c:v>
              </c:pt>
              <c:pt idx="879">
                <c:v>0.07203519534696697</c:v>
              </c:pt>
              <c:pt idx="880">
                <c:v>0.07116675920372298</c:v>
              </c:pt>
              <c:pt idx="881">
                <c:v>0.0702994561825335</c:v>
              </c:pt>
              <c:pt idx="882">
                <c:v>0.06943334834894074</c:v>
              </c:pt>
              <c:pt idx="883">
                <c:v>0.06856849855038948</c:v>
              </c:pt>
              <c:pt idx="884">
                <c:v>0.06770497041976214</c:v>
              </c:pt>
              <c:pt idx="885">
                <c:v>0.06684282837884643</c:v>
              </c:pt>
              <c:pt idx="886">
                <c:v>0.0659821376417312</c:v>
              </c:pt>
              <c:pt idx="887">
                <c:v>0.06512296421813069</c:v>
              </c:pt>
              <c:pt idx="888">
                <c:v>0.06426537491663435</c:v>
              </c:pt>
              <c:pt idx="889">
                <c:v>0.06340943734788042</c:v>
              </c:pt>
              <c:pt idx="890">
                <c:v>0.06255521992765159</c:v>
              </c:pt>
              <c:pt idx="891">
                <c:v>0.06170279187989049</c:v>
              </c:pt>
              <c:pt idx="892">
                <c:v>0.06085222323963328</c:v>
              </c:pt>
              <c:pt idx="893">
                <c:v>0.060003584855859174</c:v>
              </c:pt>
              <c:pt idx="894">
                <c:v>0.05915694839425406</c:v>
              </c:pt>
              <c:pt idx="895">
                <c:v>0.05831238633988614</c:v>
              </c:pt>
              <c:pt idx="896">
                <c:v>0.05746997199979098</c:v>
              </c:pt>
              <c:pt idx="897">
                <c:v>0.05662977950546552</c:v>
              </c:pt>
              <c:pt idx="898">
                <c:v>0.05579188381526625</c:v>
              </c:pt>
              <c:pt idx="899">
                <c:v>0.05495636071671246</c:v>
              </c:pt>
              <c:pt idx="900">
                <c:v>0.05412328682868993</c:v>
              </c:pt>
              <c:pt idx="901">
                <c:v>0.05329273960355466</c:v>
              </c:pt>
              <c:pt idx="902">
                <c:v>0.05246479732913276</c:v>
              </c:pt>
              <c:pt idx="903">
                <c:v>0.05163953913061637</c:v>
              </c:pt>
              <c:pt idx="904">
                <c:v>0.050817044972351136</c:v>
              </c:pt>
              <c:pt idx="905">
                <c:v>0.04999739565951504</c:v>
              </c:pt>
              <c:pt idx="906">
                <c:v>0.04918067283968436</c:v>
              </c:pt>
              <c:pt idx="907">
                <c:v>0.048366959004286184</c:v>
              </c:pt>
              <c:pt idx="908">
                <c:v>0.04755633748993418</c:v>
              </c:pt>
              <c:pt idx="909">
                <c:v>0.04674889247964528</c:v>
              </c:pt>
              <c:pt idx="910">
                <c:v>0.04594470900393516</c:v>
              </c:pt>
              <c:pt idx="911">
                <c:v>0.045143872941790446</c:v>
              </c:pt>
              <c:pt idx="912">
                <c:v>0.04434647102151424</c:v>
              </c:pt>
              <c:pt idx="913">
                <c:v>0.043552590821443624</c:v>
              </c:pt>
              <c:pt idx="914">
                <c:v>0.04276232077053614</c:v>
              </c:pt>
              <c:pt idx="915">
                <c:v>0.04197575014882214</c:v>
              </c:pt>
              <c:pt idx="916">
                <c:v>0.04119296908772242</c:v>
              </c:pt>
              <c:pt idx="917">
                <c:v>0.040414068570225906</c:v>
              </c:pt>
              <c:pt idx="918">
                <c:v>0.0396391404309276</c:v>
              </c:pt>
              <c:pt idx="919">
                <c:v>0.038868277355921695</c:v>
              </c:pt>
              <c:pt idx="920">
                <c:v>0.03810157288254958</c:v>
              </c:pt>
              <c:pt idx="921">
                <c:v>0.03733912139899791</c:v>
              </c:pt>
              <c:pt idx="922">
                <c:v>0.03658101814374594</c:v>
              </c:pt>
              <c:pt idx="923">
                <c:v>0.035827359204858425</c:v>
              </c:pt>
              <c:pt idx="924">
                <c:v>0.035078241519121464</c:v>
              </c:pt>
              <c:pt idx="925">
                <c:v>0.03433376287101911</c:v>
              </c:pt>
              <c:pt idx="926">
                <c:v>0.03359402189154723</c:v>
              </c:pt>
              <c:pt idx="927">
                <c:v>0.03285911805686276</c:v>
              </c:pt>
              <c:pt idx="928">
                <c:v>0.03212915168676471</c:v>
              </c:pt>
              <c:pt idx="929">
                <c:v>0.03140422394300462</c:v>
              </c:pt>
              <c:pt idx="930">
                <c:v>0.03068443682742369</c:v>
              </c:pt>
              <c:pt idx="931">
                <c:v>0.029969893179913373</c:v>
              </c:pt>
              <c:pt idx="932">
                <c:v>0.029260696676196844</c:v>
              </c:pt>
              <c:pt idx="933">
                <c:v>0.028556951825428</c:v>
              </c:pt>
              <c:pt idx="934">
                <c:v>0.027858763967606552</c:v>
              </c:pt>
              <c:pt idx="935">
                <c:v>0.02716623927080353</c:v>
              </c:pt>
              <c:pt idx="936">
                <c:v>0.026479484728197583</c:v>
              </c:pt>
              <c:pt idx="937">
                <c:v>0.025798608154915807</c:v>
              </c:pt>
              <c:pt idx="938">
                <c:v>0.025123718184679015</c:v>
              </c:pt>
              <c:pt idx="939">
                <c:v>0.024454924266246205</c:v>
              </c:pt>
              <c:pt idx="940">
                <c:v>0.02379233665965665</c:v>
              </c:pt>
              <c:pt idx="941">
                <c:v>0.023136066432265595</c:v>
              </c:pt>
              <c:pt idx="942">
                <c:v>0.02248622545457091</c:v>
              </c:pt>
              <c:pt idx="943">
                <c:v>0.021842926395827956</c:v>
              </c:pt>
              <c:pt idx="944">
                <c:v>0.0212062827194484</c:v>
              </c:pt>
              <c:pt idx="945">
                <c:v>0.020576408678181328</c:v>
              </c:pt>
              <c:pt idx="946">
                <c:v>0.019953419309072018</c:v>
              </c:pt>
              <c:pt idx="947">
                <c:v>0.01933743042819651</c:v>
              </c:pt>
              <c:pt idx="948">
                <c:v>0.018728558625167535</c:v>
              </c:pt>
              <c:pt idx="949">
                <c:v>0.018126921257409837</c:v>
              </c:pt>
              <c:pt idx="950">
                <c:v>0.01753263644420034</c:v>
              </c:pt>
              <c:pt idx="951">
                <c:v>0.01694582306047094</c:v>
              </c:pt>
              <c:pt idx="952">
                <c:v>0.016366600730370343</c:v>
              </c:pt>
              <c:pt idx="953">
                <c:v>0.01579508982058088</c:v>
              </c:pt>
              <c:pt idx="954">
                <c:v>0.015231411433388707</c:v>
              </c:pt>
              <c:pt idx="955">
                <c:v>0.014675687399501782</c:v>
              </c:pt>
              <c:pt idx="956">
                <c:v>0.014128040270614352</c:v>
              </c:pt>
              <c:pt idx="957">
                <c:v>0.013588593311713412</c:v>
              </c:pt>
              <c:pt idx="958">
                <c:v>0.013057470493123769</c:v>
              </c:pt>
              <c:pt idx="959">
                <c:v>0.0125347964822887</c:v>
              </c:pt>
              <c:pt idx="960">
                <c:v>0.012020696635282959</c:v>
              </c:pt>
              <c:pt idx="961">
                <c:v>0.011515296988053515</c:v>
              </c:pt>
              <c:pt idx="962">
                <c:v>0.011018724247386102</c:v>
              </c:pt>
              <c:pt idx="963">
                <c:v>0.010531105781593324</c:v>
              </c:pt>
              <c:pt idx="964">
                <c:v>0.010052569610920162</c:v>
              </c:pt>
              <c:pt idx="965">
                <c:v>0.00958324439766511</c:v>
              </c:pt>
              <c:pt idx="966">
                <c:v>0.009123259436011378</c:v>
              </c:pt>
              <c:pt idx="967">
                <c:v>0.008672744641566449</c:v>
              </c:pt>
              <c:pt idx="968">
                <c:v>0.00823183054060473</c:v>
              </c:pt>
              <c:pt idx="969">
                <c:v>0.007800648259011746</c:v>
              </c:pt>
              <c:pt idx="970">
                <c:v>0.007379329510923741</c:v>
              </c:pt>
              <c:pt idx="971">
                <c:v>0.006968006587061499</c:v>
              </c:pt>
              <c:pt idx="972">
                <c:v>0.006566812342753777</c:v>
              </c:pt>
              <c:pt idx="973">
                <c:v>0.006175880185645636</c:v>
              </c:pt>
              <c:pt idx="974">
                <c:v>0.005795344063090308</c:v>
              </c:pt>
              <c:pt idx="975">
                <c:v>0.005425338449218895</c:v>
              </c:pt>
              <c:pt idx="976">
                <c:v>0.005065998331685612</c:v>
              </c:pt>
              <c:pt idx="977">
                <c:v>0.004717459198083631</c:v>
              </c:pt>
              <c:pt idx="978">
                <c:v>0.004379857022029551</c:v>
              </c:pt>
              <c:pt idx="979">
                <c:v>0.0040533282489106336</c:v>
              </c:pt>
              <c:pt idx="980">
                <c:v>0.003738009781293376</c:v>
              </c:pt>
              <c:pt idx="981">
                <c:v>0.0034340389639873157</c:v>
              </c:pt>
              <c:pt idx="982">
                <c:v>0.0031415535687632033</c:v>
              </c:pt>
              <c:pt idx="983">
                <c:v>0.002860691778718288</c:v>
              </c:pt>
              <c:pt idx="984">
                <c:v>0.002591592172288746</c:v>
              </c:pt>
              <c:pt idx="985">
                <c:v>0.0023343937069019664</c:v>
              </c:pt>
              <c:pt idx="986">
                <c:v>0.0020892357022681204</c:v>
              </c:pt>
              <c:pt idx="987">
                <c:v>0.001856257823304036</c:v>
              </c:pt>
              <c:pt idx="988">
                <c:v>0.001635600062689209</c:v>
              </c:pt>
              <c:pt idx="989">
                <c:v>0.001427402723046184</c:v>
              </c:pt>
              <c:pt idx="990">
                <c:v>0.001231806398745535</c:v>
              </c:pt>
              <c:pt idx="991">
                <c:v>0.0010489519573277104</c:v>
              </c:pt>
              <c:pt idx="992">
                <c:v>0.0008789805205420701</c:v>
              </c:pt>
              <c:pt idx="993">
                <c:v>0.0007220334449947949</c:v>
              </c:pt>
              <c:pt idx="994">
                <c:v>0.0005782523024066922</c:v>
              </c:pt>
              <c:pt idx="995">
                <c:v>0.00044777885947220155</c:v>
              </c:pt>
              <c:pt idx="996">
                <c:v>0.0003307550573204768</c:v>
              </c:pt>
              <c:pt idx="997">
                <c:v>0.0002273229905702845</c:v>
              </c:pt>
              <c:pt idx="998">
                <c:v>0.00013762488597935545</c:v>
              </c:pt>
              <c:pt idx="999">
                <c:v>6.180308067969234E-05</c:v>
              </c:pt>
              <c:pt idx="1000">
                <c:v>-1.9104724304138164E-18</c:v>
              </c:pt>
            </c:numLit>
          </c:yVal>
        </c:ser>
        <c:ser>
          <c:idx val="2"/>
          <c:order val="2"/>
          <c:tx>
            <c:v>Phase 0.50</c:v>
          </c:tx>
          <c:spPr>
            <a:ln xmlns:a="http://schemas.openxmlformats.org/drawingml/2006/main" w="23813">
              <a:solidFill>
                <a:srgbClr val="38816B"/>
              </a:solidFill>
            </a:ln>
          </c:spPr>
          <c:marker>
            <c:symbol val="none"/>
          </c:marker>
          <c:xVal>
            <c:numLit>
              <c:formatCode>General</c:formatCode>
              <c:ptCount val="1001"/>
              <c:pt idx="0">
                <c:v>0</c:v>
              </c:pt>
              <c:pt idx="1">
                <c:v>0.001</c:v>
              </c:pt>
              <c:pt idx="2">
                <c:v>0.002</c:v>
              </c:pt>
              <c:pt idx="3">
                <c:v>0.003</c:v>
              </c:pt>
              <c:pt idx="4">
                <c:v>0.004</c:v>
              </c:pt>
              <c:pt idx="5">
                <c:v>0.005</c:v>
              </c:pt>
              <c:pt idx="6">
                <c:v>0.006</c:v>
              </c:pt>
              <c:pt idx="7">
                <c:v>0.007000000000000001</c:v>
              </c:pt>
              <c:pt idx="8">
                <c:v>0.008</c:v>
              </c:pt>
              <c:pt idx="9">
                <c:v>0.009000000000000001</c:v>
              </c:pt>
              <c:pt idx="10">
                <c:v>0.01</c:v>
              </c:pt>
              <c:pt idx="11">
                <c:v>0.011</c:v>
              </c:pt>
              <c:pt idx="12">
                <c:v>0.012</c:v>
              </c:pt>
              <c:pt idx="13">
                <c:v>0.013000000000000001</c:v>
              </c:pt>
              <c:pt idx="14">
                <c:v>0.014000000000000002</c:v>
              </c:pt>
              <c:pt idx="15">
                <c:v>0.014999999999999998</c:v>
              </c:pt>
              <c:pt idx="16">
                <c:v>0.016</c:v>
              </c:pt>
              <c:pt idx="17">
                <c:v>0.017</c:v>
              </c:pt>
              <c:pt idx="18">
                <c:v>0.018000000000000002</c:v>
              </c:pt>
              <c:pt idx="19">
                <c:v>0.019</c:v>
              </c:pt>
              <c:pt idx="20">
                <c:v>0.02</c:v>
              </c:pt>
              <c:pt idx="21">
                <c:v>0.021</c:v>
              </c:pt>
              <c:pt idx="22">
                <c:v>0.022</c:v>
              </c:pt>
              <c:pt idx="23">
                <c:v>0.023</c:v>
              </c:pt>
              <c:pt idx="24">
                <c:v>0.024</c:v>
              </c:pt>
              <c:pt idx="25">
                <c:v>0.025</c:v>
              </c:pt>
              <c:pt idx="26">
                <c:v>0.026000000000000002</c:v>
              </c:pt>
              <c:pt idx="27">
                <c:v>0.027</c:v>
              </c:pt>
              <c:pt idx="28">
                <c:v>0.028000000000000004</c:v>
              </c:pt>
              <c:pt idx="29">
                <c:v>0.028999999999999998</c:v>
              </c:pt>
              <c:pt idx="30">
                <c:v>0.029999999999999995</c:v>
              </c:pt>
              <c:pt idx="31">
                <c:v>0.031</c:v>
              </c:pt>
              <c:pt idx="32">
                <c:v>0.032</c:v>
              </c:pt>
              <c:pt idx="33">
                <c:v>0.033</c:v>
              </c:pt>
              <c:pt idx="34">
                <c:v>0.034</c:v>
              </c:pt>
              <c:pt idx="35">
                <c:v>0.035</c:v>
              </c:pt>
              <c:pt idx="36">
                <c:v>0.036000000000000004</c:v>
              </c:pt>
              <c:pt idx="37">
                <c:v>0.037</c:v>
              </c:pt>
              <c:pt idx="38">
                <c:v>0.038</c:v>
              </c:pt>
              <c:pt idx="39">
                <c:v>0.039</c:v>
              </c:pt>
              <c:pt idx="40">
                <c:v>0.04</c:v>
              </c:pt>
              <c:pt idx="41">
                <c:v>0.041</c:v>
              </c:pt>
              <c:pt idx="42">
                <c:v>0.042</c:v>
              </c:pt>
              <c:pt idx="43">
                <c:v>0.043000000000000003</c:v>
              </c:pt>
              <c:pt idx="44">
                <c:v>0.044</c:v>
              </c:pt>
              <c:pt idx="45">
                <c:v>0.045</c:v>
              </c:pt>
              <c:pt idx="46">
                <c:v>0.046</c:v>
              </c:pt>
              <c:pt idx="47">
                <c:v>0.047</c:v>
              </c:pt>
              <c:pt idx="48">
                <c:v>0.048</c:v>
              </c:pt>
              <c:pt idx="49">
                <c:v>0.048999999999999995</c:v>
              </c:pt>
              <c:pt idx="50">
                <c:v>0.05</c:v>
              </c:pt>
              <c:pt idx="51">
                <c:v>0.051000000000000004</c:v>
              </c:pt>
              <c:pt idx="52">
                <c:v>0.052000000000000005</c:v>
              </c:pt>
              <c:pt idx="53">
                <c:v>0.053</c:v>
              </c:pt>
              <c:pt idx="54">
                <c:v>0.054</c:v>
              </c:pt>
              <c:pt idx="55">
                <c:v>0.055</c:v>
              </c:pt>
              <c:pt idx="56">
                <c:v>0.05600000000000001</c:v>
              </c:pt>
              <c:pt idx="57">
                <c:v>0.05700000000000001</c:v>
              </c:pt>
              <c:pt idx="58">
                <c:v>0.057999999999999996</c:v>
              </c:pt>
              <c:pt idx="59">
                <c:v>0.059000000000000004</c:v>
              </c:pt>
              <c:pt idx="60">
                <c:v>0.05999999999999999</c:v>
              </c:pt>
              <c:pt idx="61">
                <c:v>0.061</c:v>
              </c:pt>
              <c:pt idx="62">
                <c:v>0.062</c:v>
              </c:pt>
              <c:pt idx="63">
                <c:v>0.063</c:v>
              </c:pt>
              <c:pt idx="64">
                <c:v>0.064</c:v>
              </c:pt>
              <c:pt idx="65">
                <c:v>0.065</c:v>
              </c:pt>
              <c:pt idx="66">
                <c:v>0.066</c:v>
              </c:pt>
              <c:pt idx="67">
                <c:v>0.067</c:v>
              </c:pt>
              <c:pt idx="68">
                <c:v>0.068</c:v>
              </c:pt>
              <c:pt idx="69">
                <c:v>0.069</c:v>
              </c:pt>
              <c:pt idx="70">
                <c:v>0.07</c:v>
              </c:pt>
              <c:pt idx="71">
                <c:v>0.07100000000000001</c:v>
              </c:pt>
              <c:pt idx="72">
                <c:v>0.07200000000000001</c:v>
              </c:pt>
              <c:pt idx="73">
                <c:v>0.073</c:v>
              </c:pt>
              <c:pt idx="74">
                <c:v>0.074</c:v>
              </c:pt>
              <c:pt idx="75">
                <c:v>0.075</c:v>
              </c:pt>
              <c:pt idx="76">
                <c:v>0.076</c:v>
              </c:pt>
              <c:pt idx="77">
                <c:v>0.077</c:v>
              </c:pt>
              <c:pt idx="78">
                <c:v>0.078</c:v>
              </c:pt>
              <c:pt idx="79">
                <c:v>0.079</c:v>
              </c:pt>
              <c:pt idx="80">
                <c:v>0.08</c:v>
              </c:pt>
              <c:pt idx="81">
                <c:v>0.081</c:v>
              </c:pt>
              <c:pt idx="82">
                <c:v>0.082</c:v>
              </c:pt>
              <c:pt idx="83">
                <c:v>0.083</c:v>
              </c:pt>
              <c:pt idx="84">
                <c:v>0.084</c:v>
              </c:pt>
              <c:pt idx="85">
                <c:v>0.085</c:v>
              </c:pt>
              <c:pt idx="86">
                <c:v>0.08600000000000001</c:v>
              </c:pt>
              <c:pt idx="87">
                <c:v>0.08700000000000001</c:v>
              </c:pt>
              <c:pt idx="88">
                <c:v>0.088</c:v>
              </c:pt>
              <c:pt idx="89">
                <c:v>0.089</c:v>
              </c:pt>
              <c:pt idx="90">
                <c:v>0.09</c:v>
              </c:pt>
              <c:pt idx="91">
                <c:v>0.091</c:v>
              </c:pt>
              <c:pt idx="92">
                <c:v>0.092</c:v>
              </c:pt>
              <c:pt idx="93">
                <c:v>0.093</c:v>
              </c:pt>
              <c:pt idx="94">
                <c:v>0.094</c:v>
              </c:pt>
              <c:pt idx="95">
                <c:v>0.095</c:v>
              </c:pt>
              <c:pt idx="96">
                <c:v>0.096</c:v>
              </c:pt>
              <c:pt idx="97">
                <c:v>0.097</c:v>
              </c:pt>
              <c:pt idx="98">
                <c:v>0.09799999999999999</c:v>
              </c:pt>
              <c:pt idx="99">
                <c:v>0.09899999999999999</c:v>
              </c:pt>
              <c:pt idx="100">
                <c:v>0.1</c:v>
              </c:pt>
              <c:pt idx="101">
                <c:v>0.101</c:v>
              </c:pt>
              <c:pt idx="102">
                <c:v>0.10200000000000001</c:v>
              </c:pt>
              <c:pt idx="103">
                <c:v>0.10300000000000001</c:v>
              </c:pt>
              <c:pt idx="104">
                <c:v>0.10400000000000001</c:v>
              </c:pt>
              <c:pt idx="105">
                <c:v>0.105</c:v>
              </c:pt>
              <c:pt idx="106">
                <c:v>0.106</c:v>
              </c:pt>
              <c:pt idx="107">
                <c:v>0.107</c:v>
              </c:pt>
              <c:pt idx="108">
                <c:v>0.108</c:v>
              </c:pt>
              <c:pt idx="109">
                <c:v>0.109</c:v>
              </c:pt>
              <c:pt idx="110">
                <c:v>0.11</c:v>
              </c:pt>
              <c:pt idx="111">
                <c:v>0.111</c:v>
              </c:pt>
              <c:pt idx="112">
                <c:v>0.11200000000000002</c:v>
              </c:pt>
              <c:pt idx="113">
                <c:v>0.11300000000000002</c:v>
              </c:pt>
              <c:pt idx="114">
                <c:v>0.11400000000000002</c:v>
              </c:pt>
              <c:pt idx="115">
                <c:v>0.11499999999999999</c:v>
              </c:pt>
              <c:pt idx="116">
                <c:v>0.11599999999999999</c:v>
              </c:pt>
              <c:pt idx="117">
                <c:v>0.117</c:v>
              </c:pt>
              <c:pt idx="118">
                <c:v>0.11800000000000001</c:v>
              </c:pt>
              <c:pt idx="119">
                <c:v>0.11900000000000001</c:v>
              </c:pt>
              <c:pt idx="120">
                <c:v>0.11999999999999998</c:v>
              </c:pt>
              <c:pt idx="121">
                <c:v>0.121</c:v>
              </c:pt>
              <c:pt idx="122">
                <c:v>0.122</c:v>
              </c:pt>
              <c:pt idx="123">
                <c:v>0.123</c:v>
              </c:pt>
              <c:pt idx="124">
                <c:v>0.124</c:v>
              </c:pt>
              <c:pt idx="125">
                <c:v>0.125</c:v>
              </c:pt>
              <c:pt idx="126">
                <c:v>0.126</c:v>
              </c:pt>
              <c:pt idx="127">
                <c:v>0.127</c:v>
              </c:pt>
              <c:pt idx="128">
                <c:v>0.128</c:v>
              </c:pt>
              <c:pt idx="129">
                <c:v>0.129</c:v>
              </c:pt>
              <c:pt idx="130">
                <c:v>0.13</c:v>
              </c:pt>
              <c:pt idx="131">
                <c:v>0.131</c:v>
              </c:pt>
              <c:pt idx="132">
                <c:v>0.132</c:v>
              </c:pt>
              <c:pt idx="133">
                <c:v>0.133</c:v>
              </c:pt>
              <c:pt idx="134">
                <c:v>0.134</c:v>
              </c:pt>
              <c:pt idx="135">
                <c:v>0.135</c:v>
              </c:pt>
              <c:pt idx="136">
                <c:v>0.136</c:v>
              </c:pt>
              <c:pt idx="137">
                <c:v>0.137</c:v>
              </c:pt>
              <c:pt idx="138">
                <c:v>0.138</c:v>
              </c:pt>
              <c:pt idx="139">
                <c:v>0.139</c:v>
              </c:pt>
              <c:pt idx="140">
                <c:v>0.14</c:v>
              </c:pt>
              <c:pt idx="141">
                <c:v>0.14100000000000001</c:v>
              </c:pt>
              <c:pt idx="142">
                <c:v>0.14200000000000002</c:v>
              </c:pt>
              <c:pt idx="143">
                <c:v>0.14300000000000002</c:v>
              </c:pt>
              <c:pt idx="144">
                <c:v>0.14400000000000002</c:v>
              </c:pt>
              <c:pt idx="145">
                <c:v>0.145</c:v>
              </c:pt>
              <c:pt idx="146">
                <c:v>0.146</c:v>
              </c:pt>
              <c:pt idx="147">
                <c:v>0.147</c:v>
              </c:pt>
              <c:pt idx="148">
                <c:v>0.148</c:v>
              </c:pt>
              <c:pt idx="149">
                <c:v>0.149</c:v>
              </c:pt>
              <c:pt idx="150">
                <c:v>0.15</c:v>
              </c:pt>
              <c:pt idx="151">
                <c:v>0.151</c:v>
              </c:pt>
              <c:pt idx="152">
                <c:v>0.152</c:v>
              </c:pt>
              <c:pt idx="153">
                <c:v>0.153</c:v>
              </c:pt>
              <c:pt idx="154">
                <c:v>0.154</c:v>
              </c:pt>
              <c:pt idx="155">
                <c:v>0.155</c:v>
              </c:pt>
              <c:pt idx="156">
                <c:v>0.156</c:v>
              </c:pt>
              <c:pt idx="157">
                <c:v>0.157</c:v>
              </c:pt>
              <c:pt idx="158">
                <c:v>0.158</c:v>
              </c:pt>
              <c:pt idx="159">
                <c:v>0.159</c:v>
              </c:pt>
              <c:pt idx="160">
                <c:v>0.16</c:v>
              </c:pt>
              <c:pt idx="161">
                <c:v>0.161</c:v>
              </c:pt>
              <c:pt idx="162">
                <c:v>0.162</c:v>
              </c:pt>
              <c:pt idx="163">
                <c:v>0.163</c:v>
              </c:pt>
              <c:pt idx="164">
                <c:v>0.164</c:v>
              </c:pt>
              <c:pt idx="165">
                <c:v>0.165</c:v>
              </c:pt>
              <c:pt idx="166">
                <c:v>0.166</c:v>
              </c:pt>
              <c:pt idx="167">
                <c:v>0.167</c:v>
              </c:pt>
              <c:pt idx="168">
                <c:v>0.168</c:v>
              </c:pt>
              <c:pt idx="169">
                <c:v>0.169</c:v>
              </c:pt>
              <c:pt idx="170">
                <c:v>0.17</c:v>
              </c:pt>
              <c:pt idx="171">
                <c:v>0.171</c:v>
              </c:pt>
              <c:pt idx="172">
                <c:v>0.17200000000000001</c:v>
              </c:pt>
              <c:pt idx="173">
                <c:v>0.17300000000000001</c:v>
              </c:pt>
              <c:pt idx="174">
                <c:v>0.17400000000000002</c:v>
              </c:pt>
              <c:pt idx="175">
                <c:v>0.17500000000000002</c:v>
              </c:pt>
              <c:pt idx="176">
                <c:v>0.176</c:v>
              </c:pt>
              <c:pt idx="177">
                <c:v>0.177</c:v>
              </c:pt>
              <c:pt idx="178">
                <c:v>0.178</c:v>
              </c:pt>
              <c:pt idx="179">
                <c:v>0.179</c:v>
              </c:pt>
              <c:pt idx="180">
                <c:v>0.18</c:v>
              </c:pt>
              <c:pt idx="181">
                <c:v>0.181</c:v>
              </c:pt>
              <c:pt idx="182">
                <c:v>0.182</c:v>
              </c:pt>
              <c:pt idx="183">
                <c:v>0.183</c:v>
              </c:pt>
              <c:pt idx="184">
                <c:v>0.184</c:v>
              </c:pt>
              <c:pt idx="185">
                <c:v>0.185</c:v>
              </c:pt>
              <c:pt idx="186">
                <c:v>0.186</c:v>
              </c:pt>
              <c:pt idx="187">
                <c:v>0.187</c:v>
              </c:pt>
              <c:pt idx="188">
                <c:v>0.188</c:v>
              </c:pt>
              <c:pt idx="189">
                <c:v>0.189</c:v>
              </c:pt>
              <c:pt idx="190">
                <c:v>0.19</c:v>
              </c:pt>
              <c:pt idx="191">
                <c:v>0.191</c:v>
              </c:pt>
              <c:pt idx="192">
                <c:v>0.192</c:v>
              </c:pt>
              <c:pt idx="193">
                <c:v>0.193</c:v>
              </c:pt>
              <c:pt idx="194">
                <c:v>0.194</c:v>
              </c:pt>
              <c:pt idx="195">
                <c:v>0.195</c:v>
              </c:pt>
              <c:pt idx="196">
                <c:v>0.19599999999999998</c:v>
              </c:pt>
              <c:pt idx="197">
                <c:v>0.19699999999999998</c:v>
              </c:pt>
              <c:pt idx="198">
                <c:v>0.19799999999999998</c:v>
              </c:pt>
              <c:pt idx="199">
                <c:v>0.199</c:v>
              </c:pt>
              <c:pt idx="200">
                <c:v>0.2</c:v>
              </c:pt>
              <c:pt idx="201">
                <c:v>0.201</c:v>
              </c:pt>
              <c:pt idx="202">
                <c:v>0.202</c:v>
              </c:pt>
              <c:pt idx="203">
                <c:v>0.203</c:v>
              </c:pt>
              <c:pt idx="204">
                <c:v>0.20400000000000001</c:v>
              </c:pt>
              <c:pt idx="205">
                <c:v>0.20500000000000002</c:v>
              </c:pt>
              <c:pt idx="206">
                <c:v>0.20600000000000002</c:v>
              </c:pt>
              <c:pt idx="207">
                <c:v>0.20700000000000002</c:v>
              </c:pt>
              <c:pt idx="208">
                <c:v>0.20800000000000002</c:v>
              </c:pt>
              <c:pt idx="209">
                <c:v>0.209</c:v>
              </c:pt>
              <c:pt idx="210">
                <c:v>0.21</c:v>
              </c:pt>
              <c:pt idx="211">
                <c:v>0.211</c:v>
              </c:pt>
              <c:pt idx="212">
                <c:v>0.212</c:v>
              </c:pt>
              <c:pt idx="213">
                <c:v>0.213</c:v>
              </c:pt>
              <c:pt idx="214">
                <c:v>0.214</c:v>
              </c:pt>
              <c:pt idx="215">
                <c:v>0.215</c:v>
              </c:pt>
              <c:pt idx="216">
                <c:v>0.216</c:v>
              </c:pt>
              <c:pt idx="217">
                <c:v>0.217</c:v>
              </c:pt>
              <c:pt idx="218">
                <c:v>0.218</c:v>
              </c:pt>
              <c:pt idx="219">
                <c:v>0.219</c:v>
              </c:pt>
              <c:pt idx="220">
                <c:v>0.22</c:v>
              </c:pt>
              <c:pt idx="221">
                <c:v>0.221</c:v>
              </c:pt>
              <c:pt idx="222">
                <c:v>0.222</c:v>
              </c:pt>
              <c:pt idx="223">
                <c:v>0.223</c:v>
              </c:pt>
              <c:pt idx="224">
                <c:v>0.22400000000000003</c:v>
              </c:pt>
              <c:pt idx="225">
                <c:v>0.22500000000000003</c:v>
              </c:pt>
              <c:pt idx="226">
                <c:v>0.22600000000000003</c:v>
              </c:pt>
              <c:pt idx="227">
                <c:v>0.22700000000000004</c:v>
              </c:pt>
              <c:pt idx="228">
                <c:v>0.22800000000000004</c:v>
              </c:pt>
              <c:pt idx="229">
                <c:v>0.22899999999999998</c:v>
              </c:pt>
              <c:pt idx="230">
                <c:v>0.22999999999999998</c:v>
              </c:pt>
              <c:pt idx="231">
                <c:v>0.23099999999999998</c:v>
              </c:pt>
              <c:pt idx="232">
                <c:v>0.23199999999999998</c:v>
              </c:pt>
              <c:pt idx="233">
                <c:v>0.233</c:v>
              </c:pt>
              <c:pt idx="234">
                <c:v>0.234</c:v>
              </c:pt>
              <c:pt idx="235">
                <c:v>0.23500000000000001</c:v>
              </c:pt>
              <c:pt idx="236">
                <c:v>0.23600000000000002</c:v>
              </c:pt>
              <c:pt idx="237">
                <c:v>0.23700000000000002</c:v>
              </c:pt>
              <c:pt idx="238">
                <c:v>0.23800000000000002</c:v>
              </c:pt>
              <c:pt idx="239">
                <c:v>0.23900000000000002</c:v>
              </c:pt>
              <c:pt idx="240">
                <c:v>0.23999999999999996</c:v>
              </c:pt>
              <c:pt idx="241">
                <c:v>0.24099999999999996</c:v>
              </c:pt>
              <c:pt idx="242">
                <c:v>0.242</c:v>
              </c:pt>
              <c:pt idx="243">
                <c:v>0.243</c:v>
              </c:pt>
              <c:pt idx="244">
                <c:v>0.244</c:v>
              </c:pt>
              <c:pt idx="245">
                <c:v>0.245</c:v>
              </c:pt>
              <c:pt idx="246">
                <c:v>0.246</c:v>
              </c:pt>
              <c:pt idx="247">
                <c:v>0.247</c:v>
              </c:pt>
              <c:pt idx="248">
                <c:v>0.248</c:v>
              </c:pt>
              <c:pt idx="249">
                <c:v>0.249</c:v>
              </c:pt>
              <c:pt idx="250">
                <c:v>0.25</c:v>
              </c:pt>
              <c:pt idx="251">
                <c:v>0.251</c:v>
              </c:pt>
              <c:pt idx="252">
                <c:v>0.252</c:v>
              </c:pt>
              <c:pt idx="253">
                <c:v>0.253</c:v>
              </c:pt>
              <c:pt idx="254">
                <c:v>0.254</c:v>
              </c:pt>
              <c:pt idx="255">
                <c:v>0.255</c:v>
              </c:pt>
              <c:pt idx="256">
                <c:v>0.256</c:v>
              </c:pt>
              <c:pt idx="257">
                <c:v>0.257</c:v>
              </c:pt>
              <c:pt idx="258">
                <c:v>0.258</c:v>
              </c:pt>
              <c:pt idx="259">
                <c:v>0.259</c:v>
              </c:pt>
              <c:pt idx="260">
                <c:v>0.26</c:v>
              </c:pt>
              <c:pt idx="261">
                <c:v>0.261</c:v>
              </c:pt>
              <c:pt idx="262">
                <c:v>0.262</c:v>
              </c:pt>
              <c:pt idx="263">
                <c:v>0.263</c:v>
              </c:pt>
              <c:pt idx="264">
                <c:v>0.264</c:v>
              </c:pt>
              <c:pt idx="265">
                <c:v>0.265</c:v>
              </c:pt>
              <c:pt idx="266">
                <c:v>0.266</c:v>
              </c:pt>
              <c:pt idx="267">
                <c:v>0.267</c:v>
              </c:pt>
              <c:pt idx="268">
                <c:v>0.268</c:v>
              </c:pt>
              <c:pt idx="269">
                <c:v>0.269</c:v>
              </c:pt>
              <c:pt idx="270">
                <c:v>0.27</c:v>
              </c:pt>
              <c:pt idx="271">
                <c:v>0.271</c:v>
              </c:pt>
              <c:pt idx="272">
                <c:v>0.272</c:v>
              </c:pt>
              <c:pt idx="273">
                <c:v>0.273</c:v>
              </c:pt>
              <c:pt idx="274">
                <c:v>0.274</c:v>
              </c:pt>
              <c:pt idx="275">
                <c:v>0.275</c:v>
              </c:pt>
              <c:pt idx="276">
                <c:v>0.276</c:v>
              </c:pt>
              <c:pt idx="277">
                <c:v>0.277</c:v>
              </c:pt>
              <c:pt idx="278">
                <c:v>0.278</c:v>
              </c:pt>
              <c:pt idx="279">
                <c:v>0.279</c:v>
              </c:pt>
              <c:pt idx="280">
                <c:v>0.28</c:v>
              </c:pt>
              <c:pt idx="281">
                <c:v>0.281</c:v>
              </c:pt>
              <c:pt idx="282">
                <c:v>0.28200000000000003</c:v>
              </c:pt>
              <c:pt idx="283">
                <c:v>0.28300000000000003</c:v>
              </c:pt>
              <c:pt idx="284">
                <c:v>0.28400000000000003</c:v>
              </c:pt>
              <c:pt idx="285">
                <c:v>0.28500000000000003</c:v>
              </c:pt>
              <c:pt idx="286">
                <c:v>0.28600000000000003</c:v>
              </c:pt>
              <c:pt idx="287">
                <c:v>0.28700000000000003</c:v>
              </c:pt>
              <c:pt idx="288">
                <c:v>0.28800000000000003</c:v>
              </c:pt>
              <c:pt idx="289">
                <c:v>0.289</c:v>
              </c:pt>
              <c:pt idx="290">
                <c:v>0.29</c:v>
              </c:pt>
              <c:pt idx="291">
                <c:v>0.291</c:v>
              </c:pt>
              <c:pt idx="292">
                <c:v>0.292</c:v>
              </c:pt>
              <c:pt idx="293">
                <c:v>0.293</c:v>
              </c:pt>
              <c:pt idx="294">
                <c:v>0.294</c:v>
              </c:pt>
              <c:pt idx="295">
                <c:v>0.295</c:v>
              </c:pt>
              <c:pt idx="296">
                <c:v>0.296</c:v>
              </c:pt>
              <c:pt idx="297">
                <c:v>0.297</c:v>
              </c:pt>
              <c:pt idx="298">
                <c:v>0.298</c:v>
              </c:pt>
              <c:pt idx="299">
                <c:v>0.299</c:v>
              </c:pt>
              <c:pt idx="300">
                <c:v>0.3</c:v>
              </c:pt>
              <c:pt idx="301">
                <c:v>0.301</c:v>
              </c:pt>
              <c:pt idx="302">
                <c:v>0.302</c:v>
              </c:pt>
              <c:pt idx="303">
                <c:v>0.303</c:v>
              </c:pt>
              <c:pt idx="304">
                <c:v>0.304</c:v>
              </c:pt>
              <c:pt idx="305">
                <c:v>0.305</c:v>
              </c:pt>
              <c:pt idx="306">
                <c:v>0.306</c:v>
              </c:pt>
              <c:pt idx="307">
                <c:v>0.307</c:v>
              </c:pt>
              <c:pt idx="308">
                <c:v>0.308</c:v>
              </c:pt>
              <c:pt idx="309">
                <c:v>0.309</c:v>
              </c:pt>
              <c:pt idx="310">
                <c:v>0.31</c:v>
              </c:pt>
              <c:pt idx="311">
                <c:v>0.311</c:v>
              </c:pt>
              <c:pt idx="312">
                <c:v>0.312</c:v>
              </c:pt>
              <c:pt idx="313">
                <c:v>0.313</c:v>
              </c:pt>
              <c:pt idx="314">
                <c:v>0.314</c:v>
              </c:pt>
              <c:pt idx="315">
                <c:v>0.315</c:v>
              </c:pt>
              <c:pt idx="316">
                <c:v>0.316</c:v>
              </c:pt>
              <c:pt idx="317">
                <c:v>0.317</c:v>
              </c:pt>
              <c:pt idx="318">
                <c:v>0.318</c:v>
              </c:pt>
              <c:pt idx="319">
                <c:v>0.319</c:v>
              </c:pt>
              <c:pt idx="320">
                <c:v>0.32</c:v>
              </c:pt>
              <c:pt idx="321">
                <c:v>0.321</c:v>
              </c:pt>
              <c:pt idx="322">
                <c:v>0.322</c:v>
              </c:pt>
              <c:pt idx="323">
                <c:v>0.323</c:v>
              </c:pt>
              <c:pt idx="324">
                <c:v>0.324</c:v>
              </c:pt>
              <c:pt idx="325">
                <c:v>0.325</c:v>
              </c:pt>
              <c:pt idx="326">
                <c:v>0.326</c:v>
              </c:pt>
              <c:pt idx="327">
                <c:v>0.327</c:v>
              </c:pt>
              <c:pt idx="328">
                <c:v>0.328</c:v>
              </c:pt>
              <c:pt idx="329">
                <c:v>0.329</c:v>
              </c:pt>
              <c:pt idx="330">
                <c:v>0.33</c:v>
              </c:pt>
              <c:pt idx="331">
                <c:v>0.331</c:v>
              </c:pt>
              <c:pt idx="332">
                <c:v>0.332</c:v>
              </c:pt>
              <c:pt idx="333">
                <c:v>0.333</c:v>
              </c:pt>
              <c:pt idx="334">
                <c:v>0.334</c:v>
              </c:pt>
              <c:pt idx="335">
                <c:v>0.335</c:v>
              </c:pt>
              <c:pt idx="336">
                <c:v>0.336</c:v>
              </c:pt>
              <c:pt idx="337">
                <c:v>0.337</c:v>
              </c:pt>
              <c:pt idx="338">
                <c:v>0.338</c:v>
              </c:pt>
              <c:pt idx="339">
                <c:v>0.339</c:v>
              </c:pt>
              <c:pt idx="340">
                <c:v>0.34</c:v>
              </c:pt>
              <c:pt idx="341">
                <c:v>0.341</c:v>
              </c:pt>
              <c:pt idx="342">
                <c:v>0.342</c:v>
              </c:pt>
              <c:pt idx="343">
                <c:v>0.343</c:v>
              </c:pt>
              <c:pt idx="344">
                <c:v>0.34400000000000003</c:v>
              </c:pt>
              <c:pt idx="345">
                <c:v>0.34500000000000003</c:v>
              </c:pt>
              <c:pt idx="346">
                <c:v>0.34600000000000003</c:v>
              </c:pt>
              <c:pt idx="347">
                <c:v>0.34700000000000003</c:v>
              </c:pt>
              <c:pt idx="348">
                <c:v>0.34800000000000003</c:v>
              </c:pt>
              <c:pt idx="349">
                <c:v>0.34900000000000003</c:v>
              </c:pt>
              <c:pt idx="350">
                <c:v>0.35000000000000003</c:v>
              </c:pt>
              <c:pt idx="351">
                <c:v>0.35100000000000003</c:v>
              </c:pt>
              <c:pt idx="352">
                <c:v>0.352</c:v>
              </c:pt>
              <c:pt idx="353">
                <c:v>0.353</c:v>
              </c:pt>
              <c:pt idx="354">
                <c:v>0.354</c:v>
              </c:pt>
              <c:pt idx="355">
                <c:v>0.355</c:v>
              </c:pt>
              <c:pt idx="356">
                <c:v>0.356</c:v>
              </c:pt>
              <c:pt idx="357">
                <c:v>0.357</c:v>
              </c:pt>
              <c:pt idx="358">
                <c:v>0.358</c:v>
              </c:pt>
              <c:pt idx="359">
                <c:v>0.359</c:v>
              </c:pt>
              <c:pt idx="360">
                <c:v>0.36</c:v>
              </c:pt>
              <c:pt idx="361">
                <c:v>0.361</c:v>
              </c:pt>
              <c:pt idx="362">
                <c:v>0.362</c:v>
              </c:pt>
              <c:pt idx="363">
                <c:v>0.363</c:v>
              </c:pt>
              <c:pt idx="364">
                <c:v>0.364</c:v>
              </c:pt>
              <c:pt idx="365">
                <c:v>0.365</c:v>
              </c:pt>
              <c:pt idx="366">
                <c:v>0.366</c:v>
              </c:pt>
              <c:pt idx="367">
                <c:v>0.367</c:v>
              </c:pt>
              <c:pt idx="368">
                <c:v>0.368</c:v>
              </c:pt>
              <c:pt idx="369">
                <c:v>0.369</c:v>
              </c:pt>
              <c:pt idx="370">
                <c:v>0.37</c:v>
              </c:pt>
              <c:pt idx="371">
                <c:v>0.371</c:v>
              </c:pt>
              <c:pt idx="372">
                <c:v>0.372</c:v>
              </c:pt>
              <c:pt idx="373">
                <c:v>0.373</c:v>
              </c:pt>
              <c:pt idx="374">
                <c:v>0.374</c:v>
              </c:pt>
              <c:pt idx="375">
                <c:v>0.375</c:v>
              </c:pt>
              <c:pt idx="376">
                <c:v>0.376</c:v>
              </c:pt>
              <c:pt idx="377">
                <c:v>0.377</c:v>
              </c:pt>
              <c:pt idx="378">
                <c:v>0.378</c:v>
              </c:pt>
              <c:pt idx="379">
                <c:v>0.379</c:v>
              </c:pt>
              <c:pt idx="380">
                <c:v>0.38</c:v>
              </c:pt>
              <c:pt idx="381">
                <c:v>0.381</c:v>
              </c:pt>
              <c:pt idx="382">
                <c:v>0.382</c:v>
              </c:pt>
              <c:pt idx="383">
                <c:v>0.383</c:v>
              </c:pt>
              <c:pt idx="384">
                <c:v>0.384</c:v>
              </c:pt>
              <c:pt idx="385">
                <c:v>0.385</c:v>
              </c:pt>
              <c:pt idx="386">
                <c:v>0.386</c:v>
              </c:pt>
              <c:pt idx="387">
                <c:v>0.387</c:v>
              </c:pt>
              <c:pt idx="388">
                <c:v>0.388</c:v>
              </c:pt>
              <c:pt idx="389">
                <c:v>0.389</c:v>
              </c:pt>
              <c:pt idx="390">
                <c:v>0.39</c:v>
              </c:pt>
              <c:pt idx="391">
                <c:v>0.391</c:v>
              </c:pt>
              <c:pt idx="392">
                <c:v>0.39199999999999996</c:v>
              </c:pt>
              <c:pt idx="393">
                <c:v>0.393</c:v>
              </c:pt>
              <c:pt idx="394">
                <c:v>0.39399999999999996</c:v>
              </c:pt>
              <c:pt idx="395">
                <c:v>0.395</c:v>
              </c:pt>
              <c:pt idx="396">
                <c:v>0.39599999999999996</c:v>
              </c:pt>
              <c:pt idx="397">
                <c:v>0.397</c:v>
              </c:pt>
              <c:pt idx="398">
                <c:v>0.398</c:v>
              </c:pt>
              <c:pt idx="399">
                <c:v>0.399</c:v>
              </c:pt>
              <c:pt idx="400">
                <c:v>0.4</c:v>
              </c:pt>
              <c:pt idx="401">
                <c:v>0.401</c:v>
              </c:pt>
              <c:pt idx="402">
                <c:v>0.402</c:v>
              </c:pt>
              <c:pt idx="403">
                <c:v>0.403</c:v>
              </c:pt>
              <c:pt idx="404">
                <c:v>0.404</c:v>
              </c:pt>
              <c:pt idx="405">
                <c:v>0.4050000000000001</c:v>
              </c:pt>
              <c:pt idx="406">
                <c:v>0.406</c:v>
              </c:pt>
              <c:pt idx="407">
                <c:v>0.4070000000000001</c:v>
              </c:pt>
              <c:pt idx="408">
                <c:v>0.40800000000000003</c:v>
              </c:pt>
              <c:pt idx="409">
                <c:v>0.4090000000000001</c:v>
              </c:pt>
              <c:pt idx="410">
                <c:v>0.41000000000000003</c:v>
              </c:pt>
              <c:pt idx="411">
                <c:v>0.4110000000000001</c:v>
              </c:pt>
              <c:pt idx="412">
                <c:v>0.41200000000000003</c:v>
              </c:pt>
              <c:pt idx="413">
                <c:v>0.413</c:v>
              </c:pt>
              <c:pt idx="414">
                <c:v>0.41400000000000003</c:v>
              </c:pt>
              <c:pt idx="415">
                <c:v>0.415</c:v>
              </c:pt>
              <c:pt idx="416">
                <c:v>0.41600000000000004</c:v>
              </c:pt>
              <c:pt idx="417">
                <c:v>0.417</c:v>
              </c:pt>
              <c:pt idx="418">
                <c:v>0.418</c:v>
              </c:pt>
              <c:pt idx="419">
                <c:v>0.419</c:v>
              </c:pt>
              <c:pt idx="420">
                <c:v>0.42</c:v>
              </c:pt>
              <c:pt idx="421">
                <c:v>0.421</c:v>
              </c:pt>
              <c:pt idx="422">
                <c:v>0.422</c:v>
              </c:pt>
              <c:pt idx="423">
                <c:v>0.42300000000000004</c:v>
              </c:pt>
              <c:pt idx="424">
                <c:v>0.424</c:v>
              </c:pt>
              <c:pt idx="425">
                <c:v>0.42500000000000004</c:v>
              </c:pt>
              <c:pt idx="426">
                <c:v>0.426</c:v>
              </c:pt>
              <c:pt idx="427">
                <c:v>0.42700000000000005</c:v>
              </c:pt>
              <c:pt idx="428">
                <c:v>0.428</c:v>
              </c:pt>
              <c:pt idx="429">
                <c:v>0.42900000000000005</c:v>
              </c:pt>
              <c:pt idx="430">
                <c:v>0.43</c:v>
              </c:pt>
              <c:pt idx="431">
                <c:v>0.43100000000000005</c:v>
              </c:pt>
              <c:pt idx="432">
                <c:v>0.432</c:v>
              </c:pt>
              <c:pt idx="433">
                <c:v>0.43299999999999994</c:v>
              </c:pt>
              <c:pt idx="434">
                <c:v>0.434</c:v>
              </c:pt>
              <c:pt idx="435">
                <c:v>0.43499999999999994</c:v>
              </c:pt>
              <c:pt idx="436">
                <c:v>0.436</c:v>
              </c:pt>
              <c:pt idx="437">
                <c:v>0.43699999999999994</c:v>
              </c:pt>
              <c:pt idx="438">
                <c:v>0.438</c:v>
              </c:pt>
              <c:pt idx="439">
                <c:v>0.43899999999999995</c:v>
              </c:pt>
              <c:pt idx="440">
                <c:v>0.44</c:v>
              </c:pt>
              <c:pt idx="441">
                <c:v>0.441</c:v>
              </c:pt>
              <c:pt idx="442">
                <c:v>0.442</c:v>
              </c:pt>
              <c:pt idx="443">
                <c:v>0.443</c:v>
              </c:pt>
              <c:pt idx="444">
                <c:v>0.444</c:v>
              </c:pt>
              <c:pt idx="445">
                <c:v>0.445</c:v>
              </c:pt>
              <c:pt idx="446">
                <c:v>0.446</c:v>
              </c:pt>
              <c:pt idx="447">
                <c:v>0.447</c:v>
              </c:pt>
              <c:pt idx="448">
                <c:v>0.44800000000000006</c:v>
              </c:pt>
              <c:pt idx="449">
                <c:v>0.449</c:v>
              </c:pt>
              <c:pt idx="450">
                <c:v>0.45000000000000007</c:v>
              </c:pt>
              <c:pt idx="451">
                <c:v>0.451</c:v>
              </c:pt>
              <c:pt idx="452">
                <c:v>0.45200000000000007</c:v>
              </c:pt>
              <c:pt idx="453">
                <c:v>0.453</c:v>
              </c:pt>
              <c:pt idx="454">
                <c:v>0.45400000000000007</c:v>
              </c:pt>
              <c:pt idx="455">
                <c:v>0.455</c:v>
              </c:pt>
              <c:pt idx="456">
                <c:v>0.45600000000000007</c:v>
              </c:pt>
              <c:pt idx="457">
                <c:v>0.457</c:v>
              </c:pt>
              <c:pt idx="458">
                <c:v>0.45799999999999996</c:v>
              </c:pt>
              <c:pt idx="459">
                <c:v>0.459</c:v>
              </c:pt>
              <c:pt idx="460">
                <c:v>0.45999999999999996</c:v>
              </c:pt>
              <c:pt idx="461">
                <c:v>0.461</c:v>
              </c:pt>
              <c:pt idx="462">
                <c:v>0.46199999999999997</c:v>
              </c:pt>
              <c:pt idx="463">
                <c:v>0.463</c:v>
              </c:pt>
              <c:pt idx="464">
                <c:v>0.46399999999999997</c:v>
              </c:pt>
              <c:pt idx="465">
                <c:v>0.465</c:v>
              </c:pt>
              <c:pt idx="466">
                <c:v>0.466</c:v>
              </c:pt>
              <c:pt idx="467">
                <c:v>0.467</c:v>
              </c:pt>
              <c:pt idx="468">
                <c:v>0.468</c:v>
              </c:pt>
              <c:pt idx="469">
                <c:v>0.46900000000000003</c:v>
              </c:pt>
              <c:pt idx="470">
                <c:v>0.47000000000000003</c:v>
              </c:pt>
              <c:pt idx="471">
                <c:v>0.47100000000000003</c:v>
              </c:pt>
              <c:pt idx="472">
                <c:v>0.47200000000000003</c:v>
              </c:pt>
              <c:pt idx="473">
                <c:v>0.4730000000000001</c:v>
              </c:pt>
              <c:pt idx="474">
                <c:v>0.47400000000000003</c:v>
              </c:pt>
              <c:pt idx="475">
                <c:v>0.4750000000000001</c:v>
              </c:pt>
              <c:pt idx="476">
                <c:v>0.47600000000000003</c:v>
              </c:pt>
              <c:pt idx="477">
                <c:v>0.4770000000000001</c:v>
              </c:pt>
              <c:pt idx="478">
                <c:v>0.47800000000000004</c:v>
              </c:pt>
              <c:pt idx="479">
                <c:v>0.4790000000000001</c:v>
              </c:pt>
              <c:pt idx="480">
                <c:v>0.4799999999999999</c:v>
              </c:pt>
              <c:pt idx="481">
                <c:v>0.481</c:v>
              </c:pt>
              <c:pt idx="482">
                <c:v>0.48199999999999993</c:v>
              </c:pt>
              <c:pt idx="483">
                <c:v>0.483</c:v>
              </c:pt>
              <c:pt idx="484">
                <c:v>0.484</c:v>
              </c:pt>
              <c:pt idx="485">
                <c:v>0.485</c:v>
              </c:pt>
              <c:pt idx="486">
                <c:v>0.486</c:v>
              </c:pt>
              <c:pt idx="487">
                <c:v>0.487</c:v>
              </c:pt>
              <c:pt idx="488">
                <c:v>0.488</c:v>
              </c:pt>
              <c:pt idx="489">
                <c:v>0.489</c:v>
              </c:pt>
              <c:pt idx="490">
                <c:v>0.49</c:v>
              </c:pt>
              <c:pt idx="491">
                <c:v>0.49100000000000005</c:v>
              </c:pt>
              <c:pt idx="492">
                <c:v>0.492</c:v>
              </c:pt>
              <c:pt idx="493">
                <c:v>0.49300000000000005</c:v>
              </c:pt>
              <c:pt idx="494">
                <c:v>0.494</c:v>
              </c:pt>
              <c:pt idx="495">
                <c:v>0.49500000000000005</c:v>
              </c:pt>
              <c:pt idx="496">
                <c:v>0.496</c:v>
              </c:pt>
              <c:pt idx="497">
                <c:v>0.49700000000000005</c:v>
              </c:pt>
              <c:pt idx="498">
                <c:v>0.498</c:v>
              </c:pt>
              <c:pt idx="499">
                <c:v>0.49900000000000005</c:v>
              </c:pt>
              <c:pt idx="500">
                <c:v>0.5</c:v>
              </c:pt>
              <c:pt idx="501">
                <c:v>0.501</c:v>
              </c:pt>
              <c:pt idx="502">
                <c:v>0.502</c:v>
              </c:pt>
              <c:pt idx="503">
                <c:v>0.503</c:v>
              </c:pt>
              <c:pt idx="504">
                <c:v>0.504</c:v>
              </c:pt>
              <c:pt idx="505">
                <c:v>0.505</c:v>
              </c:pt>
              <c:pt idx="506">
                <c:v>0.506</c:v>
              </c:pt>
              <c:pt idx="507">
                <c:v>0.507</c:v>
              </c:pt>
              <c:pt idx="508">
                <c:v>0.508</c:v>
              </c:pt>
              <c:pt idx="509">
                <c:v>0.509</c:v>
              </c:pt>
              <c:pt idx="510">
                <c:v>0.51</c:v>
              </c:pt>
              <c:pt idx="511">
                <c:v>0.511</c:v>
              </c:pt>
              <c:pt idx="512">
                <c:v>0.512</c:v>
              </c:pt>
              <c:pt idx="513">
                <c:v>0.513</c:v>
              </c:pt>
              <c:pt idx="514">
                <c:v>0.514</c:v>
              </c:pt>
              <c:pt idx="515">
                <c:v>0.515</c:v>
              </c:pt>
              <c:pt idx="516">
                <c:v>0.516</c:v>
              </c:pt>
              <c:pt idx="517">
                <c:v>0.517</c:v>
              </c:pt>
              <c:pt idx="518">
                <c:v>0.518</c:v>
              </c:pt>
              <c:pt idx="519">
                <c:v>0.519</c:v>
              </c:pt>
              <c:pt idx="520">
                <c:v>0.52</c:v>
              </c:pt>
              <c:pt idx="521">
                <c:v>0.521</c:v>
              </c:pt>
              <c:pt idx="522">
                <c:v>0.522</c:v>
              </c:pt>
              <c:pt idx="523">
                <c:v>0.523</c:v>
              </c:pt>
              <c:pt idx="524">
                <c:v>0.524</c:v>
              </c:pt>
              <c:pt idx="525">
                <c:v>0.525</c:v>
              </c:pt>
              <c:pt idx="526">
                <c:v>0.526</c:v>
              </c:pt>
              <c:pt idx="527">
                <c:v>0.527</c:v>
              </c:pt>
              <c:pt idx="528">
                <c:v>0.528</c:v>
              </c:pt>
              <c:pt idx="529">
                <c:v>0.529</c:v>
              </c:pt>
              <c:pt idx="530">
                <c:v>0.53</c:v>
              </c:pt>
              <c:pt idx="531">
                <c:v>0.531</c:v>
              </c:pt>
              <c:pt idx="532">
                <c:v>0.532</c:v>
              </c:pt>
              <c:pt idx="533">
                <c:v>0.533</c:v>
              </c:pt>
              <c:pt idx="534">
                <c:v>0.534</c:v>
              </c:pt>
              <c:pt idx="535">
                <c:v>0.535</c:v>
              </c:pt>
              <c:pt idx="536">
                <c:v>0.536</c:v>
              </c:pt>
              <c:pt idx="537">
                <c:v>0.537</c:v>
              </c:pt>
              <c:pt idx="538">
                <c:v>0.538</c:v>
              </c:pt>
              <c:pt idx="539">
                <c:v>0.539</c:v>
              </c:pt>
              <c:pt idx="540">
                <c:v>0.54</c:v>
              </c:pt>
              <c:pt idx="541">
                <c:v>0.541</c:v>
              </c:pt>
              <c:pt idx="542">
                <c:v>0.542</c:v>
              </c:pt>
              <c:pt idx="543">
                <c:v>0.543</c:v>
              </c:pt>
              <c:pt idx="544">
                <c:v>0.544</c:v>
              </c:pt>
              <c:pt idx="545">
                <c:v>0.545</c:v>
              </c:pt>
              <c:pt idx="546">
                <c:v>0.546</c:v>
              </c:pt>
              <c:pt idx="547">
                <c:v>0.547</c:v>
              </c:pt>
              <c:pt idx="548">
                <c:v>0.548</c:v>
              </c:pt>
              <c:pt idx="549">
                <c:v>0.549</c:v>
              </c:pt>
              <c:pt idx="550">
                <c:v>0.55</c:v>
              </c:pt>
              <c:pt idx="551">
                <c:v>0.551</c:v>
              </c:pt>
              <c:pt idx="552">
                <c:v>0.552</c:v>
              </c:pt>
              <c:pt idx="553">
                <c:v>0.553</c:v>
              </c:pt>
              <c:pt idx="554">
                <c:v>0.554</c:v>
              </c:pt>
              <c:pt idx="555">
                <c:v>0.555</c:v>
              </c:pt>
              <c:pt idx="556">
                <c:v>0.556</c:v>
              </c:pt>
              <c:pt idx="557">
                <c:v>0.557</c:v>
              </c:pt>
              <c:pt idx="558">
                <c:v>0.558</c:v>
              </c:pt>
              <c:pt idx="559">
                <c:v>0.559</c:v>
              </c:pt>
              <c:pt idx="560">
                <c:v>0.56</c:v>
              </c:pt>
              <c:pt idx="561">
                <c:v>0.561</c:v>
              </c:pt>
              <c:pt idx="562">
                <c:v>0.562</c:v>
              </c:pt>
              <c:pt idx="563">
                <c:v>0.5630000000000001</c:v>
              </c:pt>
              <c:pt idx="564">
                <c:v>0.5640000000000001</c:v>
              </c:pt>
              <c:pt idx="565">
                <c:v>0.5650000000000001</c:v>
              </c:pt>
              <c:pt idx="566">
                <c:v>0.5660000000000001</c:v>
              </c:pt>
              <c:pt idx="567">
                <c:v>0.5670000000000001</c:v>
              </c:pt>
              <c:pt idx="568">
                <c:v>0.5680000000000001</c:v>
              </c:pt>
              <c:pt idx="569">
                <c:v>0.5690000000000001</c:v>
              </c:pt>
              <c:pt idx="570">
                <c:v>0.5700000000000001</c:v>
              </c:pt>
              <c:pt idx="571">
                <c:v>0.5710000000000001</c:v>
              </c:pt>
              <c:pt idx="572">
                <c:v>0.5720000000000001</c:v>
              </c:pt>
              <c:pt idx="573">
                <c:v>0.5730000000000001</c:v>
              </c:pt>
              <c:pt idx="574">
                <c:v>0.5740000000000001</c:v>
              </c:pt>
              <c:pt idx="575">
                <c:v>0.5750000000000001</c:v>
              </c:pt>
              <c:pt idx="576">
                <c:v>0.5760000000000001</c:v>
              </c:pt>
              <c:pt idx="577">
                <c:v>0.577</c:v>
              </c:pt>
              <c:pt idx="578">
                <c:v>0.578</c:v>
              </c:pt>
              <c:pt idx="579">
                <c:v>0.579</c:v>
              </c:pt>
              <c:pt idx="580">
                <c:v>0.58</c:v>
              </c:pt>
              <c:pt idx="581">
                <c:v>0.581</c:v>
              </c:pt>
              <c:pt idx="582">
                <c:v>0.582</c:v>
              </c:pt>
              <c:pt idx="583">
                <c:v>0.583</c:v>
              </c:pt>
              <c:pt idx="584">
                <c:v>0.584</c:v>
              </c:pt>
              <c:pt idx="585">
                <c:v>0.585</c:v>
              </c:pt>
              <c:pt idx="586">
                <c:v>0.586</c:v>
              </c:pt>
              <c:pt idx="587">
                <c:v>0.587</c:v>
              </c:pt>
              <c:pt idx="588">
                <c:v>0.588</c:v>
              </c:pt>
              <c:pt idx="589">
                <c:v>0.589</c:v>
              </c:pt>
              <c:pt idx="590">
                <c:v>0.59</c:v>
              </c:pt>
              <c:pt idx="591">
                <c:v>0.591</c:v>
              </c:pt>
              <c:pt idx="592">
                <c:v>0.592</c:v>
              </c:pt>
              <c:pt idx="593">
                <c:v>0.593</c:v>
              </c:pt>
              <c:pt idx="594">
                <c:v>0.594</c:v>
              </c:pt>
              <c:pt idx="595">
                <c:v>0.595</c:v>
              </c:pt>
              <c:pt idx="596">
                <c:v>0.596</c:v>
              </c:pt>
              <c:pt idx="597">
                <c:v>0.597</c:v>
              </c:pt>
              <c:pt idx="598">
                <c:v>0.598</c:v>
              </c:pt>
              <c:pt idx="599">
                <c:v>0.599</c:v>
              </c:pt>
              <c:pt idx="600">
                <c:v>0.6</c:v>
              </c:pt>
              <c:pt idx="601">
                <c:v>0.601</c:v>
              </c:pt>
              <c:pt idx="602">
                <c:v>0.602</c:v>
              </c:pt>
              <c:pt idx="603">
                <c:v>0.603</c:v>
              </c:pt>
              <c:pt idx="604">
                <c:v>0.604</c:v>
              </c:pt>
              <c:pt idx="605">
                <c:v>0.605</c:v>
              </c:pt>
              <c:pt idx="606">
                <c:v>0.606</c:v>
              </c:pt>
              <c:pt idx="607">
                <c:v>0.607</c:v>
              </c:pt>
              <c:pt idx="608">
                <c:v>0.608</c:v>
              </c:pt>
              <c:pt idx="609">
                <c:v>0.609</c:v>
              </c:pt>
              <c:pt idx="610">
                <c:v>0.61</c:v>
              </c:pt>
              <c:pt idx="611">
                <c:v>0.611</c:v>
              </c:pt>
              <c:pt idx="612">
                <c:v>0.612</c:v>
              </c:pt>
              <c:pt idx="613">
                <c:v>0.613</c:v>
              </c:pt>
              <c:pt idx="614">
                <c:v>0.614</c:v>
              </c:pt>
              <c:pt idx="615">
                <c:v>0.615</c:v>
              </c:pt>
              <c:pt idx="616">
                <c:v>0.616</c:v>
              </c:pt>
              <c:pt idx="617">
                <c:v>0.617</c:v>
              </c:pt>
              <c:pt idx="618">
                <c:v>0.618</c:v>
              </c:pt>
              <c:pt idx="619">
                <c:v>0.619</c:v>
              </c:pt>
              <c:pt idx="620">
                <c:v>0.62</c:v>
              </c:pt>
              <c:pt idx="621">
                <c:v>0.621</c:v>
              </c:pt>
              <c:pt idx="622">
                <c:v>0.622</c:v>
              </c:pt>
              <c:pt idx="623">
                <c:v>0.623</c:v>
              </c:pt>
              <c:pt idx="624">
                <c:v>0.624</c:v>
              </c:pt>
              <c:pt idx="625">
                <c:v>0.625</c:v>
              </c:pt>
              <c:pt idx="626">
                <c:v>0.626</c:v>
              </c:pt>
              <c:pt idx="627">
                <c:v>0.627</c:v>
              </c:pt>
              <c:pt idx="628">
                <c:v>0.628</c:v>
              </c:pt>
              <c:pt idx="629">
                <c:v>0.629</c:v>
              </c:pt>
              <c:pt idx="630">
                <c:v>0.63</c:v>
              </c:pt>
              <c:pt idx="631">
                <c:v>0.631</c:v>
              </c:pt>
              <c:pt idx="632">
                <c:v>0.632</c:v>
              </c:pt>
              <c:pt idx="633">
                <c:v>0.633</c:v>
              </c:pt>
              <c:pt idx="634">
                <c:v>0.634</c:v>
              </c:pt>
              <c:pt idx="635">
                <c:v>0.635</c:v>
              </c:pt>
              <c:pt idx="636">
                <c:v>0.636</c:v>
              </c:pt>
              <c:pt idx="637">
                <c:v>0.637</c:v>
              </c:pt>
              <c:pt idx="638">
                <c:v>0.638</c:v>
              </c:pt>
              <c:pt idx="639">
                <c:v>0.639</c:v>
              </c:pt>
              <c:pt idx="640">
                <c:v>0.64</c:v>
              </c:pt>
              <c:pt idx="641">
                <c:v>0.641</c:v>
              </c:pt>
              <c:pt idx="642">
                <c:v>0.642</c:v>
              </c:pt>
              <c:pt idx="643">
                <c:v>0.643</c:v>
              </c:pt>
              <c:pt idx="644">
                <c:v>0.644</c:v>
              </c:pt>
              <c:pt idx="645">
                <c:v>0.645</c:v>
              </c:pt>
              <c:pt idx="646">
                <c:v>0.646</c:v>
              </c:pt>
              <c:pt idx="647">
                <c:v>0.647</c:v>
              </c:pt>
              <c:pt idx="648">
                <c:v>0.648</c:v>
              </c:pt>
              <c:pt idx="649">
                <c:v>0.649</c:v>
              </c:pt>
              <c:pt idx="650">
                <c:v>0.65</c:v>
              </c:pt>
              <c:pt idx="651">
                <c:v>0.651</c:v>
              </c:pt>
              <c:pt idx="652">
                <c:v>0.652</c:v>
              </c:pt>
              <c:pt idx="653">
                <c:v>0.653</c:v>
              </c:pt>
              <c:pt idx="654">
                <c:v>0.654</c:v>
              </c:pt>
              <c:pt idx="655">
                <c:v>0.655</c:v>
              </c:pt>
              <c:pt idx="656">
                <c:v>0.656</c:v>
              </c:pt>
              <c:pt idx="657">
                <c:v>0.657</c:v>
              </c:pt>
              <c:pt idx="658">
                <c:v>0.658</c:v>
              </c:pt>
              <c:pt idx="659">
                <c:v>0.659</c:v>
              </c:pt>
              <c:pt idx="660">
                <c:v>0.66</c:v>
              </c:pt>
              <c:pt idx="661">
                <c:v>0.661</c:v>
              </c:pt>
              <c:pt idx="662">
                <c:v>0.662</c:v>
              </c:pt>
              <c:pt idx="663">
                <c:v>0.663</c:v>
              </c:pt>
              <c:pt idx="664">
                <c:v>0.664</c:v>
              </c:pt>
              <c:pt idx="665">
                <c:v>0.665</c:v>
              </c:pt>
              <c:pt idx="666">
                <c:v>0.666</c:v>
              </c:pt>
              <c:pt idx="667">
                <c:v>0.667</c:v>
              </c:pt>
              <c:pt idx="668">
                <c:v>0.668</c:v>
              </c:pt>
              <c:pt idx="669">
                <c:v>0.669</c:v>
              </c:pt>
              <c:pt idx="670">
                <c:v>0.67</c:v>
              </c:pt>
              <c:pt idx="671">
                <c:v>0.671</c:v>
              </c:pt>
              <c:pt idx="672">
                <c:v>0.672</c:v>
              </c:pt>
              <c:pt idx="673">
                <c:v>0.673</c:v>
              </c:pt>
              <c:pt idx="674">
                <c:v>0.674</c:v>
              </c:pt>
              <c:pt idx="675">
                <c:v>0.675</c:v>
              </c:pt>
              <c:pt idx="676">
                <c:v>0.676</c:v>
              </c:pt>
              <c:pt idx="677">
                <c:v>0.677</c:v>
              </c:pt>
              <c:pt idx="678">
                <c:v>0.678</c:v>
              </c:pt>
              <c:pt idx="679">
                <c:v>0.679</c:v>
              </c:pt>
              <c:pt idx="680">
                <c:v>0.68</c:v>
              </c:pt>
              <c:pt idx="681">
                <c:v>0.681</c:v>
              </c:pt>
              <c:pt idx="682">
                <c:v>0.682</c:v>
              </c:pt>
              <c:pt idx="683">
                <c:v>0.683</c:v>
              </c:pt>
              <c:pt idx="684">
                <c:v>0.684</c:v>
              </c:pt>
              <c:pt idx="685">
                <c:v>0.685</c:v>
              </c:pt>
              <c:pt idx="686">
                <c:v>0.686</c:v>
              </c:pt>
              <c:pt idx="687">
                <c:v>0.687</c:v>
              </c:pt>
              <c:pt idx="688">
                <c:v>0.6880000000000001</c:v>
              </c:pt>
              <c:pt idx="689">
                <c:v>0.6890000000000001</c:v>
              </c:pt>
              <c:pt idx="690">
                <c:v>0.6900000000000001</c:v>
              </c:pt>
              <c:pt idx="691">
                <c:v>0.6910000000000001</c:v>
              </c:pt>
              <c:pt idx="692">
                <c:v>0.6920000000000001</c:v>
              </c:pt>
              <c:pt idx="693">
                <c:v>0.6930000000000001</c:v>
              </c:pt>
              <c:pt idx="694">
                <c:v>0.6940000000000001</c:v>
              </c:pt>
              <c:pt idx="695">
                <c:v>0.6950000000000001</c:v>
              </c:pt>
              <c:pt idx="696">
                <c:v>0.6960000000000001</c:v>
              </c:pt>
              <c:pt idx="697">
                <c:v>0.6970000000000001</c:v>
              </c:pt>
              <c:pt idx="698">
                <c:v>0.6980000000000001</c:v>
              </c:pt>
              <c:pt idx="699">
                <c:v>0.6990000000000001</c:v>
              </c:pt>
              <c:pt idx="700">
                <c:v>0.7000000000000001</c:v>
              </c:pt>
              <c:pt idx="701">
                <c:v>0.7010000000000001</c:v>
              </c:pt>
              <c:pt idx="702">
                <c:v>0.7020000000000001</c:v>
              </c:pt>
              <c:pt idx="703">
                <c:v>0.7030000000000001</c:v>
              </c:pt>
              <c:pt idx="704">
                <c:v>0.704</c:v>
              </c:pt>
              <c:pt idx="705">
                <c:v>0.705</c:v>
              </c:pt>
              <c:pt idx="706">
                <c:v>0.706</c:v>
              </c:pt>
              <c:pt idx="707">
                <c:v>0.707</c:v>
              </c:pt>
              <c:pt idx="708">
                <c:v>0.708</c:v>
              </c:pt>
              <c:pt idx="709">
                <c:v>0.709</c:v>
              </c:pt>
              <c:pt idx="710">
                <c:v>0.71</c:v>
              </c:pt>
              <c:pt idx="711">
                <c:v>0.711</c:v>
              </c:pt>
              <c:pt idx="712">
                <c:v>0.712</c:v>
              </c:pt>
              <c:pt idx="713">
                <c:v>0.713</c:v>
              </c:pt>
              <c:pt idx="714">
                <c:v>0.714</c:v>
              </c:pt>
              <c:pt idx="715">
                <c:v>0.715</c:v>
              </c:pt>
              <c:pt idx="716">
                <c:v>0.716</c:v>
              </c:pt>
              <c:pt idx="717">
                <c:v>0.717</c:v>
              </c:pt>
              <c:pt idx="718">
                <c:v>0.718</c:v>
              </c:pt>
              <c:pt idx="719">
                <c:v>0.719</c:v>
              </c:pt>
              <c:pt idx="720">
                <c:v>0.72</c:v>
              </c:pt>
              <c:pt idx="721">
                <c:v>0.721</c:v>
              </c:pt>
              <c:pt idx="722">
                <c:v>0.722</c:v>
              </c:pt>
              <c:pt idx="723">
                <c:v>0.723</c:v>
              </c:pt>
              <c:pt idx="724">
                <c:v>0.724</c:v>
              </c:pt>
              <c:pt idx="725">
                <c:v>0.725</c:v>
              </c:pt>
              <c:pt idx="726">
                <c:v>0.726</c:v>
              </c:pt>
              <c:pt idx="727">
                <c:v>0.727</c:v>
              </c:pt>
              <c:pt idx="728">
                <c:v>0.728</c:v>
              </c:pt>
              <c:pt idx="729">
                <c:v>0.729</c:v>
              </c:pt>
              <c:pt idx="730">
                <c:v>0.73</c:v>
              </c:pt>
              <c:pt idx="731">
                <c:v>0.731</c:v>
              </c:pt>
              <c:pt idx="732">
                <c:v>0.732</c:v>
              </c:pt>
              <c:pt idx="733">
                <c:v>0.733</c:v>
              </c:pt>
              <c:pt idx="734">
                <c:v>0.734</c:v>
              </c:pt>
              <c:pt idx="735">
                <c:v>0.735</c:v>
              </c:pt>
              <c:pt idx="736">
                <c:v>0.736</c:v>
              </c:pt>
              <c:pt idx="737">
                <c:v>0.737</c:v>
              </c:pt>
              <c:pt idx="738">
                <c:v>0.738</c:v>
              </c:pt>
              <c:pt idx="739">
                <c:v>0.739</c:v>
              </c:pt>
              <c:pt idx="740">
                <c:v>0.74</c:v>
              </c:pt>
              <c:pt idx="741">
                <c:v>0.741</c:v>
              </c:pt>
              <c:pt idx="742">
                <c:v>0.742</c:v>
              </c:pt>
              <c:pt idx="743">
                <c:v>0.743</c:v>
              </c:pt>
              <c:pt idx="744">
                <c:v>0.744</c:v>
              </c:pt>
              <c:pt idx="745">
                <c:v>0.745</c:v>
              </c:pt>
              <c:pt idx="746">
                <c:v>0.746</c:v>
              </c:pt>
              <c:pt idx="747">
                <c:v>0.747</c:v>
              </c:pt>
              <c:pt idx="748">
                <c:v>0.748</c:v>
              </c:pt>
              <c:pt idx="749">
                <c:v>0.749</c:v>
              </c:pt>
              <c:pt idx="750">
                <c:v>0.75</c:v>
              </c:pt>
              <c:pt idx="751">
                <c:v>0.751</c:v>
              </c:pt>
              <c:pt idx="752">
                <c:v>0.752</c:v>
              </c:pt>
              <c:pt idx="753">
                <c:v>0.753</c:v>
              </c:pt>
              <c:pt idx="754">
                <c:v>0.754</c:v>
              </c:pt>
              <c:pt idx="755">
                <c:v>0.755</c:v>
              </c:pt>
              <c:pt idx="756">
                <c:v>0.756</c:v>
              </c:pt>
              <c:pt idx="757">
                <c:v>0.757</c:v>
              </c:pt>
              <c:pt idx="758">
                <c:v>0.758</c:v>
              </c:pt>
              <c:pt idx="759">
                <c:v>0.759</c:v>
              </c:pt>
              <c:pt idx="760">
                <c:v>0.76</c:v>
              </c:pt>
              <c:pt idx="761">
                <c:v>0.761</c:v>
              </c:pt>
              <c:pt idx="762">
                <c:v>0.762</c:v>
              </c:pt>
              <c:pt idx="763">
                <c:v>0.763</c:v>
              </c:pt>
              <c:pt idx="764">
                <c:v>0.764</c:v>
              </c:pt>
              <c:pt idx="765">
                <c:v>0.765</c:v>
              </c:pt>
              <c:pt idx="766">
                <c:v>0.766</c:v>
              </c:pt>
              <c:pt idx="767">
                <c:v>0.767</c:v>
              </c:pt>
              <c:pt idx="768">
                <c:v>0.768</c:v>
              </c:pt>
              <c:pt idx="769">
                <c:v>0.769</c:v>
              </c:pt>
              <c:pt idx="770">
                <c:v>0.77</c:v>
              </c:pt>
              <c:pt idx="771">
                <c:v>0.771</c:v>
              </c:pt>
              <c:pt idx="772">
                <c:v>0.772</c:v>
              </c:pt>
              <c:pt idx="773">
                <c:v>0.773</c:v>
              </c:pt>
              <c:pt idx="774">
                <c:v>0.774</c:v>
              </c:pt>
              <c:pt idx="775">
                <c:v>0.775</c:v>
              </c:pt>
              <c:pt idx="776">
                <c:v>0.776</c:v>
              </c:pt>
              <c:pt idx="777">
                <c:v>0.777</c:v>
              </c:pt>
              <c:pt idx="778">
                <c:v>0.778</c:v>
              </c:pt>
              <c:pt idx="779">
                <c:v>0.779</c:v>
              </c:pt>
              <c:pt idx="780">
                <c:v>0.78</c:v>
              </c:pt>
              <c:pt idx="781">
                <c:v>0.781</c:v>
              </c:pt>
              <c:pt idx="782">
                <c:v>0.782</c:v>
              </c:pt>
              <c:pt idx="783">
                <c:v>0.783</c:v>
              </c:pt>
              <c:pt idx="784">
                <c:v>0.7839999999999999</c:v>
              </c:pt>
              <c:pt idx="785">
                <c:v>0.7850000000000001</c:v>
              </c:pt>
              <c:pt idx="786">
                <c:v>0.786</c:v>
              </c:pt>
              <c:pt idx="787">
                <c:v>0.787</c:v>
              </c:pt>
              <c:pt idx="788">
                <c:v>0.7879999999999999</c:v>
              </c:pt>
              <c:pt idx="789">
                <c:v>0.7890000000000001</c:v>
              </c:pt>
              <c:pt idx="790">
                <c:v>0.79</c:v>
              </c:pt>
              <c:pt idx="791">
                <c:v>0.791</c:v>
              </c:pt>
              <c:pt idx="792">
                <c:v>0.7919999999999999</c:v>
              </c:pt>
              <c:pt idx="793">
                <c:v>0.7930000000000001</c:v>
              </c:pt>
              <c:pt idx="794">
                <c:v>0.794</c:v>
              </c:pt>
              <c:pt idx="795">
                <c:v>0.795</c:v>
              </c:pt>
              <c:pt idx="796">
                <c:v>0.796</c:v>
              </c:pt>
              <c:pt idx="797">
                <c:v>0.7970000000000002</c:v>
              </c:pt>
              <c:pt idx="798">
                <c:v>0.798</c:v>
              </c:pt>
              <c:pt idx="799">
                <c:v>0.799</c:v>
              </c:pt>
              <c:pt idx="800">
                <c:v>0.8</c:v>
              </c:pt>
              <c:pt idx="801">
                <c:v>0.8009999999999999</c:v>
              </c:pt>
              <c:pt idx="802">
                <c:v>0.802</c:v>
              </c:pt>
              <c:pt idx="803">
                <c:v>0.803</c:v>
              </c:pt>
              <c:pt idx="804">
                <c:v>0.804</c:v>
              </c:pt>
              <c:pt idx="805">
                <c:v>0.8049999999999999</c:v>
              </c:pt>
              <c:pt idx="806">
                <c:v>0.806</c:v>
              </c:pt>
              <c:pt idx="807">
                <c:v>0.807</c:v>
              </c:pt>
              <c:pt idx="808">
                <c:v>0.808</c:v>
              </c:pt>
              <c:pt idx="809">
                <c:v>0.8089999999999999</c:v>
              </c:pt>
              <c:pt idx="810">
                <c:v>0.8100000000000002</c:v>
              </c:pt>
              <c:pt idx="811">
                <c:v>0.811</c:v>
              </c:pt>
              <c:pt idx="812">
                <c:v>0.812</c:v>
              </c:pt>
              <c:pt idx="813">
                <c:v>0.813</c:v>
              </c:pt>
              <c:pt idx="814">
                <c:v>0.8140000000000002</c:v>
              </c:pt>
              <c:pt idx="815">
                <c:v>0.8150000000000001</c:v>
              </c:pt>
              <c:pt idx="816">
                <c:v>0.8160000000000001</c:v>
              </c:pt>
              <c:pt idx="817">
                <c:v>0.817</c:v>
              </c:pt>
              <c:pt idx="818">
                <c:v>0.8180000000000002</c:v>
              </c:pt>
              <c:pt idx="819">
                <c:v>0.8190000000000001</c:v>
              </c:pt>
              <c:pt idx="820">
                <c:v>0.8200000000000001</c:v>
              </c:pt>
              <c:pt idx="821">
                <c:v>0.8210000000000001</c:v>
              </c:pt>
              <c:pt idx="822">
                <c:v>0.8220000000000002</c:v>
              </c:pt>
              <c:pt idx="823">
                <c:v>0.8230000000000001</c:v>
              </c:pt>
              <c:pt idx="824">
                <c:v>0.8240000000000001</c:v>
              </c:pt>
              <c:pt idx="825">
                <c:v>0.8250000000000001</c:v>
              </c:pt>
              <c:pt idx="826">
                <c:v>0.826</c:v>
              </c:pt>
              <c:pt idx="827">
                <c:v>0.8270000000000001</c:v>
              </c:pt>
              <c:pt idx="828">
                <c:v>0.8280000000000001</c:v>
              </c:pt>
              <c:pt idx="829">
                <c:v>0.8290000000000001</c:v>
              </c:pt>
              <c:pt idx="830">
                <c:v>0.83</c:v>
              </c:pt>
              <c:pt idx="831">
                <c:v>0.8310000000000001</c:v>
              </c:pt>
              <c:pt idx="832">
                <c:v>0.8320000000000001</c:v>
              </c:pt>
              <c:pt idx="833">
                <c:v>0.8330000000000001</c:v>
              </c:pt>
              <c:pt idx="834">
                <c:v>0.834</c:v>
              </c:pt>
              <c:pt idx="835">
                <c:v>0.835</c:v>
              </c:pt>
              <c:pt idx="836">
                <c:v>0.836</c:v>
              </c:pt>
              <c:pt idx="837">
                <c:v>0.8370000000000001</c:v>
              </c:pt>
              <c:pt idx="838">
                <c:v>0.838</c:v>
              </c:pt>
              <c:pt idx="839">
                <c:v>0.839</c:v>
              </c:pt>
              <c:pt idx="840">
                <c:v>0.84</c:v>
              </c:pt>
              <c:pt idx="841">
                <c:v>0.8409999999999999</c:v>
              </c:pt>
              <c:pt idx="842">
                <c:v>0.842</c:v>
              </c:pt>
              <c:pt idx="843">
                <c:v>0.843</c:v>
              </c:pt>
              <c:pt idx="844">
                <c:v>0.844</c:v>
              </c:pt>
              <c:pt idx="845">
                <c:v>0.8449999999999999</c:v>
              </c:pt>
              <c:pt idx="846">
                <c:v>0.8460000000000001</c:v>
              </c:pt>
              <c:pt idx="847">
                <c:v>0.847</c:v>
              </c:pt>
              <c:pt idx="848">
                <c:v>0.848</c:v>
              </c:pt>
              <c:pt idx="849">
                <c:v>0.8489999999999999</c:v>
              </c:pt>
              <c:pt idx="850">
                <c:v>0.8500000000000001</c:v>
              </c:pt>
              <c:pt idx="851">
                <c:v>0.851</c:v>
              </c:pt>
              <c:pt idx="852">
                <c:v>0.852</c:v>
              </c:pt>
              <c:pt idx="853">
                <c:v>0.8529999999999999</c:v>
              </c:pt>
              <c:pt idx="854">
                <c:v>0.8540000000000001</c:v>
              </c:pt>
              <c:pt idx="855">
                <c:v>0.855</c:v>
              </c:pt>
              <c:pt idx="856">
                <c:v>0.856</c:v>
              </c:pt>
              <c:pt idx="857">
                <c:v>0.857</c:v>
              </c:pt>
              <c:pt idx="858">
                <c:v>0.8580000000000001</c:v>
              </c:pt>
              <c:pt idx="859">
                <c:v>0.859</c:v>
              </c:pt>
              <c:pt idx="860">
                <c:v>0.86</c:v>
              </c:pt>
              <c:pt idx="861">
                <c:v>0.861</c:v>
              </c:pt>
              <c:pt idx="862">
                <c:v>0.8620000000000001</c:v>
              </c:pt>
              <c:pt idx="863">
                <c:v>0.863</c:v>
              </c:pt>
              <c:pt idx="864">
                <c:v>0.864</c:v>
              </c:pt>
              <c:pt idx="865">
                <c:v>0.865</c:v>
              </c:pt>
              <c:pt idx="866">
                <c:v>0.8659999999999999</c:v>
              </c:pt>
              <c:pt idx="867">
                <c:v>0.867</c:v>
              </c:pt>
              <c:pt idx="868">
                <c:v>0.868</c:v>
              </c:pt>
              <c:pt idx="869">
                <c:v>0.869</c:v>
              </c:pt>
              <c:pt idx="870">
                <c:v>0.8699999999999999</c:v>
              </c:pt>
              <c:pt idx="871">
                <c:v>0.8710000000000001</c:v>
              </c:pt>
              <c:pt idx="872">
                <c:v>0.872</c:v>
              </c:pt>
              <c:pt idx="873">
                <c:v>0.873</c:v>
              </c:pt>
              <c:pt idx="874">
                <c:v>0.8739999999999999</c:v>
              </c:pt>
              <c:pt idx="875">
                <c:v>0.8750000000000001</c:v>
              </c:pt>
              <c:pt idx="876">
                <c:v>0.876</c:v>
              </c:pt>
              <c:pt idx="877">
                <c:v>0.877</c:v>
              </c:pt>
              <c:pt idx="878">
                <c:v>0.8779999999999999</c:v>
              </c:pt>
              <c:pt idx="879">
                <c:v>0.8790000000000001</c:v>
              </c:pt>
              <c:pt idx="880">
                <c:v>0.88</c:v>
              </c:pt>
              <c:pt idx="881">
                <c:v>0.881</c:v>
              </c:pt>
              <c:pt idx="882">
                <c:v>0.882</c:v>
              </c:pt>
              <c:pt idx="883">
                <c:v>0.8830000000000001</c:v>
              </c:pt>
              <c:pt idx="884">
                <c:v>0.884</c:v>
              </c:pt>
              <c:pt idx="885">
                <c:v>0.885</c:v>
              </c:pt>
              <c:pt idx="886">
                <c:v>0.886</c:v>
              </c:pt>
              <c:pt idx="887">
                <c:v>0.8870000000000001</c:v>
              </c:pt>
              <c:pt idx="888">
                <c:v>0.888</c:v>
              </c:pt>
              <c:pt idx="889">
                <c:v>0.889</c:v>
              </c:pt>
              <c:pt idx="890">
                <c:v>0.89</c:v>
              </c:pt>
              <c:pt idx="891">
                <c:v>0.8909999999999999</c:v>
              </c:pt>
              <c:pt idx="892">
                <c:v>0.892</c:v>
              </c:pt>
              <c:pt idx="893">
                <c:v>0.893</c:v>
              </c:pt>
              <c:pt idx="894">
                <c:v>0.894</c:v>
              </c:pt>
              <c:pt idx="895">
                <c:v>0.8949999999999999</c:v>
              </c:pt>
              <c:pt idx="896">
                <c:v>0.8960000000000001</c:v>
              </c:pt>
              <c:pt idx="897">
                <c:v>0.897</c:v>
              </c:pt>
              <c:pt idx="898">
                <c:v>0.898</c:v>
              </c:pt>
              <c:pt idx="899">
                <c:v>0.8989999999999999</c:v>
              </c:pt>
              <c:pt idx="900">
                <c:v>0.9000000000000001</c:v>
              </c:pt>
              <c:pt idx="901">
                <c:v>0.901</c:v>
              </c:pt>
              <c:pt idx="902">
                <c:v>0.902</c:v>
              </c:pt>
              <c:pt idx="903">
                <c:v>0.9029999999999999</c:v>
              </c:pt>
              <c:pt idx="904">
                <c:v>0.9040000000000001</c:v>
              </c:pt>
              <c:pt idx="905">
                <c:v>0.905</c:v>
              </c:pt>
              <c:pt idx="906">
                <c:v>0.906</c:v>
              </c:pt>
              <c:pt idx="907">
                <c:v>0.907</c:v>
              </c:pt>
              <c:pt idx="908">
                <c:v>0.9080000000000001</c:v>
              </c:pt>
              <c:pt idx="909">
                <c:v>0.909</c:v>
              </c:pt>
              <c:pt idx="910">
                <c:v>0.91</c:v>
              </c:pt>
              <c:pt idx="911">
                <c:v>0.911</c:v>
              </c:pt>
              <c:pt idx="912">
                <c:v>0.9120000000000001</c:v>
              </c:pt>
              <c:pt idx="913">
                <c:v>0.913</c:v>
              </c:pt>
              <c:pt idx="914">
                <c:v>0.914</c:v>
              </c:pt>
              <c:pt idx="915">
                <c:v>0.915</c:v>
              </c:pt>
              <c:pt idx="916">
                <c:v>0.9159999999999999</c:v>
              </c:pt>
              <c:pt idx="917">
                <c:v>0.917</c:v>
              </c:pt>
              <c:pt idx="918">
                <c:v>0.918</c:v>
              </c:pt>
              <c:pt idx="919">
                <c:v>0.919</c:v>
              </c:pt>
              <c:pt idx="920">
                <c:v>0.9199999999999999</c:v>
              </c:pt>
              <c:pt idx="921">
                <c:v>0.9210000000000002</c:v>
              </c:pt>
              <c:pt idx="922">
                <c:v>0.922</c:v>
              </c:pt>
              <c:pt idx="923">
                <c:v>0.923</c:v>
              </c:pt>
              <c:pt idx="924">
                <c:v>0.9239999999999999</c:v>
              </c:pt>
              <c:pt idx="925">
                <c:v>0.9250000000000002</c:v>
              </c:pt>
              <c:pt idx="926">
                <c:v>0.926</c:v>
              </c:pt>
              <c:pt idx="927">
                <c:v>0.927</c:v>
              </c:pt>
              <c:pt idx="928">
                <c:v>0.9279999999999999</c:v>
              </c:pt>
              <c:pt idx="929">
                <c:v>0.9290000000000002</c:v>
              </c:pt>
              <c:pt idx="930">
                <c:v>0.93</c:v>
              </c:pt>
              <c:pt idx="931">
                <c:v>0.931</c:v>
              </c:pt>
              <c:pt idx="932">
                <c:v>0.932</c:v>
              </c:pt>
              <c:pt idx="933">
                <c:v>0.9330000000000002</c:v>
              </c:pt>
              <c:pt idx="934">
                <c:v>0.934</c:v>
              </c:pt>
              <c:pt idx="935">
                <c:v>0.935</c:v>
              </c:pt>
              <c:pt idx="936">
                <c:v>0.936</c:v>
              </c:pt>
              <c:pt idx="937">
                <c:v>0.9370000000000002</c:v>
              </c:pt>
              <c:pt idx="938">
                <c:v>0.9380000000000001</c:v>
              </c:pt>
              <c:pt idx="939">
                <c:v>0.9390000000000001</c:v>
              </c:pt>
              <c:pt idx="940">
                <c:v>0.9400000000000001</c:v>
              </c:pt>
              <c:pt idx="941">
                <c:v>0.941</c:v>
              </c:pt>
              <c:pt idx="942">
                <c:v>0.9420000000000001</c:v>
              </c:pt>
              <c:pt idx="943">
                <c:v>0.9430000000000001</c:v>
              </c:pt>
              <c:pt idx="944">
                <c:v>0.9440000000000001</c:v>
              </c:pt>
              <c:pt idx="945">
                <c:v>0.945</c:v>
              </c:pt>
              <c:pt idx="946">
                <c:v>0.9460000000000002</c:v>
              </c:pt>
              <c:pt idx="947">
                <c:v>0.9470000000000001</c:v>
              </c:pt>
              <c:pt idx="948">
                <c:v>0.9480000000000001</c:v>
              </c:pt>
              <c:pt idx="949">
                <c:v>0.949</c:v>
              </c:pt>
              <c:pt idx="950">
                <c:v>0.9500000000000002</c:v>
              </c:pt>
              <c:pt idx="951">
                <c:v>0.9510000000000001</c:v>
              </c:pt>
              <c:pt idx="952">
                <c:v>0.9520000000000001</c:v>
              </c:pt>
              <c:pt idx="953">
                <c:v>0.953</c:v>
              </c:pt>
              <c:pt idx="954">
                <c:v>0.9540000000000002</c:v>
              </c:pt>
              <c:pt idx="955">
                <c:v>0.9550000000000001</c:v>
              </c:pt>
              <c:pt idx="956">
                <c:v>0.9560000000000001</c:v>
              </c:pt>
              <c:pt idx="957">
                <c:v>0.9570000000000001</c:v>
              </c:pt>
              <c:pt idx="958">
                <c:v>0.9580000000000002</c:v>
              </c:pt>
              <c:pt idx="959">
                <c:v>0.9590000000000001</c:v>
              </c:pt>
              <c:pt idx="960">
                <c:v>0.9599999999999999</c:v>
              </c:pt>
              <c:pt idx="961">
                <c:v>0.9610000000000001</c:v>
              </c:pt>
              <c:pt idx="962">
                <c:v>0.962</c:v>
              </c:pt>
              <c:pt idx="963">
                <c:v>0.963</c:v>
              </c:pt>
              <c:pt idx="964">
                <c:v>0.9639999999999999</c:v>
              </c:pt>
              <c:pt idx="965">
                <c:v>0.9650000000000001</c:v>
              </c:pt>
              <c:pt idx="966">
                <c:v>0.966</c:v>
              </c:pt>
              <c:pt idx="967">
                <c:v>0.967</c:v>
              </c:pt>
              <c:pt idx="968">
                <c:v>0.968</c:v>
              </c:pt>
              <c:pt idx="969">
                <c:v>0.9690000000000001</c:v>
              </c:pt>
              <c:pt idx="970">
                <c:v>0.97</c:v>
              </c:pt>
              <c:pt idx="971">
                <c:v>0.971</c:v>
              </c:pt>
              <c:pt idx="972">
                <c:v>0.972</c:v>
              </c:pt>
              <c:pt idx="973">
                <c:v>0.9730000000000001</c:v>
              </c:pt>
              <c:pt idx="974">
                <c:v>0.974</c:v>
              </c:pt>
              <c:pt idx="975">
                <c:v>0.975</c:v>
              </c:pt>
              <c:pt idx="976">
                <c:v>0.976</c:v>
              </c:pt>
              <c:pt idx="977">
                <c:v>0.9769999999999999</c:v>
              </c:pt>
              <c:pt idx="978">
                <c:v>0.978</c:v>
              </c:pt>
              <c:pt idx="979">
                <c:v>0.979</c:v>
              </c:pt>
              <c:pt idx="980">
                <c:v>0.98</c:v>
              </c:pt>
              <c:pt idx="981">
                <c:v>0.9809999999999999</c:v>
              </c:pt>
              <c:pt idx="982">
                <c:v>0.9820000000000001</c:v>
              </c:pt>
              <c:pt idx="983">
                <c:v>0.983</c:v>
              </c:pt>
              <c:pt idx="984">
                <c:v>0.984</c:v>
              </c:pt>
              <c:pt idx="985">
                <c:v>0.9849999999999999</c:v>
              </c:pt>
              <c:pt idx="986">
                <c:v>0.9860000000000001</c:v>
              </c:pt>
              <c:pt idx="987">
                <c:v>0.987</c:v>
              </c:pt>
              <c:pt idx="988">
                <c:v>0.988</c:v>
              </c:pt>
              <c:pt idx="989">
                <c:v>0.9889999999999999</c:v>
              </c:pt>
              <c:pt idx="990">
                <c:v>0.9900000000000001</c:v>
              </c:pt>
              <c:pt idx="991">
                <c:v>0.991</c:v>
              </c:pt>
              <c:pt idx="992">
                <c:v>0.992</c:v>
              </c:pt>
              <c:pt idx="993">
                <c:v>0.993</c:v>
              </c:pt>
              <c:pt idx="994">
                <c:v>0.9940000000000001</c:v>
              </c:pt>
              <c:pt idx="995">
                <c:v>0.995</c:v>
              </c:pt>
              <c:pt idx="996">
                <c:v>0.996</c:v>
              </c:pt>
              <c:pt idx="997">
                <c:v>0.997</c:v>
              </c:pt>
              <c:pt idx="998">
                <c:v>0.9980000000000001</c:v>
              </c:pt>
              <c:pt idx="999">
                <c:v>0.999</c:v>
              </c:pt>
              <c:pt idx="1000">
                <c:v>1</c:v>
              </c:pt>
            </c:numLit>
          </c:xVal>
          <c:yVal>
            <c:numLit>
              <c:formatCode>0.0</c:formatCode>
              <c:ptCount val="1001"/>
              <c:pt idx="0">
                <c:v>0.3115496832317619</c:v>
              </c:pt>
              <c:pt idx="1">
                <c:v>0.3115492840503724</c:v>
              </c:pt>
              <c:pt idx="2">
                <c:v>0.3115480865065742</c:v>
              </c:pt>
              <c:pt idx="3">
                <c:v>0.3115460906014775</c:v>
              </c:pt>
              <c:pt idx="4">
                <c:v>0.311543296336933</c:v>
              </c:pt>
              <c:pt idx="5">
                <c:v>0.31153970371553164</c:v>
              </c:pt>
              <c:pt idx="6">
                <c:v>0.31153531274060403</c:v>
              </c:pt>
              <c:pt idx="7">
                <c:v>0.31153012341622105</c:v>
              </c:pt>
              <c:pt idx="8">
                <c:v>0.31152413574719306</c:v>
              </c:pt>
              <c:pt idx="9">
                <c:v>0.31151734973906997</c:v>
              </c:pt>
              <c:pt idx="10">
                <c:v>0.3115097653981409</c:v>
              </c:pt>
              <c:pt idx="11">
                <c:v>0.311501382731434</c:v>
              </c:pt>
              <c:pt idx="12">
                <c:v>0.3114922017467162</c:v>
              </c:pt>
              <c:pt idx="13">
                <c:v>0.31148222245249246</c:v>
              </c:pt>
              <c:pt idx="14">
                <c:v>0.31147144485800604</c:v>
              </c:pt>
              <c:pt idx="15">
                <c:v>0.31145986897323735</c:v>
              </c:pt>
              <c:pt idx="16">
                <c:v>0.3114474948089043</c:v>
              </c:pt>
              <c:pt idx="17">
                <c:v>0.31143432237646124</c:v>
              </c:pt>
              <c:pt idx="18">
                <c:v>0.3114203516880984</c:v>
              </c:pt>
              <c:pt idx="19">
                <c:v>0.31140558275674196</c:v>
              </c:pt>
              <c:pt idx="20">
                <c:v>0.31139001559605295</c:v>
              </c:pt>
              <c:pt idx="21">
                <c:v>0.3113736502204265</c:v>
              </c:pt>
              <c:pt idx="22">
                <c:v>0.31135648664499194</c:v>
              </c:pt>
              <c:pt idx="23">
                <c:v>0.31133852488561126</c:v>
              </c:pt>
              <c:pt idx="24">
                <c:v>0.3113197649588787</c:v>
              </c:pt>
              <c:pt idx="25">
                <c:v>0.3113002068821205</c:v>
              </c:pt>
              <c:pt idx="26">
                <c:v>0.31127985067339314</c:v>
              </c:pt>
              <c:pt idx="27">
                <c:v>0.3112586963514833</c:v>
              </c:pt>
              <c:pt idx="28">
                <c:v>0.3112367439359066</c:v>
              </c:pt>
              <c:pt idx="29">
                <c:v>0.31121399344690687</c:v>
              </c:pt>
              <c:pt idx="30">
                <c:v>0.3111904449054551</c:v>
              </c:pt>
              <c:pt idx="31">
                <c:v>0.31116609833324843</c:v>
              </c:pt>
              <c:pt idx="32">
                <c:v>0.3111409537527092</c:v>
              </c:pt>
              <c:pt idx="33">
                <c:v>0.3111150111869839</c:v>
              </c:pt>
              <c:pt idx="34">
                <c:v>0.31108827065994193</c:v>
              </c:pt>
              <c:pt idx="35">
                <c:v>0.3110607321961747</c:v>
              </c:pt>
              <c:pt idx="36">
                <c:v>0.3110323958209941</c:v>
              </c:pt>
              <c:pt idx="37">
                <c:v>0.31100326156043157</c:v>
              </c:pt>
              <c:pt idx="38">
                <c:v>0.31097332944123673</c:v>
              </c:pt>
              <c:pt idx="39">
                <c:v>0.310942599490876</c:v>
              </c:pt>
              <c:pt idx="40">
                <c:v>0.31091107173753124</c:v>
              </c:pt>
              <c:pt idx="41">
                <c:v>0.3108787462100985</c:v>
              </c:pt>
              <c:pt idx="42">
                <c:v>0.3108456229381863</c:v>
              </c:pt>
              <c:pt idx="43">
                <c:v>0.31081170195211444</c:v>
              </c:pt>
              <c:pt idx="44">
                <c:v>0.3107769832829122</c:v>
              </c:pt>
              <c:pt idx="45">
                <c:v>0.31074146696231686</c:v>
              </c:pt>
              <c:pt idx="46">
                <c:v>0.31070515302277224</c:v>
              </c:pt>
              <c:pt idx="47">
                <c:v>0.31066804149742666</c:v>
              </c:pt>
              <c:pt idx="48">
                <c:v>0.31063013242013127</c:v>
              </c:pt>
              <c:pt idx="49">
                <c:v>0.3105914258254386</c:v>
              </c:pt>
              <c:pt idx="50">
                <c:v>0.31055192174860025</c:v>
              </c:pt>
              <c:pt idx="51">
                <c:v>0.31051162022556555</c:v>
              </c:pt>
              <c:pt idx="52">
                <c:v>0.31047052129297903</c:v>
              </c:pt>
              <c:pt idx="53">
                <c:v>0.31042862498817886</c:v>
              </c:pt>
              <c:pt idx="54">
                <c:v>0.31038593134919457</c:v>
              </c:pt>
              <c:pt idx="55">
                <c:v>0.310342440414745</c:v>
              </c:pt>
              <c:pt idx="56">
                <c:v>0.3102981522242363</c:v>
              </c:pt>
              <c:pt idx="57">
                <c:v>0.3102530668177594</c:v>
              </c:pt>
              <c:pt idx="58">
                <c:v>0.31020718423608784</c:v>
              </c:pt>
              <c:pt idx="59">
                <c:v>0.3101605045206758</c:v>
              </c:pt>
              <c:pt idx="60">
                <c:v>0.3101130277136551</c:v>
              </c:pt>
              <c:pt idx="61">
                <c:v>0.3100647538578333</c:v>
              </c:pt>
              <c:pt idx="62">
                <c:v>0.3100156829966908</c:v>
              </c:pt>
              <c:pt idx="63">
                <c:v>0.30996581517437827</c:v>
              </c:pt>
              <c:pt idx="64">
                <c:v>0.30991515043571455</c:v>
              </c:pt>
              <c:pt idx="65">
                <c:v>0.309863688826183</c:v>
              </c:pt>
              <c:pt idx="66">
                <c:v>0.30981143039192965</c:v>
              </c:pt>
              <c:pt idx="67">
                <c:v>0.30975837517975985</c:v>
              </c:pt>
              <c:pt idx="68">
                <c:v>0.3097045232371354</c:v>
              </c:pt>
              <c:pt idx="69">
                <c:v>0.30964987461217175</c:v>
              </c:pt>
              <c:pt idx="70">
                <c:v>0.30959442935363485</c:v>
              </c:pt>
              <c:pt idx="71">
                <c:v>0.3095381875109381</c:v>
              </c:pt>
              <c:pt idx="72">
                <c:v>0.3094811491341388</c:v>
              </c:pt>
              <c:pt idx="73">
                <c:v>0.30942331427393577</c:v>
              </c:pt>
              <c:pt idx="74">
                <c:v>0.30936468298166486</c:v>
              </c:pt>
              <c:pt idx="75">
                <c:v>0.3093052553092965</c:v>
              </c:pt>
              <c:pt idx="76">
                <c:v>0.3092450313094316</c:v>
              </c:pt>
              <c:pt idx="77">
                <c:v>0.3091840110352984</c:v>
              </c:pt>
              <c:pt idx="78">
                <c:v>0.3091221945407486</c:v>
              </c:pt>
              <c:pt idx="79">
                <c:v>0.30905958188025345</c:v>
              </c:pt>
              <c:pt idx="80">
                <c:v>0.30899617310890054</c:v>
              </c:pt>
              <c:pt idx="81">
                <c:v>0.30893196828238934</c:v>
              </c:pt>
              <c:pt idx="82">
                <c:v>0.30886696745702746</c:v>
              </c:pt>
              <c:pt idx="83">
                <c:v>0.3088011706897264</c:v>
              </c:pt>
              <c:pt idx="84">
                <c:v>0.30873457803799786</c:v>
              </c:pt>
              <c:pt idx="85">
                <c:v>0.30866718955994904</c:v>
              </c:pt>
              <c:pt idx="86">
                <c:v>0.30859900531427853</c:v>
              </c:pt>
              <c:pt idx="87">
                <c:v>0.3085300253602717</c:v>
              </c:pt>
              <c:pt idx="88">
                <c:v>0.3084602497577967</c:v>
              </c:pt>
              <c:pt idx="89">
                <c:v>0.3083896785672992</c:v>
              </c:pt>
              <c:pt idx="90">
                <c:v>0.308318311849798</c:v>
              </c:pt>
              <c:pt idx="91">
                <c:v>0.3082461496668806</c:v>
              </c:pt>
              <c:pt idx="92">
                <c:v>0.30817319208069754</c:v>
              </c:pt>
              <c:pt idx="93">
                <c:v>0.3080994391539581</c:v>
              </c:pt>
              <c:pt idx="94">
                <c:v>0.3080248909499249</c:v>
              </c:pt>
              <c:pt idx="95">
                <c:v>0.30794954753240866</c:v>
              </c:pt>
              <c:pt idx="96">
                <c:v>0.3078734089657632</c:v>
              </c:pt>
              <c:pt idx="97">
                <c:v>0.30779647531487975</c:v>
              </c:pt>
              <c:pt idx="98">
                <c:v>0.3077187466451815</c:v>
              </c:pt>
              <c:pt idx="99">
                <c:v>0.30764022302261823</c:v>
              </c:pt>
              <c:pt idx="100">
                <c:v>0.3075609045136602</c:v>
              </c:pt>
              <c:pt idx="101">
                <c:v>0.3074807911852928</c:v>
              </c:pt>
              <c:pt idx="102">
                <c:v>0.3073998831050101</c:v>
              </c:pt>
              <c:pt idx="103">
                <c:v>0.30731818034080916</c:v>
              </c:pt>
              <c:pt idx="104">
                <c:v>0.30723568296118375</c:v>
              </c:pt>
              <c:pt idx="105">
                <c:v>0.30715239103511804</c:v>
              </c:pt>
              <c:pt idx="106">
                <c:v>0.3070683046320802</c:v>
              </c:pt>
              <c:pt idx="107">
                <c:v>0.30698342382201593</c:v>
              </c:pt>
              <c:pt idx="108">
                <c:v>0.3068977486753418</c:v>
              </c:pt>
              <c:pt idx="109">
                <c:v>0.30681127926293833</c:v>
              </c:pt>
              <c:pt idx="110">
                <c:v>0.3067240156561434</c:v>
              </c:pt>
              <c:pt idx="111">
                <c:v>0.3066359579267449</c:v>
              </c:pt>
              <c:pt idx="112">
                <c:v>0.30654710614697395</c:v>
              </c:pt>
              <c:pt idx="113">
                <c:v>0.30645746038949717</c:v>
              </c:pt>
              <c:pt idx="114">
                <c:v>0.3063670207274097</c:v>
              </c:pt>
              <c:pt idx="115">
                <c:v>0.3062757872342274</c:v>
              </c:pt>
              <c:pt idx="116">
                <c:v>0.3061837599838793</c:v>
              </c:pt>
              <c:pt idx="117">
                <c:v>0.30609093905069973</c:v>
              </c:pt>
              <c:pt idx="118">
                <c:v>0.3059973245094204</c:v>
              </c:pt>
              <c:pt idx="119">
                <c:v>0.3059029164351622</c:v>
              </c:pt>
              <c:pt idx="120">
                <c:v>0.30580771490342734</c:v>
              </c:pt>
              <c:pt idx="121">
                <c:v>0.3057117199900904</c:v>
              </c:pt>
              <c:pt idx="122">
                <c:v>0.30561493177139026</c:v>
              </c:pt>
              <c:pt idx="123">
                <c:v>0.3055173503239214</c:v>
              </c:pt>
              <c:pt idx="124">
                <c:v>0.30541897572462484</c:v>
              </c:pt>
              <c:pt idx="125">
                <c:v>0.3053198080507794</c:v>
              </c:pt>
              <c:pt idx="126">
                <c:v>0.3052198473799925</c:v>
              </c:pt>
              <c:pt idx="127">
                <c:v>0.3051190937901909</c:v>
              </c:pt>
              <c:pt idx="128">
                <c:v>0.3050175473596115</c:v>
              </c:pt>
              <c:pt idx="129">
                <c:v>0.3049152081667912</c:v>
              </c:pt>
              <c:pt idx="130">
                <c:v>0.3048120762905579</c:v>
              </c:pt>
              <c:pt idx="131">
                <c:v>0.30470815181001987</c:v>
              </c:pt>
              <c:pt idx="132">
                <c:v>0.3046034348045564</c:v>
              </c:pt>
              <c:pt idx="133">
                <c:v>0.30449792535380704</c:v>
              </c:pt>
              <c:pt idx="134">
                <c:v>0.30439162353766136</c:v>
              </c:pt>
              <c:pt idx="135">
                <c:v>0.30428452943624856</c:v>
              </c:pt>
              <c:pt idx="136">
                <c:v>0.3041766431299267</c:v>
              </c:pt>
              <c:pt idx="137">
                <c:v>0.30406796469927144</c:v>
              </c:pt>
              <c:pt idx="138">
                <c:v>0.3039584942250656</c:v>
              </c:pt>
              <c:pt idx="139">
                <c:v>0.3038482317882874</c:v>
              </c:pt>
              <c:pt idx="140">
                <c:v>0.3037371774700993</c:v>
              </c:pt>
              <c:pt idx="141">
                <c:v>0.3036253313518362</c:v>
              </c:pt>
              <c:pt idx="142">
                <c:v>0.303512693514994</c:v>
              </c:pt>
              <c:pt idx="143">
                <c:v>0.3033992640412173</c:v>
              </c:pt>
              <c:pt idx="144">
                <c:v>0.3032850430122874</c:v>
              </c:pt>
              <c:pt idx="145">
                <c:v>0.30317003051011</c:v>
              </c:pt>
              <c:pt idx="146">
                <c:v>0.30305422661670256</c:v>
              </c:pt>
              <c:pt idx="147">
                <c:v>0.3029376314141819</c:v>
              </c:pt>
              <c:pt idx="148">
                <c:v>0.3028202449847507</c:v>
              </c:pt>
              <c:pt idx="149">
                <c:v>0.30270206741068534</c:v>
              </c:pt>
              <c:pt idx="150">
                <c:v>0.3025830987743216</c:v>
              </c:pt>
              <c:pt idx="151">
                <c:v>0.3024633391580419</c:v>
              </c:pt>
              <c:pt idx="152">
                <c:v>0.30234278864426123</c:v>
              </c:pt>
              <c:pt idx="153">
                <c:v>0.30222144731541356</c:v>
              </c:pt>
              <c:pt idx="154">
                <c:v>0.3020993152539376</c:v>
              </c:pt>
              <c:pt idx="155">
                <c:v>0.30197639254226233</c:v>
              </c:pt>
              <c:pt idx="156">
                <c:v>0.301852679262793</c:v>
              </c:pt>
              <c:pt idx="157">
                <c:v>0.301728175497896</c:v>
              </c:pt>
              <c:pt idx="158">
                <c:v>0.3016028813298841</c:v>
              </c:pt>
              <c:pt idx="159">
                <c:v>0.3014767968410012</c:v>
              </c:pt>
              <c:pt idx="160">
                <c:v>0.30134992211340744</c:v>
              </c:pt>
              <c:pt idx="161">
                <c:v>0.30122225722916307</c:v>
              </c:pt>
              <c:pt idx="162">
                <c:v>0.301093802270213</c:v>
              </c:pt>
              <c:pt idx="163">
                <c:v>0.3009645573183709</c:v>
              </c:pt>
              <c:pt idx="164">
                <c:v>0.3008345224553027</c:v>
              </c:pt>
              <c:pt idx="165">
                <c:v>0.3007036977625105</c:v>
              </c:pt>
              <c:pt idx="166">
                <c:v>0.3005720833213156</c:v>
              </c:pt>
              <c:pt idx="167">
                <c:v>0.30043967921284187</c:v>
              </c:pt>
              <c:pt idx="168">
                <c:v>0.30030648551799866</c:v>
              </c:pt>
              <c:pt idx="169">
                <c:v>0.3001725023174632</c:v>
              </c:pt>
              <c:pt idx="170">
                <c:v>0.3000377296916633</c:v>
              </c:pt>
              <c:pt idx="171">
                <c:v>0.2999021677207594</c:v>
              </c:pt>
              <c:pt idx="172">
                <c:v>0.29976581648462675</c:v>
              </c:pt>
              <c:pt idx="173">
                <c:v>0.2996286760628369</c:v>
              </c:pt>
              <c:pt idx="174">
                <c:v>0.29949074653463925</c:v>
              </c:pt>
              <c:pt idx="175">
                <c:v>0.29935202797894245</c:v>
              </c:pt>
              <c:pt idx="176">
                <c:v>0.29921252047429536</c:v>
              </c:pt>
              <c:pt idx="177">
                <c:v>0.2990722240988678</c:v>
              </c:pt>
              <c:pt idx="178">
                <c:v>0.2989311389304309</c:v>
              </c:pt>
              <c:pt idx="179">
                <c:v>0.2987892650463377</c:v>
              </c:pt>
              <c:pt idx="180">
                <c:v>0.298646602523503</c:v>
              </c:pt>
              <c:pt idx="181">
                <c:v>0.29850315143838313</c:v>
              </c:pt>
              <c:pt idx="182">
                <c:v>0.2983589118669556</c:v>
              </c:pt>
              <c:pt idx="183">
                <c:v>0.2982138838846985</c:v>
              </c:pt>
              <c:pt idx="184">
                <c:v>0.29806806756656884</c:v>
              </c:pt>
              <c:pt idx="185">
                <c:v>0.29792146298698224</c:v>
              </c:pt>
              <c:pt idx="186">
                <c:v>0.29777407021979085</c:v>
              </c:pt>
              <c:pt idx="187">
                <c:v>0.29762588933826184</c:v>
              </c:pt>
              <c:pt idx="188">
                <c:v>0.29747692041505525</c:v>
              </c:pt>
              <c:pt idx="189">
                <c:v>0.2973271635222019</c:v>
              </c:pt>
              <c:pt idx="190">
                <c:v>0.29717661873108053</c:v>
              </c:pt>
              <c:pt idx="191">
                <c:v>0.2970252861123955</c:v>
              </c:pt>
              <c:pt idx="192">
                <c:v>0.2968731657361532</c:v>
              </c:pt>
              <c:pt idx="193">
                <c:v>0.296720257671639</c:v>
              </c:pt>
              <c:pt idx="194">
                <c:v>0.29656656198739373</c:v>
              </c:pt>
              <c:pt idx="195">
                <c:v>0.2964120787511895</c:v>
              </c:pt>
              <c:pt idx="196">
                <c:v>0.29625680803000576</c:v>
              </c:pt>
              <c:pt idx="197">
                <c:v>0.2961007498900049</c:v>
              </c:pt>
              <c:pt idx="198">
                <c:v>0.2959439043965072</c:v>
              </c:pt>
              <c:pt idx="199">
                <c:v>0.2957862716139666</c:v>
              </c:pt>
              <c:pt idx="200">
                <c:v>0.2956278516059445</c:v>
              </c:pt>
              <c:pt idx="201">
                <c:v>0.2954686444350852</c:v>
              </c:pt>
              <c:pt idx="202">
                <c:v>0.295308650163089</c:v>
              </c:pt>
              <c:pt idx="203">
                <c:v>0.2951478688506872</c:v>
              </c:pt>
              <c:pt idx="204">
                <c:v>0.294986300557615</c:v>
              </c:pt>
              <c:pt idx="205">
                <c:v>0.294823945342585</c:v>
              </c:pt>
              <c:pt idx="206">
                <c:v>0.2946608032632603</c:v>
              </c:pt>
              <c:pt idx="207">
                <c:v>0.29449687437622735</c:v>
              </c:pt>
              <c:pt idx="208">
                <c:v>0.2943321587369684</c:v>
              </c:pt>
              <c:pt idx="209">
                <c:v>0.29416665639983336</c:v>
              </c:pt>
              <c:pt idx="210">
                <c:v>0.2940003674180123</c:v>
              </c:pt>
              <c:pt idx="211">
                <c:v>0.29383329184350626</c:v>
              </c:pt>
              <c:pt idx="212">
                <c:v>0.29366542972709964</c:v>
              </c:pt>
              <c:pt idx="213">
                <c:v>0.29349678111833</c:v>
              </c:pt>
              <c:pt idx="214">
                <c:v>0.29332734606545985</c:v>
              </c:pt>
              <c:pt idx="215">
                <c:v>0.29315712461544624</c:v>
              </c:pt>
              <c:pt idx="216">
                <c:v>0.2929861168139117</c:v>
              </c:pt>
              <c:pt idx="217">
                <c:v>0.2928143227051133</c:v>
              </c:pt>
              <c:pt idx="218">
                <c:v>0.29264174233191276</c:v>
              </c:pt>
              <c:pt idx="219">
                <c:v>0.2924683757357456</c:v>
              </c:pt>
              <c:pt idx="220">
                <c:v>0.29229422295658963</c:v>
              </c:pt>
              <c:pt idx="221">
                <c:v>0.2921192840329343</c:v>
              </c:pt>
              <c:pt idx="222">
                <c:v>0.2919435590017486</c:v>
              </c:pt>
              <c:pt idx="223">
                <c:v>0.2917670478984492</c:v>
              </c:pt>
              <c:pt idx="224">
                <c:v>0.2915897507568683</c:v>
              </c:pt>
              <c:pt idx="225">
                <c:v>0.29141166760922094</c:v>
              </c:pt>
              <c:pt idx="226">
                <c:v>0.29123279848607214</c:v>
              </c:pt>
              <c:pt idx="227">
                <c:v>0.291053143416304</c:v>
              </c:pt>
              <c:pt idx="228">
                <c:v>0.2908727024270819</c:v>
              </c:pt>
              <c:pt idx="229">
                <c:v>0.29069147554382097</c:v>
              </c:pt>
              <c:pt idx="230">
                <c:v>0.290509462790152</c:v>
              </c:pt>
              <c:pt idx="231">
                <c:v>0.29032666418788666</c:v>
              </c:pt>
              <c:pt idx="232">
                <c:v>0.29014307975698383</c:v>
              </c:pt>
              <c:pt idx="233">
                <c:v>0.2899587095155134</c:v>
              </c:pt>
              <c:pt idx="234">
                <c:v>0.28977355347962197</c:v>
              </c:pt>
              <c:pt idx="235">
                <c:v>0.2895876116634966</c:v>
              </c:pt>
              <c:pt idx="236">
                <c:v>0.28940088407932946</c:v>
              </c:pt>
              <c:pt idx="237">
                <c:v>0.28921337073728104</c:v>
              </c:pt>
              <c:pt idx="238">
                <c:v>0.28902507164544444</c:v>
              </c:pt>
              <c:pt idx="239">
                <c:v>0.28883598680980777</c:v>
              </c:pt>
              <c:pt idx="240">
                <c:v>0.28864611623421743</c:v>
              </c:pt>
              <c:pt idx="241">
                <c:v>0.28845545992034094</c:v>
              </c:pt>
              <c:pt idx="242">
                <c:v>0.2882640178676288</c:v>
              </c:pt>
              <c:pt idx="243">
                <c:v>0.28807179007327655</c:v>
              </c:pt>
              <c:pt idx="244">
                <c:v>0.2878787765321868</c:v>
              </c:pt>
              <c:pt idx="245">
                <c:v>0.2876849772369304</c:v>
              </c:pt>
              <c:pt idx="246">
                <c:v>0.2874903921777071</c:v>
              </c:pt>
              <c:pt idx="247">
                <c:v>0.28729502134230744</c:v>
              </c:pt>
              <c:pt idx="248">
                <c:v>0.2870988647160719</c:v>
              </c:pt>
              <c:pt idx="249">
                <c:v>0.2869019222818521</c:v>
              </c:pt>
              <c:pt idx="250">
                <c:v>0.28670419401997027</c:v>
              </c:pt>
              <c:pt idx="251">
                <c:v>0.2865056799081789</c:v>
              </c:pt>
              <c:pt idx="252">
                <c:v>0.28630637992162</c:v>
              </c:pt>
              <c:pt idx="253">
                <c:v>0.28610629403278437</c:v>
              </c:pt>
              <c:pt idx="254">
                <c:v>0.2859054222114697</c:v>
              </c:pt>
              <c:pt idx="255">
                <c:v>0.28570376442473977</c:v>
              </c:pt>
              <c:pt idx="256">
                <c:v>0.2855013206368819</c:v>
              </c:pt>
              <c:pt idx="257">
                <c:v>0.28529809080936536</c:v>
              </c:pt>
              <c:pt idx="258">
                <c:v>0.28509407490079836</c:v>
              </c:pt>
              <c:pt idx="259">
                <c:v>0.2848892728668857</c:v>
              </c:pt>
              <c:pt idx="260">
                <c:v>0.2846836846603856</c:v>
              </c:pt>
              <c:pt idx="261">
                <c:v>0.2844773102310666</c:v>
              </c:pt>
              <c:pt idx="262">
                <c:v>0.28427014952566354</c:v>
              </c:pt>
              <c:pt idx="263">
                <c:v>0.28406220248783404</c:v>
              </c:pt>
              <c:pt idx="264">
                <c:v>0.28385346905811426</c:v>
              </c:pt>
              <c:pt idx="265">
                <c:v>0.28364394917387437</c:v>
              </c:pt>
              <c:pt idx="266">
                <c:v>0.28343364276927396</c:v>
              </c:pt>
              <c:pt idx="267">
                <c:v>0.28322254977521716</c:v>
              </c:pt>
              <c:pt idx="268">
                <c:v>0.2830106701193072</c:v>
              </c:pt>
              <c:pt idx="269">
                <c:v>0.28279800372580083</c:v>
              </c:pt>
              <c:pt idx="270">
                <c:v>0.2825845505155628</c:v>
              </c:pt>
              <c:pt idx="271">
                <c:v>0.2823703104060197</c:v>
              </c:pt>
              <c:pt idx="272">
                <c:v>0.28215528331111345</c:v>
              </c:pt>
              <c:pt idx="273">
                <c:v>0.2819394691412552</c:v>
              </c:pt>
              <c:pt idx="274">
                <c:v>0.28172286780327815</c:v>
              </c:pt>
              <c:pt idx="275">
                <c:v>0.28150547920039043</c:v>
              </c:pt>
              <c:pt idx="276">
                <c:v>0.28128730323212797</c:v>
              </c:pt>
              <c:pt idx="277">
                <c:v>0.28106833979430695</c:v>
              </c:pt>
              <c:pt idx="278">
                <c:v>0.28084858877897584</c:v>
              </c:pt>
              <c:pt idx="279">
                <c:v>0.28062805007436725</c:v>
              </c:pt>
              <c:pt idx="280">
                <c:v>0.2804067235648501</c:v>
              </c:pt>
              <c:pt idx="281">
                <c:v>0.2801846091308805</c:v>
              </c:pt>
              <c:pt idx="282">
                <c:v>0.2799617066489534</c:v>
              </c:pt>
              <c:pt idx="283">
                <c:v>0.27973801599155346</c:v>
              </c:pt>
              <c:pt idx="284">
                <c:v>0.2795135370271059</c:v>
              </c:pt>
              <c:pt idx="285">
                <c:v>0.2792882696199269</c:v>
              </c:pt>
              <c:pt idx="286">
                <c:v>0.27906221363017414</c:v>
              </c:pt>
              <c:pt idx="287">
                <c:v>0.2788353689137969</c:v>
              </c:pt>
              <c:pt idx="288">
                <c:v>0.27860773532248584</c:v>
              </c:pt>
              <c:pt idx="289">
                <c:v>0.2783793127036232</c:v>
              </c:pt>
              <c:pt idx="290">
                <c:v>0.27815010090023157</c:v>
              </c:pt>
              <c:pt idx="291">
                <c:v>0.2779200997509239</c:v>
              </c:pt>
              <c:pt idx="292">
                <c:v>0.27768930908985234</c:v>
              </c:pt>
              <c:pt idx="293">
                <c:v>0.2774577287466573</c:v>
              </c:pt>
              <c:pt idx="294">
                <c:v>0.277225358546416</c:v>
              </c:pt>
              <c:pt idx="295">
                <c:v>0.2769921983095915</c:v>
              </c:pt>
              <c:pt idx="296">
                <c:v>0.27675824785198067</c:v>
              </c:pt>
              <c:pt idx="297">
                <c:v>0.2765235069846629</c:v>
              </c:pt>
              <c:pt idx="298">
                <c:v>0.2762879755139476</c:v>
              </c:pt>
              <c:pt idx="299">
                <c:v>0.276051653241323</c:v>
              </c:pt>
              <c:pt idx="300">
                <c:v>0.2758145399634031</c:v>
              </c:pt>
              <c:pt idx="301">
                <c:v>0.27557663547187594</c:v>
              </c:pt>
              <c:pt idx="302">
                <c:v>0.27533793955345054</c:v>
              </c:pt>
              <c:pt idx="303">
                <c:v>0.27509845198980504</c:v>
              </c:pt>
              <c:pt idx="304">
                <c:v>0.2748581725575333</c:v>
              </c:pt>
              <c:pt idx="305">
                <c:v>0.2746171010280922</c:v>
              </c:pt>
              <c:pt idx="306">
                <c:v>0.274375237167749</c:v>
              </c:pt>
              <c:pt idx="307">
                <c:v>0.27413258073752766</c:v>
              </c:pt>
              <c:pt idx="308">
                <c:v>0.27388913149315613</c:v>
              </c:pt>
              <c:pt idx="309">
                <c:v>0.27364488918501306</c:v>
              </c:pt>
              <c:pt idx="310">
                <c:v>0.273399853558074</c:v>
              </c:pt>
              <c:pt idx="311">
                <c:v>0.27315402435185837</c:v>
              </c:pt>
              <c:pt idx="312">
                <c:v>0.27290740130037594</c:v>
              </c:pt>
              <c:pt idx="313">
                <c:v>0.2726599841320728</c:v>
              </c:pt>
              <c:pt idx="314">
                <c:v>0.27241177256977833</c:v>
              </c:pt>
              <c:pt idx="315">
                <c:v>0.2721627663306508</c:v>
              </c:pt>
              <c:pt idx="316">
                <c:v>0.2719129651261244</c:v>
              </c:pt>
              <c:pt idx="317">
                <c:v>0.2716623686618548</c:v>
              </c:pt>
              <c:pt idx="318">
                <c:v>0.27141097663766556</c:v>
              </c:pt>
              <c:pt idx="319">
                <c:v>0.27115878874749444</c:v>
              </c:pt>
              <c:pt idx="320">
                <c:v>0.27090580467933945</c:v>
              </c:pt>
              <c:pt idx="321">
                <c:v>0.2706520241152049</c:v>
              </c:pt>
              <c:pt idx="322">
                <c:v>0.2703974467310478</c:v>
              </c:pt>
              <c:pt idx="323">
                <c:v>0.27014207219672376</c:v>
              </c:pt>
              <c:pt idx="324">
                <c:v>0.26988590017593317</c:v>
              </c:pt>
              <c:pt idx="325">
                <c:v>0.2696289303261678</c:v>
              </c:pt>
              <c:pt idx="326">
                <c:v>0.2693711622986567</c:v>
              </c:pt>
              <c:pt idx="327">
                <c:v>0.26911259573831264</c:v>
              </c:pt>
              <c:pt idx="328">
                <c:v>0.2688532302836785</c:v>
              </c:pt>
              <c:pt idx="329">
                <c:v>0.26859306556687357</c:v>
              </c:pt>
              <c:pt idx="330">
                <c:v>0.2683321012135404</c:v>
              </c:pt>
              <c:pt idx="331">
                <c:v>0.26807033684279086</c:v>
              </c:pt>
              <c:pt idx="332">
                <c:v>0.26780777206715345</c:v>
              </c:pt>
              <c:pt idx="333">
                <c:v>0.2675444064925198</c:v>
              </c:pt>
              <c:pt idx="334">
                <c:v>0.26728023971809156</c:v>
              </c:pt>
              <c:pt idx="335">
                <c:v>0.26701527133632763</c:v>
              </c:pt>
              <c:pt idx="336">
                <c:v>0.2667495009328912</c:v>
              </c:pt>
              <c:pt idx="337">
                <c:v>0.26648292808659724</c:v>
              </c:pt>
              <c:pt idx="338">
                <c:v>0.2662155523693601</c:v>
              </c:pt>
              <c:pt idx="339">
                <c:v>0.26594737334614094</c:v>
              </c:pt>
              <c:pt idx="340">
                <c:v>0.2656783905748958</c:v>
              </c:pt>
              <c:pt idx="341">
                <c:v>0.26540860360652363</c:v>
              </c:pt>
              <c:pt idx="342">
                <c:v>0.2651380119848147</c:v>
              </c:pt>
              <c:pt idx="343">
                <c:v>0.2648666152463989</c:v>
              </c:pt>
              <c:pt idx="344">
                <c:v>0.2645944129206944</c:v>
              </c:pt>
              <c:pt idx="345">
                <c:v>0.2643214045298573</c:v>
              </c:pt>
              <c:pt idx="346">
                <c:v>0.2640475895887301</c:v>
              </c:pt>
              <c:pt idx="347">
                <c:v>0.26377296760479146</c:v>
              </c:pt>
              <c:pt idx="348">
                <c:v>0.2634975380781063</c:v>
              </c:pt>
              <c:pt idx="349">
                <c:v>0.2632213005012754</c:v>
              </c:pt>
              <c:pt idx="350">
                <c:v>0.26294425435938645</c:v>
              </c:pt>
              <c:pt idx="351">
                <c:v>0.2626663991299643</c:v>
              </c:pt>
              <c:pt idx="352">
                <c:v>0.26238773428292206</c:v>
              </c:pt>
              <c:pt idx="353">
                <c:v>0.2621082592805127</c:v>
              </c:pt>
              <c:pt idx="354">
                <c:v>0.2618279735772808</c:v>
              </c:pt>
              <c:pt idx="355">
                <c:v>0.2615468766200149</c:v>
              </c:pt>
              <c:pt idx="356">
                <c:v>0.2612649678476997</c:v>
              </c:pt>
              <c:pt idx="357">
                <c:v>0.2609822466914692</c:v>
              </c:pt>
              <c:pt idx="358">
                <c:v>0.2606987125745602</c:v>
              </c:pt>
              <c:pt idx="359">
                <c:v>0.26041436491226616</c:v>
              </c:pt>
              <c:pt idx="360">
                <c:v>0.2601292031118914</c:v>
              </c:pt>
              <c:pt idx="361">
                <c:v>0.259843226572706</c:v>
              </c:pt>
              <c:pt idx="362">
                <c:v>0.2595564346859008</c:v>
              </c:pt>
              <c:pt idx="363">
                <c:v>0.2592688268345433</c:v>
              </c:pt>
              <c:pt idx="364">
                <c:v>0.2589804023935342</c:v>
              </c:pt>
              <c:pt idx="365">
                <c:v>0.2586911607295639</c:v>
              </c:pt>
              <c:pt idx="366">
                <c:v>0.2584011012010696</c:v>
              </c:pt>
              <c:pt idx="367">
                <c:v>0.25811022315819426</c:v>
              </c:pt>
              <c:pt idx="368">
                <c:v>0.25781852594274396</c:v>
              </c:pt>
              <c:pt idx="369">
                <c:v>0.25752600888814753</c:v>
              </c:pt>
              <c:pt idx="370">
                <c:v>0.2572326713194163</c:v>
              </c:pt>
              <c:pt idx="371">
                <c:v>0.25693851255310474</c:v>
              </c:pt>
              <c:pt idx="372">
                <c:v>0.2566435318972707</c:v>
              </c:pt>
              <c:pt idx="373">
                <c:v>0.25634772865143796</c:v>
              </c:pt>
              <c:pt idx="374">
                <c:v>0.2560511021065581</c:v>
              </c:pt>
              <c:pt idx="375">
                <c:v>0.25575365154497387</c:v>
              </c:pt>
              <c:pt idx="376">
                <c:v>0.25545537624038295</c:v>
              </c:pt>
              <c:pt idx="377">
                <c:v>0.2551562754578023</c:v>
              </c:pt>
              <c:pt idx="378">
                <c:v>0.2548563484535339</c:v>
              </c:pt>
              <c:pt idx="379">
                <c:v>0.2545555944751307</c:v>
              </c:pt>
              <c:pt idx="380">
                <c:v>0.25425401276136356</c:v>
              </c:pt>
              <c:pt idx="381">
                <c:v>0.25395160254218874</c:v>
              </c:pt>
              <c:pt idx="382">
                <c:v>0.25364836303871713</c:v>
              </c:pt>
              <c:pt idx="383">
                <c:v>0.2533442934631829</c:v>
              </c:pt>
              <c:pt idx="384">
                <c:v>0.25303939301891487</c:v>
              </c:pt>
              <c:pt idx="385">
                <c:v>0.2527336609003067</c:v>
              </c:pt>
              <c:pt idx="386">
                <c:v>0.25242709629278975</c:v>
              </c:pt>
              <c:pt idx="387">
                <c:v>0.252119698372806</c:v>
              </c:pt>
              <c:pt idx="388">
                <c:v>0.2518114663077824</c:v>
              </c:pt>
              <c:pt idx="389">
                <c:v>0.2515023992561053</c:v>
              </c:pt>
              <c:pt idx="390">
                <c:v>0.2511924963670974</c:v>
              </c:pt>
              <c:pt idx="391">
                <c:v>0.2508817567809943</c:v>
              </c:pt>
              <c:pt idx="392">
                <c:v>0.25057017962892275</c:v>
              </c:pt>
              <c:pt idx="393">
                <c:v>0.25025776403288036</c:v>
              </c:pt>
              <c:pt idx="394">
                <c:v>0.24994450910571542</c:v>
              </c:pt>
              <c:pt idx="395">
                <c:v>0.2496304139511086</c:v>
              </c:pt>
              <c:pt idx="396">
                <c:v>0.24931547766355577</c:v>
              </c:pt>
              <c:pt idx="397">
                <c:v>0.24899969932835161</c:v>
              </c:pt>
              <c:pt idx="398">
                <c:v>0.24868307802157452</c:v>
              </c:pt>
              <c:pt idx="399">
                <c:v>0.2483656128100732</c:v>
              </c:pt>
              <c:pt idx="400">
                <c:v>0.24804730275145376</c:v>
              </c:pt>
              <c:pt idx="401">
                <c:v>0.2477281468940687</c:v>
              </c:pt>
              <c:pt idx="402">
                <c:v>0.24740814427700666</c:v>
              </c:pt>
              <c:pt idx="403">
                <c:v>0.24708729393008416</c:v>
              </c:pt>
              <c:pt idx="404">
                <c:v>0.24676559487383784</c:v>
              </c:pt>
              <c:pt idx="405">
                <c:v>0.24644304611951875</c:v>
              </c:pt>
              <c:pt idx="406">
                <c:v>0.24611964666908787</c:v>
              </c:pt>
              <c:pt idx="407">
                <c:v>0.24579539551521248</c:v>
              </c:pt>
              <c:pt idx="408">
                <c:v>0.24547029164126516</c:v>
              </c:pt>
              <c:pt idx="409">
                <c:v>0.2451443340213229</c:v>
              </c:pt>
              <c:pt idx="410">
                <c:v>0.24481752162016876</c:v>
              </c:pt>
              <c:pt idx="411">
                <c:v>0.24448985339329452</c:v>
              </c:pt>
              <c:pt idx="412">
                <c:v>0.2441613282869048</c:v>
              </c:pt>
              <c:pt idx="413">
                <c:v>0.2438319452379233</c:v>
              </c:pt>
              <c:pt idx="414">
                <c:v>0.2435017031740001</c:v>
              </c:pt>
              <c:pt idx="415">
                <c:v>0.24317060101352078</c:v>
              </c:pt>
              <c:pt idx="416">
                <c:v>0.24283863766561725</c:v>
              </c:pt>
              <c:pt idx="417">
                <c:v>0.24250581203018018</c:v>
              </c:pt>
              <c:pt idx="418">
                <c:v>0.24217212299787316</c:v>
              </c:pt>
              <c:pt idx="419">
                <c:v>0.24183756945014867</c:v>
              </c:pt>
              <c:pt idx="420">
                <c:v>0.2415021502592657</c:v>
              </c:pt>
              <c:pt idx="421">
                <c:v>0.24116586428830938</c:v>
              </c:pt>
              <c:pt idx="422">
                <c:v>0.24082871039121206</c:v>
              </c:pt>
              <c:pt idx="423">
                <c:v>0.2404906874127767</c:v>
              </c:pt>
              <c:pt idx="424">
                <c:v>0.24015179418870183</c:v>
              </c:pt>
              <c:pt idx="425">
                <c:v>0.23981202954560832</c:v>
              </c:pt>
              <c:pt idx="426">
                <c:v>0.23947139230106884</c:v>
              </c:pt>
              <c:pt idx="427">
                <c:v>0.23912988126363804</c:v>
              </c:pt>
              <c:pt idx="428">
                <c:v>0.23878749523288603</c:v>
              </c:pt>
              <c:pt idx="429">
                <c:v>0.23844423299943296</c:v>
              </c:pt>
              <c:pt idx="430">
                <c:v>0.23810009334498627</c:v>
              </c:pt>
              <c:pt idx="431">
                <c:v>0.23775507504237947</c:v>
              </c:pt>
              <c:pt idx="432">
                <c:v>0.23740917685561372</c:v>
              </c:pt>
              <c:pt idx="433">
                <c:v>0.23706239753990094</c:v>
              </c:pt>
              <c:pt idx="434">
                <c:v>0.23671473584170954</c:v>
              </c:pt>
              <c:pt idx="435">
                <c:v>0.23636619049881208</c:v>
              </c:pt>
              <c:pt idx="436">
                <c:v>0.23601676024033552</c:v>
              </c:pt>
              <c:pt idx="437">
                <c:v>0.23566644378681345</c:v>
              </c:pt>
              <c:pt idx="438">
                <c:v>0.23531523985024067</c:v>
              </c:pt>
              <c:pt idx="439">
                <c:v>0.23496314713413033</c:v>
              </c:pt>
              <c:pt idx="440">
                <c:v>0.23461016433357332</c:v>
              </c:pt>
              <c:pt idx="441">
                <c:v>0.23425629013530005</c:v>
              </c:pt>
              <c:pt idx="442">
                <c:v>0.23390152321774468</c:v>
              </c:pt>
              <c:pt idx="443">
                <c:v>0.233545862251112</c:v>
              </c:pt>
              <c:pt idx="444">
                <c:v>0.23318930589744669</c:v>
              </c:pt>
              <c:pt idx="445">
                <c:v>0.23283185281070484</c:v>
              </c:pt>
              <c:pt idx="446">
                <c:v>0.23247350163682895</c:v>
              </c:pt>
              <c:pt idx="447">
                <c:v>0.23211425101382438</c:v>
              </c:pt>
              <c:pt idx="448">
                <c:v>0.23175409957183934</c:v>
              </c:pt>
              <c:pt idx="449">
                <c:v>0.2313930459332474</c:v>
              </c:pt>
              <c:pt idx="450">
                <c:v>0.2310310887127321</c:v>
              </c:pt>
              <c:pt idx="451">
                <c:v>0.2306682265173754</c:v>
              </c:pt>
              <c:pt idx="452">
                <c:v>0.2303044579467478</c:v>
              </c:pt>
              <c:pt idx="453">
                <c:v>0.22993978159300238</c:v>
              </c:pt>
              <c:pt idx="454">
                <c:v>0.22957419604097054</c:v>
              </c:pt>
              <c:pt idx="455">
                <c:v>0.22920769986826173</c:v>
              </c:pt>
              <c:pt idx="456">
                <c:v>0.2288402916453654</c:v>
              </c:pt>
              <c:pt idx="457">
                <c:v>0.22847196993575616</c:v>
              </c:pt>
              <c:pt idx="458">
                <c:v>0.22810273329600222</c:v>
              </c:pt>
              <c:pt idx="459">
                <c:v>0.22773258027587615</c:v>
              </c:pt>
              <c:pt idx="460">
                <c:v>0.2273615094184694</c:v>
              </c:pt>
              <c:pt idx="461">
                <c:v>0.22698951926030975</c:v>
              </c:pt>
              <c:pt idx="462">
                <c:v>0.22661660833148167</c:v>
              </c:pt>
              <c:pt idx="463">
                <c:v>0.22624277515575048</c:v>
              </c:pt>
              <c:pt idx="464">
                <c:v>0.22586801825068878</c:v>
              </c:pt>
              <c:pt idx="465">
                <c:v>0.22549233612780706</c:v>
              </c:pt>
              <c:pt idx="466">
                <c:v>0.22511572729268706</c:v>
              </c:pt>
              <c:pt idx="467">
                <c:v>0.2247381902451187</c:v>
              </c:pt>
              <c:pt idx="468">
                <c:v>0.22435972347924032</c:v>
              </c:pt>
              <c:pt idx="469">
                <c:v>0.2239803254836824</c:v>
              </c:pt>
              <c:pt idx="470">
                <c:v>0.22359999474171458</c:v>
              </c:pt>
              <c:pt idx="471">
                <c:v>0.22321872973139634</c:v>
              </c:pt>
              <c:pt idx="472">
                <c:v>0.22283652892573103</c:v>
              </c:pt>
              <c:pt idx="473">
                <c:v>0.2224533907928236</c:v>
              </c:pt>
              <c:pt idx="474">
                <c:v>0.2220693137960419</c:v>
              </c:pt>
              <c:pt idx="475">
                <c:v>0.22168429639418163</c:v>
              </c:pt>
              <c:pt idx="476">
                <c:v>0.22129833704163493</c:v>
              </c:pt>
              <c:pt idx="477">
                <c:v>0.22091143418856268</c:v>
              </c:pt>
              <c:pt idx="478">
                <c:v>0.2205235862810706</c:v>
              </c:pt>
              <c:pt idx="479">
                <c:v>0.22013479176138917</c:v>
              </c:pt>
              <c:pt idx="480">
                <c:v>0.21974504906805714</c:v>
              </c:pt>
              <c:pt idx="481">
                <c:v>0.21935435663610936</c:v>
              </c:pt>
              <c:pt idx="482">
                <c:v>0.21896271289726804</c:v>
              </c:pt>
              <c:pt idx="483">
                <c:v>0.21857011628013845</c:v>
              </c:pt>
              <c:pt idx="484">
                <c:v>0.21817656521040796</c:v>
              </c:pt>
              <c:pt idx="485">
                <c:v>0.21778205811104978</c:v>
              </c:pt>
              <c:pt idx="486">
                <c:v>0.21738659340253041</c:v>
              </c:pt>
              <c:pt idx="487">
                <c:v>0.21699016950302097</c:v>
              </c:pt>
              <c:pt idx="488">
                <c:v>0.21659278482861336</c:v>
              </c:pt>
              <c:pt idx="489">
                <c:v>0.21619443779353992</c:v>
              </c:pt>
              <c:pt idx="490">
                <c:v>0.21579512681039772</c:v>
              </c:pt>
              <c:pt idx="491">
                <c:v>0.21539485029037675</c:v>
              </c:pt>
              <c:pt idx="492">
                <c:v>0.2149936066434926</c:v>
              </c:pt>
              <c:pt idx="493">
                <c:v>0.214591394278824</c:v>
              </c:pt>
              <c:pt idx="494">
                <c:v>0.21418821160475354</c:v>
              </c:pt>
              <c:pt idx="495">
                <c:v>0.21378405702921377</c:v>
              </c:pt>
              <c:pt idx="496">
                <c:v>0.21337892895993776</c:v>
              </c:pt>
              <c:pt idx="497">
                <c:v>0.21297282580471327</c:v>
              </c:pt>
              <c:pt idx="498">
                <c:v>0.21256574597164246</c:v>
              </c:pt>
              <c:pt idx="499">
                <c:v>0.21215768786940553</c:v>
              </c:pt>
              <c:pt idx="500">
                <c:v>0.2117486499075295</c:v>
              </c:pt>
              <c:pt idx="501">
                <c:v>0.21133863049666068</c:v>
              </c:pt>
              <c:pt idx="502">
                <c:v>0.21092762804884307</c:v>
              </c:pt>
              <c:pt idx="503">
                <c:v>0.2105156409778006</c:v>
              </c:pt>
              <c:pt idx="504">
                <c:v>0.2101026676992243</c:v>
              </c:pt>
              <c:pt idx="505">
                <c:v>0.20968870663106465</c:v>
              </c:pt>
              <c:pt idx="506">
                <c:v>0.20927375619382815</c:v>
              </c:pt>
              <c:pt idx="507">
                <c:v>0.20885781481087895</c:v>
              </c:pt>
              <c:pt idx="508">
                <c:v>0.20844088090874635</c:v>
              </c:pt>
              <c:pt idx="509">
                <c:v>0.2080229529174354</c:v>
              </c:pt>
              <c:pt idx="510">
                <c:v>0.20760402927074406</c:v>
              </c:pt>
              <c:pt idx="511">
                <c:v>0.2071841084065848</c:v>
              </c:pt>
              <c:pt idx="512">
                <c:v>0.2067631887673111</c:v>
              </c:pt>
              <c:pt idx="513">
                <c:v>0.2063412688000493</c:v>
              </c:pt>
              <c:pt idx="514">
                <c:v>0.20591834695703576</c:v>
              </c:pt>
              <c:pt idx="515">
                <c:v>0.2054944216959585</c:v>
              </c:pt>
              <c:pt idx="516">
                <c:v>0.2050694914803049</c:v>
              </c:pt>
              <c:pt idx="517">
                <c:v>0.20464355477971402</c:v>
              </c:pt>
              <c:pt idx="518">
                <c:v>0.2042166100703343</c:v>
              </c:pt>
              <c:pt idx="519">
                <c:v>0.20378865583518713</c:v>
              </c:pt>
              <c:pt idx="520">
                <c:v>0.20335969056453482</c:v>
              </c:pt>
              <c:pt idx="521">
                <c:v>0.2029297127562547</c:v>
              </c:pt>
              <c:pt idx="522">
                <c:v>0.20249872091621865</c:v>
              </c:pt>
              <c:pt idx="523">
                <c:v>0.20206671355867722</c:v>
              </c:pt>
              <c:pt idx="524">
                <c:v>0.20163368920665037</c:v>
              </c:pt>
              <c:pt idx="525">
                <c:v>0.20119964639232332</c:v>
              </c:pt>
              <c:pt idx="526">
                <c:v>0.2007645836574472</c:v>
              </c:pt>
              <c:pt idx="527">
                <c:v>0.20032849955374665</c:v>
              </c:pt>
              <c:pt idx="528">
                <c:v>0.19989139264333192</c:v>
              </c:pt>
              <c:pt idx="529">
                <c:v>0.19945326149911735</c:v>
              </c:pt>
              <c:pt idx="530">
                <c:v>0.19901410470524486</c:v>
              </c:pt>
              <c:pt idx="531">
                <c:v>0.19857392085751402</c:v>
              </c:pt>
              <c:pt idx="532">
                <c:v>0.19813270856381698</c:v>
              </c:pt>
              <c:pt idx="533">
                <c:v>0.19769046644457994</c:v>
              </c:pt>
              <c:pt idx="534">
                <c:v>0.19724719313320974</c:v>
              </c:pt>
              <c:pt idx="535">
                <c:v>0.1968028872765471</c:v>
              </c:pt>
              <c:pt idx="536">
                <c:v>0.19635754753532483</c:v>
              </c:pt>
              <c:pt idx="537">
                <c:v>0.19591117258463286</c:v>
              </c:pt>
              <c:pt idx="538">
                <c:v>0.19546376111438846</c:v>
              </c:pt>
              <c:pt idx="539">
                <c:v>0.1950153118298128</c:v>
              </c:pt>
              <c:pt idx="540">
                <c:v>0.19456582345191348</c:v>
              </c:pt>
              <c:pt idx="541">
                <c:v>0.19411529471797295</c:v>
              </c:pt>
              <c:pt idx="542">
                <c:v>0.19366372438204327</c:v>
              </c:pt>
              <c:pt idx="543">
                <c:v>0.19321111121544643</c:v>
              </c:pt>
              <c:pt idx="544">
                <c:v>0.1927574540072814</c:v>
              </c:pt>
              <c:pt idx="545">
                <c:v>0.1923027515649366</c:v>
              </c:pt>
              <c:pt idx="546">
                <c:v>0.19184700271460947</c:v>
              </c:pt>
              <c:pt idx="547">
                <c:v>0.1913902063018311</c:v>
              </c:pt>
              <c:pt idx="548">
                <c:v>0.19093236119199808</c:v>
              </c:pt>
              <c:pt idx="549">
                <c:v>0.19047346627090983</c:v>
              </c:pt>
              <c:pt idx="550">
                <c:v>0.19001352044531258</c:v>
              </c:pt>
              <c:pt idx="551">
                <c:v>0.18955252264344957</c:v>
              </c:pt>
              <c:pt idx="552">
                <c:v>0.18909047181561733</c:v>
              </c:pt>
              <c:pt idx="553">
                <c:v>0.18862736693472887</c:v>
              </c:pt>
              <c:pt idx="554">
                <c:v>0.1881632069968821</c:v>
              </c:pt>
              <c:pt idx="555">
                <c:v>0.18769799102193596</c:v>
              </c:pt>
              <c:pt idx="556">
                <c:v>0.18723171805409158</c:v>
              </c:pt>
              <c:pt idx="557">
                <c:v>0.18676438716248128</c:v>
              </c:pt>
              <c:pt idx="558">
                <c:v>0.18629599744176245</c:v>
              </c:pt>
              <c:pt idx="559">
                <c:v>0.18582654801271908</c:v>
              </c:pt>
              <c:pt idx="560">
                <c:v>0.18535603802286899</c:v>
              </c:pt>
              <c:pt idx="561">
                <c:v>0.18488446664707822</c:v>
              </c:pt>
              <c:pt idx="562">
                <c:v>0.1844118330881808</c:v>
              </c:pt>
              <c:pt idx="563">
                <c:v>0.1839381365776061</c:v>
              </c:pt>
              <c:pt idx="564">
                <c:v>0.18346337637601243</c:v>
              </c:pt>
              <c:pt idx="565">
                <c:v>0.18298755177392642</c:v>
              </c:pt>
              <c:pt idx="566">
                <c:v>0.18251066209238992</c:v>
              </c:pt>
              <c:pt idx="567">
                <c:v>0.18203270668361274</c:v>
              </c:pt>
              <c:pt idx="568">
                <c:v>0.18155368493163251</c:v>
              </c:pt>
              <c:pt idx="569">
                <c:v>0.18107359625298028</c:v>
              </c:pt>
              <c:pt idx="570">
                <c:v>0.18059244009735345</c:v>
              </c:pt>
              <c:pt idx="571">
                <c:v>0.18011021594829493</c:v>
              </c:pt>
              <c:pt idx="572">
                <c:v>0.17962692332387906</c:v>
              </c:pt>
              <c:pt idx="573">
                <c:v>0.17914256177740373</c:v>
              </c:pt>
              <c:pt idx="574">
                <c:v>0.17865713089808932</c:v>
              </c:pt>
              <c:pt idx="575">
                <c:v>0.17817063031178426</c:v>
              </c:pt>
              <c:pt idx="576">
                <c:v>0.17768305968167725</c:v>
              </c:pt>
              <c:pt idx="577">
                <c:v>0.17719441870901587</c:v>
              </c:pt>
              <c:pt idx="578">
                <c:v>0.17670470713383157</c:v>
              </c:pt>
              <c:pt idx="579">
                <c:v>0.17621392473567188</c:v>
              </c:pt>
              <c:pt idx="580">
                <c:v>0.1757220713343385</c:v>
              </c:pt>
              <c:pt idx="581">
                <c:v>0.17522914679063278</c:v>
              </c:pt>
              <c:pt idx="582">
                <c:v>0.17473515100710657</c:v>
              </c:pt>
              <c:pt idx="583">
                <c:v>0.174240083928821</c:v>
              </c:pt>
              <c:pt idx="584">
                <c:v>0.17374394554411055</c:v>
              </c:pt>
              <c:pt idx="585">
                <c:v>0.17324673588535477</c:v>
              </c:pt>
              <c:pt idx="586">
                <c:v>0.17274845502975583</c:v>
              </c:pt>
              <c:pt idx="587">
                <c:v>0.1722491031001228</c:v>
              </c:pt>
              <c:pt idx="588">
                <c:v>0.1717486802656622</c:v>
              </c:pt>
              <c:pt idx="589">
                <c:v>0.17124718674277556</c:v>
              </c:pt>
              <c:pt idx="590">
                <c:v>0.1707446227958634</c:v>
              </c:pt>
              <c:pt idx="591">
                <c:v>0.17024098873813467</c:v>
              </c:pt>
              <c:pt idx="592">
                <c:v>0.16973628493242437</c:v>
              </c:pt>
              <c:pt idx="593">
                <c:v>0.16923051179201576</c:v>
              </c:pt>
              <c:pt idx="594">
                <c:v>0.16872366978147058</c:v>
              </c:pt>
              <c:pt idx="595">
                <c:v>0.16821575941746447</c:v>
              </c:pt>
              <c:pt idx="596">
                <c:v>0.16770678126962946</c:v>
              </c:pt>
              <c:pt idx="597">
                <c:v>0.16719673596140228</c:v>
              </c:pt>
              <c:pt idx="598">
                <c:v>0.16668562417087954</c:v>
              </c:pt>
              <c:pt idx="599">
                <c:v>0.16617344663167888</c:v>
              </c:pt>
              <c:pt idx="600">
                <c:v>0.16566020413380583</c:v>
              </c:pt>
              <c:pt idx="601">
                <c:v>0.16514589752452835</c:v>
              </c:pt>
              <c:pt idx="602">
                <c:v>0.1646305277092559</c:v>
              </c:pt>
              <c:pt idx="603">
                <c:v>0.16411409565242546</c:v>
              </c:pt>
              <c:pt idx="604">
                <c:v>0.16359660237839413</c:v>
              </c:pt>
              <c:pt idx="605">
                <c:v>0.1630780489723367</c:v>
              </c:pt>
              <c:pt idx="606">
                <c:v>0.16255843658115005</c:v>
              </c:pt>
              <c:pt idx="607">
                <c:v>0.16203776641436346</c:v>
              </c:pt>
              <c:pt idx="608">
                <c:v>0.16151603974505424</c:v>
              </c:pt>
              <c:pt idx="609">
                <c:v>0.16099325791077035</c:v>
              </c:pt>
              <c:pt idx="610">
                <c:v>0.16046942231445793</c:v>
              </c:pt>
              <c:pt idx="611">
                <c:v>0.15994453442539508</c:v>
              </c:pt>
              <c:pt idx="612">
                <c:v>0.1594185957801312</c:v>
              </c:pt>
              <c:pt idx="613">
                <c:v>0.15889160798343216</c:v>
              </c:pt>
              <c:pt idx="614">
                <c:v>0.15836357270923135</c:v>
              </c:pt>
              <c:pt idx="615">
                <c:v>0.15783449170158556</c:v>
              </c:pt>
              <c:pt idx="616">
                <c:v>0.15730436677563753</c:v>
              </c:pt>
              <c:pt idx="617">
                <c:v>0.15677319981858273</c:v>
              </c:pt>
              <c:pt idx="618">
                <c:v>0.15624099279064269</c:v>
              </c:pt>
              <c:pt idx="619">
                <c:v>0.1557077477260427</c:v>
              </c:pt>
              <c:pt idx="620">
                <c:v>0.1551734667339956</c:v>
              </c:pt>
              <c:pt idx="621">
                <c:v>0.15463815199969036</c:v>
              </c:pt>
              <c:pt idx="622">
                <c:v>0.15410180578528576</c:v>
              </c:pt>
              <c:pt idx="623">
                <c:v>0.15356443043090928</c:v>
              </c:pt>
              <c:pt idx="624">
                <c:v>0.15302602835566106</c:v>
              </c:pt>
              <c:pt idx="625">
                <c:v>0.15248660205862263</c:v>
              </c:pt>
              <c:pt idx="626">
                <c:v>0.15194615411987059</c:v>
              </c:pt>
              <c:pt idx="627">
                <c:v>0.1514046872014946</c:v>
              </c:pt>
              <c:pt idx="628">
                <c:v>0.15086220404862122</c:v>
              </c:pt>
              <c:pt idx="629">
                <c:v>0.15031870749044068</c:v>
              </c:pt>
              <c:pt idx="630">
                <c:v>0.1497742004412396</c:v>
              </c:pt>
              <c:pt idx="631">
                <c:v>0.14922868590143712</c:v>
              </c:pt>
              <c:pt idx="632">
                <c:v>0.14868216695862616</c:v>
              </c:pt>
              <c:pt idx="633">
                <c:v>0.14813464678861815</c:v>
              </c:pt>
              <c:pt idx="634">
                <c:v>0.14758612865649257</c:v>
              </c:pt>
              <c:pt idx="635">
                <c:v>0.14703661591764955</c:v>
              </c:pt>
              <c:pt idx="636">
                <c:v>0.14648611201886774</c:v>
              </c:pt>
              <c:pt idx="637">
                <c:v>0.14593462049936481</c:v>
              </c:pt>
              <c:pt idx="638">
                <c:v>0.14538214499186214</c:v>
              </c:pt>
              <c:pt idx="639">
                <c:v>0.14482868922365316</c:v>
              </c:pt>
              <c:pt idx="640">
                <c:v>0.14427425701767477</c:v>
              </c:pt>
              <c:pt idx="641">
                <c:v>0.14371885229358294</c:v>
              </c:pt>
              <c:pt idx="642">
                <c:v>0.14316247906883062</c:v>
              </c:pt>
              <c:pt idx="643">
                <c:v>0.14260514145974917</c:v>
              </c:pt>
              <c:pt idx="644">
                <c:v>0.14204684368263304</c:v>
              </c:pt>
              <c:pt idx="645">
                <c:v>0.1414875900548268</c:v>
              </c:pt>
              <c:pt idx="646">
                <c:v>0.14092738499581564</c:v>
              </c:pt>
              <c:pt idx="647">
                <c:v>0.1403662330283174</c:v>
              </c:pt>
              <c:pt idx="648">
                <c:v>0.1398041387793781</c:v>
              </c:pt>
              <c:pt idx="649">
                <c:v>0.13924110698146955</c:v>
              </c:pt>
              <c:pt idx="650">
                <c:v>0.1386771424735886</c:v>
              </c:pt>
              <c:pt idx="651">
                <c:v>0.13811225020235912</c:v>
              </c:pt>
              <c:pt idx="652">
                <c:v>0.1375464352231357</c:v>
              </c:pt>
              <c:pt idx="653">
                <c:v>0.13697970270110865</c:v>
              </c:pt>
              <c:pt idx="654">
                <c:v>0.1364120579124115</c:v>
              </c:pt>
              <c:pt idx="655">
                <c:v>0.1358435062452289</c:v>
              </c:pt>
              <c:pt idx="656">
                <c:v>0.13527405320090666</c:v>
              </c:pt>
              <c:pt idx="657">
                <c:v>0.1347037043950626</c:v>
              </c:pt>
              <c:pt idx="658">
                <c:v>0.13413246555869807</c:v>
              </c:pt>
              <c:pt idx="659">
                <c:v>0.13356034253931084</c:v>
              </c:pt>
              <c:pt idx="660">
                <c:v>0.13298734130200807</c:v>
              </c:pt>
              <c:pt idx="661">
                <c:v>0.13241346793061992</c:v>
              </c:pt>
              <c:pt idx="662">
                <c:v>0.1318387286288139</c:v>
              </c:pt>
              <c:pt idx="663">
                <c:v>0.1312631297212083</c:v>
              </c:pt>
              <c:pt idx="664">
                <c:v>0.13068667765448636</c:v>
              </c:pt>
              <c:pt idx="665">
                <c:v>0.13010937899850988</c:v>
              </c:pt>
              <c:pt idx="666">
                <c:v>0.12953124044743236</c:v>
              </c:pt>
              <c:pt idx="667">
                <c:v>0.12895226882081126</c:v>
              </c:pt>
              <c:pt idx="668">
                <c:v>0.12837247106471988</c:v>
              </c:pt>
              <c:pt idx="669">
                <c:v>0.1277918542528576</c:v>
              </c:pt>
              <c:pt idx="670">
                <c:v>0.1272104255876593</c:v>
              </c:pt>
              <c:pt idx="671">
                <c:v>0.12662819240140294</c:v>
              </c:pt>
              <c:pt idx="672">
                <c:v>0.12604516215731573</c:v>
              </c:pt>
              <c:pt idx="673">
                <c:v>0.12546134245067805</c:v>
              </c:pt>
              <c:pt idx="674">
                <c:v>0.12487674100992587</c:v>
              </c:pt>
              <c:pt idx="675">
                <c:v>0.12429136569774984</c:v>
              </c:pt>
              <c:pt idx="676">
                <c:v>0.12370522451219265</c:v>
              </c:pt>
              <c:pt idx="677">
                <c:v>0.12311832558774323</c:v>
              </c:pt>
              <c:pt idx="678">
                <c:v>0.12253067719642786</c:v>
              </c:pt>
              <c:pt idx="679">
                <c:v>0.12194228774889812</c:v>
              </c:pt>
              <c:pt idx="680">
                <c:v>0.12135316579551526</c:v>
              </c:pt>
              <c:pt idx="681">
                <c:v>0.1207633200274308</c:v>
              </c:pt>
              <c:pt idx="682">
                <c:v>0.12017275927766297</c:v>
              </c:pt>
              <c:pt idx="683">
                <c:v>0.11958149252216914</c:v>
              </c:pt>
              <c:pt idx="684">
                <c:v>0.11898952888091367</c:v>
              </c:pt>
              <c:pt idx="685">
                <c:v>0.11839687761893063</c:v>
              </c:pt>
              <c:pt idx="686">
                <c:v>0.11780354814738181</c:v>
              </c:pt>
              <c:pt idx="687">
                <c:v>0.11720955002460945</c:v>
              </c:pt>
              <c:pt idx="688">
                <c:v>0.11661489295718315</c:v>
              </c:pt>
              <c:pt idx="689">
                <c:v>0.11601958680094085</c:v>
              </c:pt>
              <c:pt idx="690">
                <c:v>0.11542364156202385</c:v>
              </c:pt>
              <c:pt idx="691">
                <c:v>0.11482706739790556</c:v>
              </c:pt>
              <c:pt idx="692">
                <c:v>0.11422987461841286</c:v>
              </c:pt>
              <c:pt idx="693">
                <c:v>0.11363207368674119</c:v>
              </c:pt>
              <c:pt idx="694">
                <c:v>0.11303367522046202</c:v>
              </c:pt>
              <c:pt idx="695">
                <c:v>0.11243468999252239</c:v>
              </c:pt>
              <c:pt idx="696">
                <c:v>0.11183512893223695</c:v>
              </c:pt>
              <c:pt idx="697">
                <c:v>0.11123500312627173</c:v>
              </c:pt>
              <c:pt idx="698">
                <c:v>0.11063432381961921</c:v>
              </c:pt>
              <c:pt idx="699">
                <c:v>0.11003310241656444</c:v>
              </c:pt>
              <c:pt idx="700">
                <c:v>0.10943135048164211</c:v>
              </c:pt>
              <c:pt idx="701">
                <c:v>0.10882907974058437</c:v>
              </c:pt>
              <c:pt idx="702">
                <c:v>0.10822630208125811</c:v>
              </c:pt>
              <c:pt idx="703">
                <c:v>0.1076230295545926</c:v>
              </c:pt>
              <c:pt idx="704">
                <c:v>0.10701927437549695</c:v>
              </c:pt>
              <c:pt idx="705">
                <c:v>0.10641504892376527</c:v>
              </c:pt>
              <c:pt idx="706">
                <c:v>0.10581036574497246</c:v>
              </c:pt>
              <c:pt idx="707">
                <c:v>0.10520523755135705</c:v>
              </c:pt>
              <c:pt idx="708">
                <c:v>0.10459967722269298</c:v>
              </c:pt>
              <c:pt idx="709">
                <c:v>0.10399369780714819</c:v>
              </c:pt>
              <c:pt idx="710">
                <c:v>0.10338731252213161</c:v>
              </c:pt>
              <c:pt idx="711">
                <c:v>0.10278053475512632</c:v>
              </c:pt>
              <c:pt idx="712">
                <c:v>0.1021733780645096</c:v>
              </c:pt>
              <c:pt idx="713">
                <c:v>0.10156585618035928</c:v>
              </c:pt>
              <c:pt idx="714">
                <c:v>0.10095798300524575</c:v>
              </c:pt>
              <c:pt idx="715">
                <c:v>0.10034977261500953</c:v>
              </c:pt>
              <c:pt idx="716">
                <c:v>0.09974123925952379</c:v>
              </c:pt>
              <c:pt idx="717">
                <c:v>0.09913239736344175</c:v>
              </c:pt>
              <c:pt idx="718">
                <c:v>0.09852326152692789</c:v>
              </c:pt>
              <c:pt idx="719">
                <c:v>0.09791384652637361</c:v>
              </c:pt>
              <c:pt idx="720">
                <c:v>0.09730416731509565</c:v>
              </c:pt>
              <c:pt idx="721">
                <c:v>0.09669423902401797</c:v>
              </c:pt>
              <c:pt idx="722">
                <c:v>0.09608407696233635</c:v>
              </c:pt>
              <c:pt idx="723">
                <c:v>0.09547369661816434</c:v>
              </c:pt>
              <c:pt idx="724">
                <c:v>0.09486311365916211</c:v>
              </c:pt>
              <c:pt idx="725">
                <c:v>0.09425234393314554</c:v>
              </c:pt>
              <c:pt idx="726">
                <c:v>0.09364140346867682</c:v>
              </c:pt>
              <c:pt idx="727">
                <c:v>0.09303030847563516</c:v>
              </c:pt>
              <c:pt idx="728">
                <c:v>0.09241907534576749</c:v>
              </c:pt>
              <c:pt idx="729">
                <c:v>0.09180772065321885</c:v>
              </c:pt>
              <c:pt idx="730">
                <c:v>0.0911962611550416</c:v>
              </c:pt>
              <c:pt idx="731">
                <c:v>0.09058471379168309</c:v>
              </c:pt>
              <c:pt idx="732">
                <c:v>0.08997309568745195</c:v>
              </c:pt>
              <c:pt idx="733">
                <c:v>0.08936142415096146</c:v>
              </c:pt>
              <c:pt idx="734">
                <c:v>0.08874971667555027</c:v>
              </c:pt>
              <c:pt idx="735">
                <c:v>0.08813799093967997</c:v>
              </c:pt>
              <c:pt idx="736">
                <c:v>0.08752626480730849</c:v>
              </c:pt>
              <c:pt idx="737">
                <c:v>0.0869145563282394</c:v>
              </c:pt>
              <c:pt idx="738">
                <c:v>0.08630288373844638</c:v>
              </c:pt>
              <c:pt idx="739">
                <c:v>0.08569126546037242</c:v>
              </c:pt>
              <c:pt idx="740">
                <c:v>0.08507972010320276</c:v>
              </c:pt>
              <c:pt idx="741">
                <c:v>0.08446826646311223</c:v>
              </c:pt>
              <c:pt idx="742">
                <c:v>0.08385692352348512</c:v>
              </c:pt>
              <c:pt idx="743">
                <c:v>0.08324571045510773</c:v>
              </c:pt>
              <c:pt idx="744">
                <c:v>0.08263464661633338</c:v>
              </c:pt>
              <c:pt idx="745">
                <c:v>0.08202375155321852</c:v>
              </c:pt>
              <c:pt idx="746">
                <c:v>0.08141304499963017</c:v>
              </c:pt>
              <c:pt idx="747">
                <c:v>0.08080254687732356</c:v>
              </c:pt>
              <c:pt idx="748">
                <c:v>0.08019227729598989</c:v>
              </c:pt>
              <c:pt idx="749">
                <c:v>0.0795822565532735</c:v>
              </c:pt>
              <c:pt idx="750">
                <c:v>0.07897250513475741</c:v>
              </c:pt>
              <c:pt idx="751">
                <c:v>0.0783630437139178</c:v>
              </c:pt>
              <c:pt idx="752">
                <c:v>0.07775389315204552</c:v>
              </c:pt>
              <c:pt idx="753">
                <c:v>0.07714507449813504</c:v>
              </c:pt>
              <c:pt idx="754">
                <c:v>0.0765366089887399</c:v>
              </c:pt>
              <c:pt idx="755">
                <c:v>0.07592851804779395</c:v>
              </c:pt>
              <c:pt idx="756">
                <c:v>0.07532082328639822</c:v>
              </c:pt>
              <c:pt idx="757">
                <c:v>0.07471354650257206</c:v>
              </c:pt>
              <c:pt idx="758">
                <c:v>0.0741067096809691</c:v>
              </c:pt>
              <c:pt idx="759">
                <c:v>0.07350033499255604</c:v>
              </c:pt>
              <c:pt idx="760">
                <c:v>0.07289444479425528</c:v>
              </c:pt>
              <c:pt idx="761">
                <c:v>0.07228906162854887</c:v>
              </c:pt>
              <c:pt idx="762">
                <c:v>0.07168420822304504</c:v>
              </c:pt>
              <c:pt idx="763">
                <c:v>0.07107990749000538</c:v>
              </c:pt>
              <c:pt idx="764">
                <c:v>0.07047618252583271</c:v>
              </c:pt>
              <c:pt idx="765">
                <c:v>0.06987305661051846</c:v>
              </c:pt>
              <c:pt idx="766">
                <c:v>0.06927055320704979</c:v>
              </c:pt>
              <c:pt idx="767">
                <c:v>0.06866869596077495</c:v>
              </c:pt>
              <c:pt idx="768">
                <c:v>0.06806750869872648</c:v>
              </c:pt>
              <c:pt idx="769">
                <c:v>0.06746701542890189</c:v>
              </c:pt>
              <c:pt idx="770">
                <c:v>0.06686724033950103</c:v>
              </c:pt>
              <c:pt idx="771">
                <c:v>0.06626820779811912</c:v>
              </c:pt>
              <c:pt idx="772">
                <c:v>0.06566994235089528</c:v>
              </c:pt>
              <c:pt idx="773">
                <c:v>0.06507246872161596</c:v>
              </c:pt>
              <c:pt idx="774">
                <c:v>0.06447581181077153</c:v>
              </c:pt>
              <c:pt idx="775">
                <c:v>0.06387999669456719</c:v>
              </c:pt>
              <c:pt idx="776">
                <c:v>0.06328504862388579</c:v>
              </c:pt>
              <c:pt idx="777">
                <c:v>0.06269099302320254</c:v>
              </c:pt>
              <c:pt idx="778">
                <c:v>0.0620978554894515</c:v>
              </c:pt>
              <c:pt idx="779">
                <c:v>0.06150566179084209</c:v>
              </c:pt>
              <c:pt idx="780">
                <c:v>0.06091443786562571</c:v>
              </c:pt>
              <c:pt idx="781">
                <c:v>0.06032420982081127</c:v>
              </c:pt>
              <c:pt idx="782">
                <c:v>0.059735003930829506</c:v>
              </c:pt>
              <c:pt idx="783">
                <c:v>0.059146846636144626</c:v>
              </c:pt>
              <c:pt idx="784">
                <c:v>0.058559764541813025</c:v>
              </c:pt>
              <c:pt idx="785">
                <c:v>0.057973784415988855</c:v>
              </c:pt>
              <c:pt idx="786">
                <c:v>0.05738893318837415</c:v>
              </c:pt>
              <c:pt idx="787">
                <c:v>0.056805237948614584</c:v>
              </c:pt>
              <c:pt idx="788">
                <c:v>0.0562227259446392</c:v>
              </c:pt>
              <c:pt idx="789">
                <c:v>0.05564142458094304</c:v>
              </c:pt>
              <c:pt idx="790">
                <c:v>0.05506136141681309</c:v>
              </c:pt>
              <c:pt idx="791">
                <c:v>0.05448256416449561</c:v>
              </c:pt>
              <c:pt idx="792">
                <c:v>0.053905060687304704</c:v>
              </c:pt>
              <c:pt idx="793">
                <c:v>0.05332887899767147</c:v>
              </c:pt>
              <c:pt idx="794">
                <c:v>0.05275404725513266</c:v>
              </c:pt>
              <c:pt idx="795">
                <c:v>0.052180593764258154</c:v>
              </c:pt>
              <c:pt idx="796">
                <c:v>0.051608546972516586</c:v>
              </c:pt>
              <c:pt idx="797">
                <c:v>0.051037935468078624</c:v>
              </c:pt>
              <c:pt idx="798">
                <c:v>0.05046878797755611</c:v>
              </c:pt>
              <c:pt idx="799">
                <c:v>0.04990113336367802</c:v>
              </c:pt>
              <c:pt idx="800">
                <c:v>0.04933500062290069</c:v>
              </c:pt>
              <c:pt idx="801">
                <c:v>0.0487704188829525</c:v>
              </c:pt>
              <c:pt idx="802">
                <c:v>0.0482074174003122</c:v>
              </c:pt>
              <c:pt idx="803">
                <c:v>0.047646025557619945</c:v>
              </c:pt>
              <c:pt idx="804">
                <c:v>0.0470862728610201</c:v>
              </c:pt>
              <c:pt idx="805">
                <c:v>0.046528188937435155</c:v>
              </c:pt>
              <c:pt idx="806">
                <c:v>0.045971803531770244</c:v>
              </c:pt>
              <c:pt idx="807">
                <c:v>0.045417146504046976</c:v>
              </c:pt>
              <c:pt idx="808">
                <c:v>0.04486424782646606</c:v>
              </c:pt>
              <c:pt idx="809">
                <c:v>0.04431313758039804</c:v>
              </c:pt>
              <c:pt idx="810">
                <c:v>0.04376384595330088</c:v>
              </c:pt>
              <c:pt idx="811">
                <c:v>0.04321640323556426</c:v>
              </c:pt>
              <c:pt idx="812">
                <c:v>0.042670839817279205</c:v>
              </c:pt>
              <c:pt idx="813">
                <c:v>0.042127186184932386</c:v>
              </c:pt>
              <c:pt idx="814">
                <c:v>0.04158547291802479</c:v>
              </c:pt>
              <c:pt idx="815">
                <c:v>0.04104573068561257</c:v>
              </c:pt>
              <c:pt idx="816">
                <c:v>0.04050799024277146</c:v>
              </c:pt>
              <c:pt idx="817">
                <c:v>0.03997228242698174</c:v>
              </c:pt>
              <c:pt idx="818">
                <c:v>0.03943863815443413</c:v>
              </c:pt>
              <c:pt idx="819">
                <c:v>0.038907088416255634</c:v>
              </c:pt>
              <c:pt idx="820">
                <c:v>0.0383776642746544</c:v>
              </c:pt>
              <c:pt idx="821">
                <c:v>0.03785039685898278</c:v>
              </c:pt>
              <c:pt idx="822">
                <c:v>0.03732531736171778</c:v>
              </c:pt>
              <c:pt idx="823">
                <c:v>0.036802457034357874</c:v>
              </c:pt>
              <c:pt idx="824">
                <c:v>0.03628184718323621</c:v>
              </c:pt>
              <c:pt idx="825">
                <c:v>0.035763519165247865</c:v>
              </c:pt>
              <c:pt idx="826">
                <c:v>0.035247504383492015</c:v>
              </c:pt>
              <c:pt idx="827">
                <c:v>0.03473383428282663</c:v>
              </c:pt>
              <c:pt idx="828">
                <c:v>0.03422254034533645</c:v>
              </c:pt>
              <c:pt idx="829">
                <c:v>0.03371365408571182</c:v>
              </c:pt>
              <c:pt idx="830">
                <c:v>0.03320720704653883</c:v>
              </c:pt>
              <c:pt idx="831">
                <c:v>0.03270323079349911</c:v>
              </c:pt>
              <c:pt idx="832">
                <c:v>0.032201756910479135</c:v>
              </c:pt>
              <c:pt idx="833">
                <c:v>0.031702816994587574</c:v>
              </c:pt>
              <c:pt idx="834">
                <c:v>0.031206442651079982</c:v>
              </c:pt>
              <c:pt idx="835">
                <c:v>0.030712665488190766</c:v>
              </c:pt>
              <c:pt idx="836">
                <c:v>0.030221517111870405</c:v>
              </c:pt>
              <c:pt idx="837">
                <c:v>0.029733029120428037</c:v>
              </c:pt>
              <c:pt idx="838">
                <c:v>0.029247233099078188</c:v>
              </c:pt>
              <c:pt idx="839">
                <c:v>0.02876416061439073</c:v>
              </c:pt>
              <c:pt idx="840">
                <c:v>0.02828384320864366</c:v>
              </c:pt>
              <c:pt idx="841">
                <c:v>0.027806312394077493</c:v>
              </c:pt>
              <c:pt idx="842">
                <c:v>0.027331599647050717</c:v>
              </c:pt>
              <c:pt idx="843">
                <c:v>0.026859736402095116</c:v>
              </c:pt>
              <c:pt idx="844">
                <c:v>0.026390754045870726</c:v>
              </c:pt>
              <c:pt idx="845">
                <c:v>0.025924683911019153</c:v>
              </c:pt>
              <c:pt idx="846">
                <c:v>0.02546155726991438</c:v>
              </c:pt>
              <c:pt idx="847">
                <c:v>0.025001405328311077</c:v>
              </c:pt>
              <c:pt idx="848">
                <c:v>0.024544259218888337</c:v>
              </c:pt>
              <c:pt idx="849">
                <c:v>0.024090149994689086</c:v>
              </c:pt>
              <c:pt idx="850">
                <c:v>0.023639108622453817</c:v>
              </c:pt>
              <c:pt idx="851">
                <c:v>0.02319116597584836</c:v>
              </c:pt>
              <c:pt idx="852">
                <c:v>0.022746352828584157</c:v>
              </c:pt>
              <c:pt idx="853">
                <c:v>0.022304699847431053</c:v>
              </c:pt>
              <c:pt idx="854">
                <c:v>0.02186623758512092</c:v>
              </c:pt>
              <c:pt idx="855">
                <c:v>0.021430996473142755</c:v>
              </c:pt>
              <c:pt idx="856">
                <c:v>0.02099900681442657</c:v>
              </c:pt>
              <c:pt idx="857">
                <c:v>0.020570298775917206</c:v>
              </c:pt>
              <c:pt idx="858">
                <c:v>0.02014490238103582</c:v>
              </c:pt>
              <c:pt idx="859">
                <c:v>0.01972284750202924</c:v>
              </c:pt>
              <c:pt idx="860">
                <c:v>0.019304163852205986</c:v>
              </c:pt>
              <c:pt idx="861">
                <c:v>0.01888888097805834</c:v>
              </c:pt>
              <c:pt idx="862">
                <c:v>0.018477028251269706</c:v>
              </c:pt>
              <c:pt idx="863">
                <c:v>0.018068634860606586</c:v>
              </c:pt>
              <c:pt idx="864">
                <c:v>0.01766372980369431</c:v>
              </c:pt>
              <c:pt idx="865">
                <c:v>0.017262341878675883</c:v>
              </c:pt>
              <c:pt idx="866">
                <c:v>0.01686449967575332</c:v>
              </c:pt>
              <c:pt idx="867">
                <c:v>0.016470231568610563</c:v>
              </c:pt>
              <c:pt idx="868">
                <c:v>0.016079565705717364</c:v>
              </c:pt>
              <c:pt idx="869">
                <c:v>0.015692530001513633</c:v>
              </c:pt>
              <c:pt idx="870">
                <c:v>0.015309152127473302</c:v>
              </c:pt>
              <c:pt idx="871">
                <c:v>0.014929459503046985</c:v>
              </c:pt>
              <c:pt idx="872">
                <c:v>0.014553479286483081</c:v>
              </c:pt>
              <c:pt idx="873">
                <c:v>0.014181238365526372</c:v>
              </c:pt>
              <c:pt idx="874">
                <c:v>0.013812763347993723</c:v>
              </c:pt>
              <c:pt idx="875">
                <c:v>0.013448080552225808</c:v>
              </c:pt>
              <c:pt idx="876">
                <c:v>0.0130872159974149</c:v>
              </c:pt>
              <c:pt idx="877">
                <c:v>0.012730195393807084</c:v>
              </c:pt>
              <c:pt idx="878">
                <c:v>0.012377044132779735</c:v>
              </c:pt>
              <c:pt idx="879">
                <c:v>0.012027787276792073</c:v>
              </c:pt>
              <c:pt idx="880">
                <c:v>0.011682449549209495</c:v>
              </c:pt>
              <c:pt idx="881">
                <c:v>0.011341055323999913</c:v>
              </c:pt>
              <c:pt idx="882">
                <c:v>0.011003628615303074</c:v>
              </c:pt>
              <c:pt idx="883">
                <c:v>0.010670193066870476</c:v>
              </c:pt>
              <c:pt idx="884">
                <c:v>0.01034077194137685</c:v>
              </c:pt>
              <c:pt idx="885">
                <c:v>0.010015388109601786</c:v>
              </c:pt>
              <c:pt idx="886">
                <c:v>0.009694064039481531</c:v>
              </c:pt>
              <c:pt idx="887">
                <c:v>0.009376821785029549</c:v>
              </c:pt>
              <c:pt idx="888">
                <c:v>0.009063682975127038</c:v>
              </c:pt>
              <c:pt idx="889">
                <c:v>0.008754668802180482</c:v>
              </c:pt>
              <c:pt idx="890">
                <c:v>0.008449800010648628</c:v>
              </c:pt>
              <c:pt idx="891">
                <c:v>0.00814909688543533</c:v>
              </c:pt>
              <c:pt idx="892">
                <c:v>0.007852579240151078</c:v>
              </c:pt>
              <c:pt idx="893">
                <c:v>0.007560266405239449</c:v>
              </c:pt>
              <c:pt idx="894">
                <c:v>0.007272177215971301</c:v>
              </c:pt>
              <c:pt idx="895">
                <c:v>0.006988330000303342</c:v>
              </c:pt>
              <c:pt idx="896">
                <c:v>0.006708742566603171</c:v>
              </c:pt>
              <c:pt idx="897">
                <c:v>0.006433432191238625</c:v>
              </c:pt>
              <c:pt idx="898">
                <c:v>0.006162415606032243</c:v>
              </c:pt>
              <c:pt idx="899">
                <c:v>0.0058957089855796035</c:v>
              </c:pt>
              <c:pt idx="900">
                <c:v>0.005633327934432095</c:v>
              </c:pt>
              <c:pt idx="901">
                <c:v>0.0053752874741431755</c:v>
              </c:pt>
              <c:pt idx="902">
                <c:v>0.005121602030177919</c:v>
              </c:pt>
              <c:pt idx="903">
                <c:v>0.0048722854186860065</c:v>
              </c:pt>
              <c:pt idx="904">
                <c:v>0.00462735083313745</c:v>
              </c:pt>
              <c:pt idx="905">
                <c:v>0.004386810830820875</c:v>
              </c:pt>
              <c:pt idx="906">
                <c:v>0.00415067731920421</c:v>
              </c:pt>
              <c:pt idx="907">
                <c:v>0.0039189615421584</c:v>
              </c:pt>
              <c:pt idx="908">
                <c:v>0.0036916740660417335</c:v>
              </c:pt>
              <c:pt idx="909">
                <c:v>0.0034688247656478183</c:v>
              </c:pt>
              <c:pt idx="910">
                <c:v>0.003250422810013684</c:v>
              </c:pt>
              <c:pt idx="911">
                <c:v>0.003036476648091216</c:v>
              </c:pt>
              <c:pt idx="912">
                <c:v>0.002826993994278576</c:v>
              </c:pt>
              <c:pt idx="913">
                <c:v>0.0026219818138148165</c:v>
              </c:pt>
              <c:pt idx="914">
                <c:v>0.0024214463080343696</c:v>
              </c:pt>
              <c:pt idx="915">
                <c:v>0.0022253928994844657</c:v>
              </c:pt>
              <c:pt idx="916">
                <c:v>0.002033826216902672</c:v>
              </c:pt>
              <c:pt idx="917">
                <c:v>0.0018467500800572953</c:v>
              </c:pt>
              <c:pt idx="918">
                <c:v>0.0016641674844481494</c:v>
              </c:pt>
              <c:pt idx="919">
                <c:v>0.0014860805858697493</c:v>
              </c:pt>
              <c:pt idx="920">
                <c:v>0.0013124906848357917</c:v>
              </c:pt>
              <c:pt idx="921">
                <c:v>0.0011433982108657662</c:v>
              </c:pt>
              <c:pt idx="922">
                <c:v>0.0009788027066331764</c:v>
              </c:pt>
              <c:pt idx="923">
                <c:v>0.0008187028119767126</c:v>
              </c:pt>
              <c:pt idx="924">
                <c:v>0.0006630962477724989</c:v>
              </c:pt>
              <c:pt idx="925">
                <c:v>0.0005119797996707143</c:v>
              </c:pt>
              <c:pt idx="926">
                <c:v>0.0003653493016930534</c:v>
              </c:pt>
              <c:pt idx="927">
                <c:v>0.0002231996196954411</c:v>
              </c:pt>
              <c:pt idx="928">
                <c:v>8.552463469218424E-05</c:v>
              </c:pt>
              <c:pt idx="929">
                <c:v>-4.7682773954164925E-05</c:v>
              </c:pt>
              <c:pt idx="930">
                <c:v>-0.0001764307454806477</c:v>
              </c:pt>
              <c:pt idx="931">
                <c:v>-0.00030072845480509647</c:v>
              </c:pt>
              <c:pt idx="932">
                <c:v>-0.0004205861297444241</c:v>
              </c:pt>
              <c:pt idx="933">
                <c:v>-0.0005360150683657375</c:v>
              </c:pt>
              <c:pt idx="934">
                <c:v>-0.0006470276564724195</c:v>
              </c:pt>
              <c:pt idx="935">
                <c:v>-0.0007536373852232506</c:v>
              </c:pt>
              <c:pt idx="936">
                <c:v>-0.0008558588688847846</c:v>
              </c:pt>
              <c:pt idx="937">
                <c:v>-0.0009537078627161813</c:v>
              </c:pt>
              <c:pt idx="938">
                <c:v>-0.0010472012809845388</c:v>
              </c:pt>
              <c:pt idx="939">
                <c:v>-0.0011363572151136536</c:v>
              </c:pt>
              <c:pt idx="940">
                <c:v>-0.0012211949519602763</c:v>
              </c:pt>
              <c:pt idx="941">
                <c:v>-0.001301734992222546</c:v>
              </c:pt>
              <c:pt idx="942">
                <c:v>-0.0013779990689755314</c:v>
              </c:pt>
              <c:pt idx="943">
                <c:v>-0.0014500101663359258</c:v>
              </c:pt>
              <c:pt idx="944">
                <c:v>-0.0015177925382531474</c:v>
              </c:pt>
              <c:pt idx="945">
                <c:v>-0.001581371727427526</c:v>
              </c:pt>
              <c:pt idx="946">
                <c:v>-0.0016407745843533966</c:v>
              </c:pt>
              <c:pt idx="947">
                <c:v>-0.001696029286487051</c:v>
              </c:pt>
              <c:pt idx="948">
                <c:v>-0.0017471653575376542</c:v>
              </c:pt>
              <c:pt idx="949">
                <c:v>-0.0017942136868816724</c:v>
              </c:pt>
              <c:pt idx="950">
                <c:v>-0.0018372065490973172</c:v>
              </c:pt>
              <c:pt idx="951">
                <c:v>-0.0018761776236208422</c:v>
              </c:pt>
              <c:pt idx="952">
                <c:v>-0.001911162014520136</c:v>
              </c:pt>
              <c:pt idx="953">
                <c:v>-0.0019421962703886075</c:v>
              </c:pt>
              <c:pt idx="954">
                <c:v>-0.0019693184043532777</c:v>
              </c:pt>
              <c:pt idx="955">
                <c:v>-0.001992567914200688</c:v>
              </c:pt>
              <c:pt idx="956">
                <c:v>-0.0020119858026149337</c:v>
              </c:pt>
              <c:pt idx="957">
                <c:v>-0.002027614597530175</c:v>
              </c:pt>
              <c:pt idx="958">
                <c:v>-0.0020394983725931168</c:v>
              </c:pt>
              <c:pt idx="959">
                <c:v>-0.0020476827677367443</c:v>
              </c:pt>
              <c:pt idx="960">
                <c:v>-0.0020522150098609276</c:v>
              </c:pt>
              <c:pt idx="961">
                <c:v>-0.002053143933621715</c:v>
              </c:pt>
              <c:pt idx="962">
                <c:v>-0.0020505200023247447</c:v>
              </c:pt>
              <c:pt idx="963">
                <c:v>-0.0020443953289220156</c:v>
              </c:pt>
              <c:pt idx="964">
                <c:v>-0.0020348236971125533</c:v>
              </c:pt>
              <c:pt idx="965">
                <c:v>-0.002021860582540523</c:v>
              </c:pt>
              <c:pt idx="966">
                <c:v>-0.0020055631740948134</c:v>
              </c:pt>
              <c:pt idx="967">
                <c:v>-0.001985990395302596</c:v>
              </c:pt>
              <c:pt idx="968">
                <c:v>-0.0019632029258201157</c:v>
              </c:pt>
              <c:pt idx="969">
                <c:v>-0.0019372632230139318</c:v>
              </c:pt>
              <c:pt idx="970">
                <c:v>-0.0019082355436354018</c:v>
              </c:pt>
              <c:pt idx="971">
                <c:v>-0.0018761859655818496</c:v>
              </c:pt>
              <c:pt idx="972">
                <c:v>-0.0018411824097462406</c:v>
              </c:pt>
              <c:pt idx="973">
                <c:v>-0.0018032946619505677</c:v>
              </c:pt>
              <c:pt idx="974">
                <c:v>-0.0017625943949613407</c:v>
              </c:pt>
              <c:pt idx="975">
                <c:v>-0.0017191551905867929</c:v>
              </c:pt>
              <c:pt idx="976">
                <c:v>-0.0016730525618500018</c:v>
              </c:pt>
              <c:pt idx="977">
                <c:v>-0.001624363975239379</c:v>
              </c:pt>
              <c:pt idx="978">
                <c:v>-0.0015731688730306788</c:v>
              </c:pt>
              <c:pt idx="979">
                <c:v>-0.0015195486956813206</c:v>
              </c:pt>
              <c:pt idx="980">
                <c:v>-0.001463586904291013</c:v>
              </c:pt>
              <c:pt idx="981">
                <c:v>-0.0014053690031301906</c:v>
              </c:pt>
              <c:pt idx="982">
                <c:v>-0.0013449825622284684</c:v>
              </c:pt>
              <c:pt idx="983">
                <c:v>-0.0012825172400268633</c:v>
              </c:pt>
              <c:pt idx="984">
                <c:v>-0.001218064806083767</c:v>
              </c:pt>
              <c:pt idx="985">
                <c:v>-0.0011517191638389032</c:v>
              </c:pt>
              <c:pt idx="986">
                <c:v>-0.0010835763734263308</c:v>
              </c:pt>
              <c:pt idx="987">
                <c:v>-0.0010137346745386737</c:v>
              </c:pt>
              <c:pt idx="988">
                <c:v>-0.0009422945093347564</c:v>
              </c:pt>
              <c:pt idx="989">
                <c:v>-0.0008693585453922806</c:v>
              </c:pt>
              <c:pt idx="990">
                <c:v>-0.0007950316986982033</c:v>
              </c:pt>
              <c:pt idx="991">
                <c:v>-0.0007194211566774319</c:v>
              </c:pt>
              <c:pt idx="992">
                <c:v>-0.0006426364012524577</c:v>
              </c:pt>
              <c:pt idx="993">
                <c:v>-0.0005647892319354236</c:v>
              </c:pt>
              <c:pt idx="994">
                <c:v>-0.000485993788944066</c:v>
              </c:pt>
              <c:pt idx="995">
                <c:v>-0.0004063665763427548</c:v>
              </c:pt>
              <c:pt idx="996">
                <c:v>-0.00032602648520166453</c:v>
              </c:pt>
              <c:pt idx="997">
                <c:v>-0.0002450948167728507</c:v>
              </c:pt>
              <c:pt idx="998">
                <c:v>-0.0001636953056771322</c:v>
              </c:pt>
              <c:pt idx="999">
                <c:v>-8.195414310185835E-05</c:v>
              </c:pt>
              <c:pt idx="1000">
                <c:v>-2.1457015383539288E-19</c:v>
              </c:pt>
            </c:numLit>
          </c:yVal>
        </c:ser>
        <c:ser>
          <c:idx val="3"/>
          <c:order val="3"/>
          <c:tx>
            <c:v>Phase 0.75</c:v>
          </c:tx>
          <c:spPr>
            <a:ln xmlns:a="http://schemas.openxmlformats.org/drawingml/2006/main" w="23813">
              <a:solidFill>
                <a:srgbClr val="172B42"/>
              </a:solidFill>
            </a:ln>
          </c:spPr>
          <c:marker>
            <c:symbol val="none"/>
          </c:marker>
          <c:xVal>
            <c:numLit>
              <c:formatCode>General</c:formatCode>
              <c:ptCount val="1001"/>
              <c:pt idx="0">
                <c:v>0</c:v>
              </c:pt>
              <c:pt idx="1">
                <c:v>0.001</c:v>
              </c:pt>
              <c:pt idx="2">
                <c:v>0.002</c:v>
              </c:pt>
              <c:pt idx="3">
                <c:v>0.003</c:v>
              </c:pt>
              <c:pt idx="4">
                <c:v>0.004</c:v>
              </c:pt>
              <c:pt idx="5">
                <c:v>0.005</c:v>
              </c:pt>
              <c:pt idx="6">
                <c:v>0.006</c:v>
              </c:pt>
              <c:pt idx="7">
                <c:v>0.007000000000000001</c:v>
              </c:pt>
              <c:pt idx="8">
                <c:v>0.008</c:v>
              </c:pt>
              <c:pt idx="9">
                <c:v>0.009000000000000001</c:v>
              </c:pt>
              <c:pt idx="10">
                <c:v>0.01</c:v>
              </c:pt>
              <c:pt idx="11">
                <c:v>0.011</c:v>
              </c:pt>
              <c:pt idx="12">
                <c:v>0.012</c:v>
              </c:pt>
              <c:pt idx="13">
                <c:v>0.013000000000000001</c:v>
              </c:pt>
              <c:pt idx="14">
                <c:v>0.014000000000000002</c:v>
              </c:pt>
              <c:pt idx="15">
                <c:v>0.014999999999999998</c:v>
              </c:pt>
              <c:pt idx="16">
                <c:v>0.016</c:v>
              </c:pt>
              <c:pt idx="17">
                <c:v>0.017</c:v>
              </c:pt>
              <c:pt idx="18">
                <c:v>0.018000000000000002</c:v>
              </c:pt>
              <c:pt idx="19">
                <c:v>0.019</c:v>
              </c:pt>
              <c:pt idx="20">
                <c:v>0.02</c:v>
              </c:pt>
              <c:pt idx="21">
                <c:v>0.021</c:v>
              </c:pt>
              <c:pt idx="22">
                <c:v>0.022</c:v>
              </c:pt>
              <c:pt idx="23">
                <c:v>0.023</c:v>
              </c:pt>
              <c:pt idx="24">
                <c:v>0.024</c:v>
              </c:pt>
              <c:pt idx="25">
                <c:v>0.025</c:v>
              </c:pt>
              <c:pt idx="26">
                <c:v>0.026000000000000002</c:v>
              </c:pt>
              <c:pt idx="27">
                <c:v>0.027</c:v>
              </c:pt>
              <c:pt idx="28">
                <c:v>0.028000000000000004</c:v>
              </c:pt>
              <c:pt idx="29">
                <c:v>0.028999999999999998</c:v>
              </c:pt>
              <c:pt idx="30">
                <c:v>0.029999999999999995</c:v>
              </c:pt>
              <c:pt idx="31">
                <c:v>0.031</c:v>
              </c:pt>
              <c:pt idx="32">
                <c:v>0.032</c:v>
              </c:pt>
              <c:pt idx="33">
                <c:v>0.033</c:v>
              </c:pt>
              <c:pt idx="34">
                <c:v>0.034</c:v>
              </c:pt>
              <c:pt idx="35">
                <c:v>0.035</c:v>
              </c:pt>
              <c:pt idx="36">
                <c:v>0.036000000000000004</c:v>
              </c:pt>
              <c:pt idx="37">
                <c:v>0.037</c:v>
              </c:pt>
              <c:pt idx="38">
                <c:v>0.038</c:v>
              </c:pt>
              <c:pt idx="39">
                <c:v>0.039</c:v>
              </c:pt>
              <c:pt idx="40">
                <c:v>0.04</c:v>
              </c:pt>
              <c:pt idx="41">
                <c:v>0.041</c:v>
              </c:pt>
              <c:pt idx="42">
                <c:v>0.042</c:v>
              </c:pt>
              <c:pt idx="43">
                <c:v>0.043000000000000003</c:v>
              </c:pt>
              <c:pt idx="44">
                <c:v>0.044</c:v>
              </c:pt>
              <c:pt idx="45">
                <c:v>0.045</c:v>
              </c:pt>
              <c:pt idx="46">
                <c:v>0.046</c:v>
              </c:pt>
              <c:pt idx="47">
                <c:v>0.047</c:v>
              </c:pt>
              <c:pt idx="48">
                <c:v>0.048</c:v>
              </c:pt>
              <c:pt idx="49">
                <c:v>0.048999999999999995</c:v>
              </c:pt>
              <c:pt idx="50">
                <c:v>0.05</c:v>
              </c:pt>
              <c:pt idx="51">
                <c:v>0.051000000000000004</c:v>
              </c:pt>
              <c:pt idx="52">
                <c:v>0.052000000000000005</c:v>
              </c:pt>
              <c:pt idx="53">
                <c:v>0.053</c:v>
              </c:pt>
              <c:pt idx="54">
                <c:v>0.054</c:v>
              </c:pt>
              <c:pt idx="55">
                <c:v>0.055</c:v>
              </c:pt>
              <c:pt idx="56">
                <c:v>0.05600000000000001</c:v>
              </c:pt>
              <c:pt idx="57">
                <c:v>0.05700000000000001</c:v>
              </c:pt>
              <c:pt idx="58">
                <c:v>0.057999999999999996</c:v>
              </c:pt>
              <c:pt idx="59">
                <c:v>0.059000000000000004</c:v>
              </c:pt>
              <c:pt idx="60">
                <c:v>0.05999999999999999</c:v>
              </c:pt>
              <c:pt idx="61">
                <c:v>0.061</c:v>
              </c:pt>
              <c:pt idx="62">
                <c:v>0.062</c:v>
              </c:pt>
              <c:pt idx="63">
                <c:v>0.063</c:v>
              </c:pt>
              <c:pt idx="64">
                <c:v>0.064</c:v>
              </c:pt>
              <c:pt idx="65">
                <c:v>0.065</c:v>
              </c:pt>
              <c:pt idx="66">
                <c:v>0.066</c:v>
              </c:pt>
              <c:pt idx="67">
                <c:v>0.067</c:v>
              </c:pt>
              <c:pt idx="68">
                <c:v>0.068</c:v>
              </c:pt>
              <c:pt idx="69">
                <c:v>0.069</c:v>
              </c:pt>
              <c:pt idx="70">
                <c:v>0.07</c:v>
              </c:pt>
              <c:pt idx="71">
                <c:v>0.07100000000000001</c:v>
              </c:pt>
              <c:pt idx="72">
                <c:v>0.07200000000000001</c:v>
              </c:pt>
              <c:pt idx="73">
                <c:v>0.073</c:v>
              </c:pt>
              <c:pt idx="74">
                <c:v>0.074</c:v>
              </c:pt>
              <c:pt idx="75">
                <c:v>0.075</c:v>
              </c:pt>
              <c:pt idx="76">
                <c:v>0.076</c:v>
              </c:pt>
              <c:pt idx="77">
                <c:v>0.077</c:v>
              </c:pt>
              <c:pt idx="78">
                <c:v>0.078</c:v>
              </c:pt>
              <c:pt idx="79">
                <c:v>0.079</c:v>
              </c:pt>
              <c:pt idx="80">
                <c:v>0.08</c:v>
              </c:pt>
              <c:pt idx="81">
                <c:v>0.081</c:v>
              </c:pt>
              <c:pt idx="82">
                <c:v>0.082</c:v>
              </c:pt>
              <c:pt idx="83">
                <c:v>0.083</c:v>
              </c:pt>
              <c:pt idx="84">
                <c:v>0.084</c:v>
              </c:pt>
              <c:pt idx="85">
                <c:v>0.085</c:v>
              </c:pt>
              <c:pt idx="86">
                <c:v>0.08600000000000001</c:v>
              </c:pt>
              <c:pt idx="87">
                <c:v>0.08700000000000001</c:v>
              </c:pt>
              <c:pt idx="88">
                <c:v>0.088</c:v>
              </c:pt>
              <c:pt idx="89">
                <c:v>0.089</c:v>
              </c:pt>
              <c:pt idx="90">
                <c:v>0.09</c:v>
              </c:pt>
              <c:pt idx="91">
                <c:v>0.091</c:v>
              </c:pt>
              <c:pt idx="92">
                <c:v>0.092</c:v>
              </c:pt>
              <c:pt idx="93">
                <c:v>0.093</c:v>
              </c:pt>
              <c:pt idx="94">
                <c:v>0.094</c:v>
              </c:pt>
              <c:pt idx="95">
                <c:v>0.095</c:v>
              </c:pt>
              <c:pt idx="96">
                <c:v>0.096</c:v>
              </c:pt>
              <c:pt idx="97">
                <c:v>0.097</c:v>
              </c:pt>
              <c:pt idx="98">
                <c:v>0.09799999999999999</c:v>
              </c:pt>
              <c:pt idx="99">
                <c:v>0.09899999999999999</c:v>
              </c:pt>
              <c:pt idx="100">
                <c:v>0.1</c:v>
              </c:pt>
              <c:pt idx="101">
                <c:v>0.101</c:v>
              </c:pt>
              <c:pt idx="102">
                <c:v>0.10200000000000001</c:v>
              </c:pt>
              <c:pt idx="103">
                <c:v>0.10300000000000001</c:v>
              </c:pt>
              <c:pt idx="104">
                <c:v>0.10400000000000001</c:v>
              </c:pt>
              <c:pt idx="105">
                <c:v>0.105</c:v>
              </c:pt>
              <c:pt idx="106">
                <c:v>0.106</c:v>
              </c:pt>
              <c:pt idx="107">
                <c:v>0.107</c:v>
              </c:pt>
              <c:pt idx="108">
                <c:v>0.108</c:v>
              </c:pt>
              <c:pt idx="109">
                <c:v>0.109</c:v>
              </c:pt>
              <c:pt idx="110">
                <c:v>0.11</c:v>
              </c:pt>
              <c:pt idx="111">
                <c:v>0.111</c:v>
              </c:pt>
              <c:pt idx="112">
                <c:v>0.11200000000000002</c:v>
              </c:pt>
              <c:pt idx="113">
                <c:v>0.11300000000000002</c:v>
              </c:pt>
              <c:pt idx="114">
                <c:v>0.11400000000000002</c:v>
              </c:pt>
              <c:pt idx="115">
                <c:v>0.11499999999999999</c:v>
              </c:pt>
              <c:pt idx="116">
                <c:v>0.11599999999999999</c:v>
              </c:pt>
              <c:pt idx="117">
                <c:v>0.117</c:v>
              </c:pt>
              <c:pt idx="118">
                <c:v>0.11800000000000001</c:v>
              </c:pt>
              <c:pt idx="119">
                <c:v>0.11900000000000001</c:v>
              </c:pt>
              <c:pt idx="120">
                <c:v>0.11999999999999998</c:v>
              </c:pt>
              <c:pt idx="121">
                <c:v>0.121</c:v>
              </c:pt>
              <c:pt idx="122">
                <c:v>0.122</c:v>
              </c:pt>
              <c:pt idx="123">
                <c:v>0.123</c:v>
              </c:pt>
              <c:pt idx="124">
                <c:v>0.124</c:v>
              </c:pt>
              <c:pt idx="125">
                <c:v>0.125</c:v>
              </c:pt>
              <c:pt idx="126">
                <c:v>0.126</c:v>
              </c:pt>
              <c:pt idx="127">
                <c:v>0.127</c:v>
              </c:pt>
              <c:pt idx="128">
                <c:v>0.128</c:v>
              </c:pt>
              <c:pt idx="129">
                <c:v>0.129</c:v>
              </c:pt>
              <c:pt idx="130">
                <c:v>0.13</c:v>
              </c:pt>
              <c:pt idx="131">
                <c:v>0.131</c:v>
              </c:pt>
              <c:pt idx="132">
                <c:v>0.132</c:v>
              </c:pt>
              <c:pt idx="133">
                <c:v>0.133</c:v>
              </c:pt>
              <c:pt idx="134">
                <c:v>0.134</c:v>
              </c:pt>
              <c:pt idx="135">
                <c:v>0.135</c:v>
              </c:pt>
              <c:pt idx="136">
                <c:v>0.136</c:v>
              </c:pt>
              <c:pt idx="137">
                <c:v>0.137</c:v>
              </c:pt>
              <c:pt idx="138">
                <c:v>0.138</c:v>
              </c:pt>
              <c:pt idx="139">
                <c:v>0.139</c:v>
              </c:pt>
              <c:pt idx="140">
                <c:v>0.14</c:v>
              </c:pt>
              <c:pt idx="141">
                <c:v>0.14100000000000001</c:v>
              </c:pt>
              <c:pt idx="142">
                <c:v>0.14200000000000002</c:v>
              </c:pt>
              <c:pt idx="143">
                <c:v>0.14300000000000002</c:v>
              </c:pt>
              <c:pt idx="144">
                <c:v>0.14400000000000002</c:v>
              </c:pt>
              <c:pt idx="145">
                <c:v>0.145</c:v>
              </c:pt>
              <c:pt idx="146">
                <c:v>0.146</c:v>
              </c:pt>
              <c:pt idx="147">
                <c:v>0.147</c:v>
              </c:pt>
              <c:pt idx="148">
                <c:v>0.148</c:v>
              </c:pt>
              <c:pt idx="149">
                <c:v>0.149</c:v>
              </c:pt>
              <c:pt idx="150">
                <c:v>0.15</c:v>
              </c:pt>
              <c:pt idx="151">
                <c:v>0.151</c:v>
              </c:pt>
              <c:pt idx="152">
                <c:v>0.152</c:v>
              </c:pt>
              <c:pt idx="153">
                <c:v>0.153</c:v>
              </c:pt>
              <c:pt idx="154">
                <c:v>0.154</c:v>
              </c:pt>
              <c:pt idx="155">
                <c:v>0.155</c:v>
              </c:pt>
              <c:pt idx="156">
                <c:v>0.156</c:v>
              </c:pt>
              <c:pt idx="157">
                <c:v>0.157</c:v>
              </c:pt>
              <c:pt idx="158">
                <c:v>0.158</c:v>
              </c:pt>
              <c:pt idx="159">
                <c:v>0.159</c:v>
              </c:pt>
              <c:pt idx="160">
                <c:v>0.16</c:v>
              </c:pt>
              <c:pt idx="161">
                <c:v>0.161</c:v>
              </c:pt>
              <c:pt idx="162">
                <c:v>0.162</c:v>
              </c:pt>
              <c:pt idx="163">
                <c:v>0.163</c:v>
              </c:pt>
              <c:pt idx="164">
                <c:v>0.164</c:v>
              </c:pt>
              <c:pt idx="165">
                <c:v>0.165</c:v>
              </c:pt>
              <c:pt idx="166">
                <c:v>0.166</c:v>
              </c:pt>
              <c:pt idx="167">
                <c:v>0.167</c:v>
              </c:pt>
              <c:pt idx="168">
                <c:v>0.168</c:v>
              </c:pt>
              <c:pt idx="169">
                <c:v>0.169</c:v>
              </c:pt>
              <c:pt idx="170">
                <c:v>0.17</c:v>
              </c:pt>
              <c:pt idx="171">
                <c:v>0.171</c:v>
              </c:pt>
              <c:pt idx="172">
                <c:v>0.17200000000000001</c:v>
              </c:pt>
              <c:pt idx="173">
                <c:v>0.17300000000000001</c:v>
              </c:pt>
              <c:pt idx="174">
                <c:v>0.17400000000000002</c:v>
              </c:pt>
              <c:pt idx="175">
                <c:v>0.17500000000000002</c:v>
              </c:pt>
              <c:pt idx="176">
                <c:v>0.176</c:v>
              </c:pt>
              <c:pt idx="177">
                <c:v>0.177</c:v>
              </c:pt>
              <c:pt idx="178">
                <c:v>0.178</c:v>
              </c:pt>
              <c:pt idx="179">
                <c:v>0.179</c:v>
              </c:pt>
              <c:pt idx="180">
                <c:v>0.18</c:v>
              </c:pt>
              <c:pt idx="181">
                <c:v>0.181</c:v>
              </c:pt>
              <c:pt idx="182">
                <c:v>0.182</c:v>
              </c:pt>
              <c:pt idx="183">
                <c:v>0.183</c:v>
              </c:pt>
              <c:pt idx="184">
                <c:v>0.184</c:v>
              </c:pt>
              <c:pt idx="185">
                <c:v>0.185</c:v>
              </c:pt>
              <c:pt idx="186">
                <c:v>0.186</c:v>
              </c:pt>
              <c:pt idx="187">
                <c:v>0.187</c:v>
              </c:pt>
              <c:pt idx="188">
                <c:v>0.188</c:v>
              </c:pt>
              <c:pt idx="189">
                <c:v>0.189</c:v>
              </c:pt>
              <c:pt idx="190">
                <c:v>0.19</c:v>
              </c:pt>
              <c:pt idx="191">
                <c:v>0.191</c:v>
              </c:pt>
              <c:pt idx="192">
                <c:v>0.192</c:v>
              </c:pt>
              <c:pt idx="193">
                <c:v>0.193</c:v>
              </c:pt>
              <c:pt idx="194">
                <c:v>0.194</c:v>
              </c:pt>
              <c:pt idx="195">
                <c:v>0.195</c:v>
              </c:pt>
              <c:pt idx="196">
                <c:v>0.19599999999999998</c:v>
              </c:pt>
              <c:pt idx="197">
                <c:v>0.19699999999999998</c:v>
              </c:pt>
              <c:pt idx="198">
                <c:v>0.19799999999999998</c:v>
              </c:pt>
              <c:pt idx="199">
                <c:v>0.199</c:v>
              </c:pt>
              <c:pt idx="200">
                <c:v>0.2</c:v>
              </c:pt>
              <c:pt idx="201">
                <c:v>0.201</c:v>
              </c:pt>
              <c:pt idx="202">
                <c:v>0.202</c:v>
              </c:pt>
              <c:pt idx="203">
                <c:v>0.203</c:v>
              </c:pt>
              <c:pt idx="204">
                <c:v>0.20400000000000001</c:v>
              </c:pt>
              <c:pt idx="205">
                <c:v>0.20500000000000002</c:v>
              </c:pt>
              <c:pt idx="206">
                <c:v>0.20600000000000002</c:v>
              </c:pt>
              <c:pt idx="207">
                <c:v>0.20700000000000002</c:v>
              </c:pt>
              <c:pt idx="208">
                <c:v>0.20800000000000002</c:v>
              </c:pt>
              <c:pt idx="209">
                <c:v>0.209</c:v>
              </c:pt>
              <c:pt idx="210">
                <c:v>0.21</c:v>
              </c:pt>
              <c:pt idx="211">
                <c:v>0.211</c:v>
              </c:pt>
              <c:pt idx="212">
                <c:v>0.212</c:v>
              </c:pt>
              <c:pt idx="213">
                <c:v>0.213</c:v>
              </c:pt>
              <c:pt idx="214">
                <c:v>0.214</c:v>
              </c:pt>
              <c:pt idx="215">
                <c:v>0.215</c:v>
              </c:pt>
              <c:pt idx="216">
                <c:v>0.216</c:v>
              </c:pt>
              <c:pt idx="217">
                <c:v>0.217</c:v>
              </c:pt>
              <c:pt idx="218">
                <c:v>0.218</c:v>
              </c:pt>
              <c:pt idx="219">
                <c:v>0.219</c:v>
              </c:pt>
              <c:pt idx="220">
                <c:v>0.22</c:v>
              </c:pt>
              <c:pt idx="221">
                <c:v>0.221</c:v>
              </c:pt>
              <c:pt idx="222">
                <c:v>0.222</c:v>
              </c:pt>
              <c:pt idx="223">
                <c:v>0.223</c:v>
              </c:pt>
              <c:pt idx="224">
                <c:v>0.22400000000000003</c:v>
              </c:pt>
              <c:pt idx="225">
                <c:v>0.22500000000000003</c:v>
              </c:pt>
              <c:pt idx="226">
                <c:v>0.22600000000000003</c:v>
              </c:pt>
              <c:pt idx="227">
                <c:v>0.22700000000000004</c:v>
              </c:pt>
              <c:pt idx="228">
                <c:v>0.22800000000000004</c:v>
              </c:pt>
              <c:pt idx="229">
                <c:v>0.22899999999999998</c:v>
              </c:pt>
              <c:pt idx="230">
                <c:v>0.22999999999999998</c:v>
              </c:pt>
              <c:pt idx="231">
                <c:v>0.23099999999999998</c:v>
              </c:pt>
              <c:pt idx="232">
                <c:v>0.23199999999999998</c:v>
              </c:pt>
              <c:pt idx="233">
                <c:v>0.233</c:v>
              </c:pt>
              <c:pt idx="234">
                <c:v>0.234</c:v>
              </c:pt>
              <c:pt idx="235">
                <c:v>0.23500000000000001</c:v>
              </c:pt>
              <c:pt idx="236">
                <c:v>0.23600000000000002</c:v>
              </c:pt>
              <c:pt idx="237">
                <c:v>0.23700000000000002</c:v>
              </c:pt>
              <c:pt idx="238">
                <c:v>0.23800000000000002</c:v>
              </c:pt>
              <c:pt idx="239">
                <c:v>0.23900000000000002</c:v>
              </c:pt>
              <c:pt idx="240">
                <c:v>0.23999999999999996</c:v>
              </c:pt>
              <c:pt idx="241">
                <c:v>0.24099999999999996</c:v>
              </c:pt>
              <c:pt idx="242">
                <c:v>0.242</c:v>
              </c:pt>
              <c:pt idx="243">
                <c:v>0.243</c:v>
              </c:pt>
              <c:pt idx="244">
                <c:v>0.244</c:v>
              </c:pt>
              <c:pt idx="245">
                <c:v>0.245</c:v>
              </c:pt>
              <c:pt idx="246">
                <c:v>0.246</c:v>
              </c:pt>
              <c:pt idx="247">
                <c:v>0.247</c:v>
              </c:pt>
              <c:pt idx="248">
                <c:v>0.248</c:v>
              </c:pt>
              <c:pt idx="249">
                <c:v>0.249</c:v>
              </c:pt>
              <c:pt idx="250">
                <c:v>0.25</c:v>
              </c:pt>
              <c:pt idx="251">
                <c:v>0.251</c:v>
              </c:pt>
              <c:pt idx="252">
                <c:v>0.252</c:v>
              </c:pt>
              <c:pt idx="253">
                <c:v>0.253</c:v>
              </c:pt>
              <c:pt idx="254">
                <c:v>0.254</c:v>
              </c:pt>
              <c:pt idx="255">
                <c:v>0.255</c:v>
              </c:pt>
              <c:pt idx="256">
                <c:v>0.256</c:v>
              </c:pt>
              <c:pt idx="257">
                <c:v>0.257</c:v>
              </c:pt>
              <c:pt idx="258">
                <c:v>0.258</c:v>
              </c:pt>
              <c:pt idx="259">
                <c:v>0.259</c:v>
              </c:pt>
              <c:pt idx="260">
                <c:v>0.26</c:v>
              </c:pt>
              <c:pt idx="261">
                <c:v>0.261</c:v>
              </c:pt>
              <c:pt idx="262">
                <c:v>0.262</c:v>
              </c:pt>
              <c:pt idx="263">
                <c:v>0.263</c:v>
              </c:pt>
              <c:pt idx="264">
                <c:v>0.264</c:v>
              </c:pt>
              <c:pt idx="265">
                <c:v>0.265</c:v>
              </c:pt>
              <c:pt idx="266">
                <c:v>0.266</c:v>
              </c:pt>
              <c:pt idx="267">
                <c:v>0.267</c:v>
              </c:pt>
              <c:pt idx="268">
                <c:v>0.268</c:v>
              </c:pt>
              <c:pt idx="269">
                <c:v>0.269</c:v>
              </c:pt>
              <c:pt idx="270">
                <c:v>0.27</c:v>
              </c:pt>
              <c:pt idx="271">
                <c:v>0.271</c:v>
              </c:pt>
              <c:pt idx="272">
                <c:v>0.272</c:v>
              </c:pt>
              <c:pt idx="273">
                <c:v>0.273</c:v>
              </c:pt>
              <c:pt idx="274">
                <c:v>0.274</c:v>
              </c:pt>
              <c:pt idx="275">
                <c:v>0.275</c:v>
              </c:pt>
              <c:pt idx="276">
                <c:v>0.276</c:v>
              </c:pt>
              <c:pt idx="277">
                <c:v>0.277</c:v>
              </c:pt>
              <c:pt idx="278">
                <c:v>0.278</c:v>
              </c:pt>
              <c:pt idx="279">
                <c:v>0.279</c:v>
              </c:pt>
              <c:pt idx="280">
                <c:v>0.28</c:v>
              </c:pt>
              <c:pt idx="281">
                <c:v>0.281</c:v>
              </c:pt>
              <c:pt idx="282">
                <c:v>0.28200000000000003</c:v>
              </c:pt>
              <c:pt idx="283">
                <c:v>0.28300000000000003</c:v>
              </c:pt>
              <c:pt idx="284">
                <c:v>0.28400000000000003</c:v>
              </c:pt>
              <c:pt idx="285">
                <c:v>0.28500000000000003</c:v>
              </c:pt>
              <c:pt idx="286">
                <c:v>0.28600000000000003</c:v>
              </c:pt>
              <c:pt idx="287">
                <c:v>0.28700000000000003</c:v>
              </c:pt>
              <c:pt idx="288">
                <c:v>0.28800000000000003</c:v>
              </c:pt>
              <c:pt idx="289">
                <c:v>0.289</c:v>
              </c:pt>
              <c:pt idx="290">
                <c:v>0.29</c:v>
              </c:pt>
              <c:pt idx="291">
                <c:v>0.291</c:v>
              </c:pt>
              <c:pt idx="292">
                <c:v>0.292</c:v>
              </c:pt>
              <c:pt idx="293">
                <c:v>0.293</c:v>
              </c:pt>
              <c:pt idx="294">
                <c:v>0.294</c:v>
              </c:pt>
              <c:pt idx="295">
                <c:v>0.295</c:v>
              </c:pt>
              <c:pt idx="296">
                <c:v>0.296</c:v>
              </c:pt>
              <c:pt idx="297">
                <c:v>0.297</c:v>
              </c:pt>
              <c:pt idx="298">
                <c:v>0.298</c:v>
              </c:pt>
              <c:pt idx="299">
                <c:v>0.299</c:v>
              </c:pt>
              <c:pt idx="300">
                <c:v>0.3</c:v>
              </c:pt>
              <c:pt idx="301">
                <c:v>0.301</c:v>
              </c:pt>
              <c:pt idx="302">
                <c:v>0.302</c:v>
              </c:pt>
              <c:pt idx="303">
                <c:v>0.303</c:v>
              </c:pt>
              <c:pt idx="304">
                <c:v>0.304</c:v>
              </c:pt>
              <c:pt idx="305">
                <c:v>0.305</c:v>
              </c:pt>
              <c:pt idx="306">
                <c:v>0.306</c:v>
              </c:pt>
              <c:pt idx="307">
                <c:v>0.307</c:v>
              </c:pt>
              <c:pt idx="308">
                <c:v>0.308</c:v>
              </c:pt>
              <c:pt idx="309">
                <c:v>0.309</c:v>
              </c:pt>
              <c:pt idx="310">
                <c:v>0.31</c:v>
              </c:pt>
              <c:pt idx="311">
                <c:v>0.311</c:v>
              </c:pt>
              <c:pt idx="312">
                <c:v>0.312</c:v>
              </c:pt>
              <c:pt idx="313">
                <c:v>0.313</c:v>
              </c:pt>
              <c:pt idx="314">
                <c:v>0.314</c:v>
              </c:pt>
              <c:pt idx="315">
                <c:v>0.315</c:v>
              </c:pt>
              <c:pt idx="316">
                <c:v>0.316</c:v>
              </c:pt>
              <c:pt idx="317">
                <c:v>0.317</c:v>
              </c:pt>
              <c:pt idx="318">
                <c:v>0.318</c:v>
              </c:pt>
              <c:pt idx="319">
                <c:v>0.319</c:v>
              </c:pt>
              <c:pt idx="320">
                <c:v>0.32</c:v>
              </c:pt>
              <c:pt idx="321">
                <c:v>0.321</c:v>
              </c:pt>
              <c:pt idx="322">
                <c:v>0.322</c:v>
              </c:pt>
              <c:pt idx="323">
                <c:v>0.323</c:v>
              </c:pt>
              <c:pt idx="324">
                <c:v>0.324</c:v>
              </c:pt>
              <c:pt idx="325">
                <c:v>0.325</c:v>
              </c:pt>
              <c:pt idx="326">
                <c:v>0.326</c:v>
              </c:pt>
              <c:pt idx="327">
                <c:v>0.327</c:v>
              </c:pt>
              <c:pt idx="328">
                <c:v>0.328</c:v>
              </c:pt>
              <c:pt idx="329">
                <c:v>0.329</c:v>
              </c:pt>
              <c:pt idx="330">
                <c:v>0.33</c:v>
              </c:pt>
              <c:pt idx="331">
                <c:v>0.331</c:v>
              </c:pt>
              <c:pt idx="332">
                <c:v>0.332</c:v>
              </c:pt>
              <c:pt idx="333">
                <c:v>0.333</c:v>
              </c:pt>
              <c:pt idx="334">
                <c:v>0.334</c:v>
              </c:pt>
              <c:pt idx="335">
                <c:v>0.335</c:v>
              </c:pt>
              <c:pt idx="336">
                <c:v>0.336</c:v>
              </c:pt>
              <c:pt idx="337">
                <c:v>0.337</c:v>
              </c:pt>
              <c:pt idx="338">
                <c:v>0.338</c:v>
              </c:pt>
              <c:pt idx="339">
                <c:v>0.339</c:v>
              </c:pt>
              <c:pt idx="340">
                <c:v>0.34</c:v>
              </c:pt>
              <c:pt idx="341">
                <c:v>0.341</c:v>
              </c:pt>
              <c:pt idx="342">
                <c:v>0.342</c:v>
              </c:pt>
              <c:pt idx="343">
                <c:v>0.343</c:v>
              </c:pt>
              <c:pt idx="344">
                <c:v>0.34400000000000003</c:v>
              </c:pt>
              <c:pt idx="345">
                <c:v>0.34500000000000003</c:v>
              </c:pt>
              <c:pt idx="346">
                <c:v>0.34600000000000003</c:v>
              </c:pt>
              <c:pt idx="347">
                <c:v>0.34700000000000003</c:v>
              </c:pt>
              <c:pt idx="348">
                <c:v>0.34800000000000003</c:v>
              </c:pt>
              <c:pt idx="349">
                <c:v>0.34900000000000003</c:v>
              </c:pt>
              <c:pt idx="350">
                <c:v>0.35000000000000003</c:v>
              </c:pt>
              <c:pt idx="351">
                <c:v>0.35100000000000003</c:v>
              </c:pt>
              <c:pt idx="352">
                <c:v>0.352</c:v>
              </c:pt>
              <c:pt idx="353">
                <c:v>0.353</c:v>
              </c:pt>
              <c:pt idx="354">
                <c:v>0.354</c:v>
              </c:pt>
              <c:pt idx="355">
                <c:v>0.355</c:v>
              </c:pt>
              <c:pt idx="356">
                <c:v>0.356</c:v>
              </c:pt>
              <c:pt idx="357">
                <c:v>0.357</c:v>
              </c:pt>
              <c:pt idx="358">
                <c:v>0.358</c:v>
              </c:pt>
              <c:pt idx="359">
                <c:v>0.359</c:v>
              </c:pt>
              <c:pt idx="360">
                <c:v>0.36</c:v>
              </c:pt>
              <c:pt idx="361">
                <c:v>0.361</c:v>
              </c:pt>
              <c:pt idx="362">
                <c:v>0.362</c:v>
              </c:pt>
              <c:pt idx="363">
                <c:v>0.363</c:v>
              </c:pt>
              <c:pt idx="364">
                <c:v>0.364</c:v>
              </c:pt>
              <c:pt idx="365">
                <c:v>0.365</c:v>
              </c:pt>
              <c:pt idx="366">
                <c:v>0.366</c:v>
              </c:pt>
              <c:pt idx="367">
                <c:v>0.367</c:v>
              </c:pt>
              <c:pt idx="368">
                <c:v>0.368</c:v>
              </c:pt>
              <c:pt idx="369">
                <c:v>0.369</c:v>
              </c:pt>
              <c:pt idx="370">
                <c:v>0.37</c:v>
              </c:pt>
              <c:pt idx="371">
                <c:v>0.371</c:v>
              </c:pt>
              <c:pt idx="372">
                <c:v>0.372</c:v>
              </c:pt>
              <c:pt idx="373">
                <c:v>0.373</c:v>
              </c:pt>
              <c:pt idx="374">
                <c:v>0.374</c:v>
              </c:pt>
              <c:pt idx="375">
                <c:v>0.375</c:v>
              </c:pt>
              <c:pt idx="376">
                <c:v>0.376</c:v>
              </c:pt>
              <c:pt idx="377">
                <c:v>0.377</c:v>
              </c:pt>
              <c:pt idx="378">
                <c:v>0.378</c:v>
              </c:pt>
              <c:pt idx="379">
                <c:v>0.379</c:v>
              </c:pt>
              <c:pt idx="380">
                <c:v>0.38</c:v>
              </c:pt>
              <c:pt idx="381">
                <c:v>0.381</c:v>
              </c:pt>
              <c:pt idx="382">
                <c:v>0.382</c:v>
              </c:pt>
              <c:pt idx="383">
                <c:v>0.383</c:v>
              </c:pt>
              <c:pt idx="384">
                <c:v>0.384</c:v>
              </c:pt>
              <c:pt idx="385">
                <c:v>0.385</c:v>
              </c:pt>
              <c:pt idx="386">
                <c:v>0.386</c:v>
              </c:pt>
              <c:pt idx="387">
                <c:v>0.387</c:v>
              </c:pt>
              <c:pt idx="388">
                <c:v>0.388</c:v>
              </c:pt>
              <c:pt idx="389">
                <c:v>0.389</c:v>
              </c:pt>
              <c:pt idx="390">
                <c:v>0.39</c:v>
              </c:pt>
              <c:pt idx="391">
                <c:v>0.391</c:v>
              </c:pt>
              <c:pt idx="392">
                <c:v>0.39199999999999996</c:v>
              </c:pt>
              <c:pt idx="393">
                <c:v>0.393</c:v>
              </c:pt>
              <c:pt idx="394">
                <c:v>0.39399999999999996</c:v>
              </c:pt>
              <c:pt idx="395">
                <c:v>0.395</c:v>
              </c:pt>
              <c:pt idx="396">
                <c:v>0.39599999999999996</c:v>
              </c:pt>
              <c:pt idx="397">
                <c:v>0.397</c:v>
              </c:pt>
              <c:pt idx="398">
                <c:v>0.398</c:v>
              </c:pt>
              <c:pt idx="399">
                <c:v>0.399</c:v>
              </c:pt>
              <c:pt idx="400">
                <c:v>0.4</c:v>
              </c:pt>
              <c:pt idx="401">
                <c:v>0.401</c:v>
              </c:pt>
              <c:pt idx="402">
                <c:v>0.402</c:v>
              </c:pt>
              <c:pt idx="403">
                <c:v>0.403</c:v>
              </c:pt>
              <c:pt idx="404">
                <c:v>0.404</c:v>
              </c:pt>
              <c:pt idx="405">
                <c:v>0.4050000000000001</c:v>
              </c:pt>
              <c:pt idx="406">
                <c:v>0.406</c:v>
              </c:pt>
              <c:pt idx="407">
                <c:v>0.4070000000000001</c:v>
              </c:pt>
              <c:pt idx="408">
                <c:v>0.40800000000000003</c:v>
              </c:pt>
              <c:pt idx="409">
                <c:v>0.4090000000000001</c:v>
              </c:pt>
              <c:pt idx="410">
                <c:v>0.41000000000000003</c:v>
              </c:pt>
              <c:pt idx="411">
                <c:v>0.4110000000000001</c:v>
              </c:pt>
              <c:pt idx="412">
                <c:v>0.41200000000000003</c:v>
              </c:pt>
              <c:pt idx="413">
                <c:v>0.413</c:v>
              </c:pt>
              <c:pt idx="414">
                <c:v>0.41400000000000003</c:v>
              </c:pt>
              <c:pt idx="415">
                <c:v>0.415</c:v>
              </c:pt>
              <c:pt idx="416">
                <c:v>0.41600000000000004</c:v>
              </c:pt>
              <c:pt idx="417">
                <c:v>0.417</c:v>
              </c:pt>
              <c:pt idx="418">
                <c:v>0.418</c:v>
              </c:pt>
              <c:pt idx="419">
                <c:v>0.419</c:v>
              </c:pt>
              <c:pt idx="420">
                <c:v>0.42</c:v>
              </c:pt>
              <c:pt idx="421">
                <c:v>0.421</c:v>
              </c:pt>
              <c:pt idx="422">
                <c:v>0.422</c:v>
              </c:pt>
              <c:pt idx="423">
                <c:v>0.42300000000000004</c:v>
              </c:pt>
              <c:pt idx="424">
                <c:v>0.424</c:v>
              </c:pt>
              <c:pt idx="425">
                <c:v>0.42500000000000004</c:v>
              </c:pt>
              <c:pt idx="426">
                <c:v>0.426</c:v>
              </c:pt>
              <c:pt idx="427">
                <c:v>0.42700000000000005</c:v>
              </c:pt>
              <c:pt idx="428">
                <c:v>0.428</c:v>
              </c:pt>
              <c:pt idx="429">
                <c:v>0.42900000000000005</c:v>
              </c:pt>
              <c:pt idx="430">
                <c:v>0.43</c:v>
              </c:pt>
              <c:pt idx="431">
                <c:v>0.43100000000000005</c:v>
              </c:pt>
              <c:pt idx="432">
                <c:v>0.432</c:v>
              </c:pt>
              <c:pt idx="433">
                <c:v>0.43299999999999994</c:v>
              </c:pt>
              <c:pt idx="434">
                <c:v>0.434</c:v>
              </c:pt>
              <c:pt idx="435">
                <c:v>0.43499999999999994</c:v>
              </c:pt>
              <c:pt idx="436">
                <c:v>0.436</c:v>
              </c:pt>
              <c:pt idx="437">
                <c:v>0.43699999999999994</c:v>
              </c:pt>
              <c:pt idx="438">
                <c:v>0.438</c:v>
              </c:pt>
              <c:pt idx="439">
                <c:v>0.43899999999999995</c:v>
              </c:pt>
              <c:pt idx="440">
                <c:v>0.44</c:v>
              </c:pt>
              <c:pt idx="441">
                <c:v>0.441</c:v>
              </c:pt>
              <c:pt idx="442">
                <c:v>0.442</c:v>
              </c:pt>
              <c:pt idx="443">
                <c:v>0.443</c:v>
              </c:pt>
              <c:pt idx="444">
                <c:v>0.444</c:v>
              </c:pt>
              <c:pt idx="445">
                <c:v>0.445</c:v>
              </c:pt>
              <c:pt idx="446">
                <c:v>0.446</c:v>
              </c:pt>
              <c:pt idx="447">
                <c:v>0.447</c:v>
              </c:pt>
              <c:pt idx="448">
                <c:v>0.44800000000000006</c:v>
              </c:pt>
              <c:pt idx="449">
                <c:v>0.449</c:v>
              </c:pt>
              <c:pt idx="450">
                <c:v>0.45000000000000007</c:v>
              </c:pt>
              <c:pt idx="451">
                <c:v>0.451</c:v>
              </c:pt>
              <c:pt idx="452">
                <c:v>0.45200000000000007</c:v>
              </c:pt>
              <c:pt idx="453">
                <c:v>0.453</c:v>
              </c:pt>
              <c:pt idx="454">
                <c:v>0.45400000000000007</c:v>
              </c:pt>
              <c:pt idx="455">
                <c:v>0.455</c:v>
              </c:pt>
              <c:pt idx="456">
                <c:v>0.45600000000000007</c:v>
              </c:pt>
              <c:pt idx="457">
                <c:v>0.457</c:v>
              </c:pt>
              <c:pt idx="458">
                <c:v>0.45799999999999996</c:v>
              </c:pt>
              <c:pt idx="459">
                <c:v>0.459</c:v>
              </c:pt>
              <c:pt idx="460">
                <c:v>0.45999999999999996</c:v>
              </c:pt>
              <c:pt idx="461">
                <c:v>0.461</c:v>
              </c:pt>
              <c:pt idx="462">
                <c:v>0.46199999999999997</c:v>
              </c:pt>
              <c:pt idx="463">
                <c:v>0.463</c:v>
              </c:pt>
              <c:pt idx="464">
                <c:v>0.46399999999999997</c:v>
              </c:pt>
              <c:pt idx="465">
                <c:v>0.465</c:v>
              </c:pt>
              <c:pt idx="466">
                <c:v>0.466</c:v>
              </c:pt>
              <c:pt idx="467">
                <c:v>0.467</c:v>
              </c:pt>
              <c:pt idx="468">
                <c:v>0.468</c:v>
              </c:pt>
              <c:pt idx="469">
                <c:v>0.46900000000000003</c:v>
              </c:pt>
              <c:pt idx="470">
                <c:v>0.47000000000000003</c:v>
              </c:pt>
              <c:pt idx="471">
                <c:v>0.47100000000000003</c:v>
              </c:pt>
              <c:pt idx="472">
                <c:v>0.47200000000000003</c:v>
              </c:pt>
              <c:pt idx="473">
                <c:v>0.4730000000000001</c:v>
              </c:pt>
              <c:pt idx="474">
                <c:v>0.47400000000000003</c:v>
              </c:pt>
              <c:pt idx="475">
                <c:v>0.4750000000000001</c:v>
              </c:pt>
              <c:pt idx="476">
                <c:v>0.47600000000000003</c:v>
              </c:pt>
              <c:pt idx="477">
                <c:v>0.4770000000000001</c:v>
              </c:pt>
              <c:pt idx="478">
                <c:v>0.47800000000000004</c:v>
              </c:pt>
              <c:pt idx="479">
                <c:v>0.4790000000000001</c:v>
              </c:pt>
              <c:pt idx="480">
                <c:v>0.4799999999999999</c:v>
              </c:pt>
              <c:pt idx="481">
                <c:v>0.481</c:v>
              </c:pt>
              <c:pt idx="482">
                <c:v>0.48199999999999993</c:v>
              </c:pt>
              <c:pt idx="483">
                <c:v>0.483</c:v>
              </c:pt>
              <c:pt idx="484">
                <c:v>0.484</c:v>
              </c:pt>
              <c:pt idx="485">
                <c:v>0.485</c:v>
              </c:pt>
              <c:pt idx="486">
                <c:v>0.486</c:v>
              </c:pt>
              <c:pt idx="487">
                <c:v>0.487</c:v>
              </c:pt>
              <c:pt idx="488">
                <c:v>0.488</c:v>
              </c:pt>
              <c:pt idx="489">
                <c:v>0.489</c:v>
              </c:pt>
              <c:pt idx="490">
                <c:v>0.49</c:v>
              </c:pt>
              <c:pt idx="491">
                <c:v>0.49100000000000005</c:v>
              </c:pt>
              <c:pt idx="492">
                <c:v>0.492</c:v>
              </c:pt>
              <c:pt idx="493">
                <c:v>0.49300000000000005</c:v>
              </c:pt>
              <c:pt idx="494">
                <c:v>0.494</c:v>
              </c:pt>
              <c:pt idx="495">
                <c:v>0.49500000000000005</c:v>
              </c:pt>
              <c:pt idx="496">
                <c:v>0.496</c:v>
              </c:pt>
              <c:pt idx="497">
                <c:v>0.49700000000000005</c:v>
              </c:pt>
              <c:pt idx="498">
                <c:v>0.498</c:v>
              </c:pt>
              <c:pt idx="499">
                <c:v>0.49900000000000005</c:v>
              </c:pt>
              <c:pt idx="500">
                <c:v>0.5</c:v>
              </c:pt>
              <c:pt idx="501">
                <c:v>0.501</c:v>
              </c:pt>
              <c:pt idx="502">
                <c:v>0.502</c:v>
              </c:pt>
              <c:pt idx="503">
                <c:v>0.503</c:v>
              </c:pt>
              <c:pt idx="504">
                <c:v>0.504</c:v>
              </c:pt>
              <c:pt idx="505">
                <c:v>0.505</c:v>
              </c:pt>
              <c:pt idx="506">
                <c:v>0.506</c:v>
              </c:pt>
              <c:pt idx="507">
                <c:v>0.507</c:v>
              </c:pt>
              <c:pt idx="508">
                <c:v>0.508</c:v>
              </c:pt>
              <c:pt idx="509">
                <c:v>0.509</c:v>
              </c:pt>
              <c:pt idx="510">
                <c:v>0.51</c:v>
              </c:pt>
              <c:pt idx="511">
                <c:v>0.511</c:v>
              </c:pt>
              <c:pt idx="512">
                <c:v>0.512</c:v>
              </c:pt>
              <c:pt idx="513">
                <c:v>0.513</c:v>
              </c:pt>
              <c:pt idx="514">
                <c:v>0.514</c:v>
              </c:pt>
              <c:pt idx="515">
                <c:v>0.515</c:v>
              </c:pt>
              <c:pt idx="516">
                <c:v>0.516</c:v>
              </c:pt>
              <c:pt idx="517">
                <c:v>0.517</c:v>
              </c:pt>
              <c:pt idx="518">
                <c:v>0.518</c:v>
              </c:pt>
              <c:pt idx="519">
                <c:v>0.519</c:v>
              </c:pt>
              <c:pt idx="520">
                <c:v>0.52</c:v>
              </c:pt>
              <c:pt idx="521">
                <c:v>0.521</c:v>
              </c:pt>
              <c:pt idx="522">
                <c:v>0.522</c:v>
              </c:pt>
              <c:pt idx="523">
                <c:v>0.523</c:v>
              </c:pt>
              <c:pt idx="524">
                <c:v>0.524</c:v>
              </c:pt>
              <c:pt idx="525">
                <c:v>0.525</c:v>
              </c:pt>
              <c:pt idx="526">
                <c:v>0.526</c:v>
              </c:pt>
              <c:pt idx="527">
                <c:v>0.527</c:v>
              </c:pt>
              <c:pt idx="528">
                <c:v>0.528</c:v>
              </c:pt>
              <c:pt idx="529">
                <c:v>0.529</c:v>
              </c:pt>
              <c:pt idx="530">
                <c:v>0.53</c:v>
              </c:pt>
              <c:pt idx="531">
                <c:v>0.531</c:v>
              </c:pt>
              <c:pt idx="532">
                <c:v>0.532</c:v>
              </c:pt>
              <c:pt idx="533">
                <c:v>0.533</c:v>
              </c:pt>
              <c:pt idx="534">
                <c:v>0.534</c:v>
              </c:pt>
              <c:pt idx="535">
                <c:v>0.535</c:v>
              </c:pt>
              <c:pt idx="536">
                <c:v>0.536</c:v>
              </c:pt>
              <c:pt idx="537">
                <c:v>0.537</c:v>
              </c:pt>
              <c:pt idx="538">
                <c:v>0.538</c:v>
              </c:pt>
              <c:pt idx="539">
                <c:v>0.539</c:v>
              </c:pt>
              <c:pt idx="540">
                <c:v>0.54</c:v>
              </c:pt>
              <c:pt idx="541">
                <c:v>0.541</c:v>
              </c:pt>
              <c:pt idx="542">
                <c:v>0.542</c:v>
              </c:pt>
              <c:pt idx="543">
                <c:v>0.543</c:v>
              </c:pt>
              <c:pt idx="544">
                <c:v>0.544</c:v>
              </c:pt>
              <c:pt idx="545">
                <c:v>0.545</c:v>
              </c:pt>
              <c:pt idx="546">
                <c:v>0.546</c:v>
              </c:pt>
              <c:pt idx="547">
                <c:v>0.547</c:v>
              </c:pt>
              <c:pt idx="548">
                <c:v>0.548</c:v>
              </c:pt>
              <c:pt idx="549">
                <c:v>0.549</c:v>
              </c:pt>
              <c:pt idx="550">
                <c:v>0.55</c:v>
              </c:pt>
              <c:pt idx="551">
                <c:v>0.551</c:v>
              </c:pt>
              <c:pt idx="552">
                <c:v>0.552</c:v>
              </c:pt>
              <c:pt idx="553">
                <c:v>0.553</c:v>
              </c:pt>
              <c:pt idx="554">
                <c:v>0.554</c:v>
              </c:pt>
              <c:pt idx="555">
                <c:v>0.555</c:v>
              </c:pt>
              <c:pt idx="556">
                <c:v>0.556</c:v>
              </c:pt>
              <c:pt idx="557">
                <c:v>0.557</c:v>
              </c:pt>
              <c:pt idx="558">
                <c:v>0.558</c:v>
              </c:pt>
              <c:pt idx="559">
                <c:v>0.559</c:v>
              </c:pt>
              <c:pt idx="560">
                <c:v>0.56</c:v>
              </c:pt>
              <c:pt idx="561">
                <c:v>0.561</c:v>
              </c:pt>
              <c:pt idx="562">
                <c:v>0.562</c:v>
              </c:pt>
              <c:pt idx="563">
                <c:v>0.5630000000000001</c:v>
              </c:pt>
              <c:pt idx="564">
                <c:v>0.5640000000000001</c:v>
              </c:pt>
              <c:pt idx="565">
                <c:v>0.5650000000000001</c:v>
              </c:pt>
              <c:pt idx="566">
                <c:v>0.5660000000000001</c:v>
              </c:pt>
              <c:pt idx="567">
                <c:v>0.5670000000000001</c:v>
              </c:pt>
              <c:pt idx="568">
                <c:v>0.5680000000000001</c:v>
              </c:pt>
              <c:pt idx="569">
                <c:v>0.5690000000000001</c:v>
              </c:pt>
              <c:pt idx="570">
                <c:v>0.5700000000000001</c:v>
              </c:pt>
              <c:pt idx="571">
                <c:v>0.5710000000000001</c:v>
              </c:pt>
              <c:pt idx="572">
                <c:v>0.5720000000000001</c:v>
              </c:pt>
              <c:pt idx="573">
                <c:v>0.5730000000000001</c:v>
              </c:pt>
              <c:pt idx="574">
                <c:v>0.5740000000000001</c:v>
              </c:pt>
              <c:pt idx="575">
                <c:v>0.5750000000000001</c:v>
              </c:pt>
              <c:pt idx="576">
                <c:v>0.5760000000000001</c:v>
              </c:pt>
              <c:pt idx="577">
                <c:v>0.577</c:v>
              </c:pt>
              <c:pt idx="578">
                <c:v>0.578</c:v>
              </c:pt>
              <c:pt idx="579">
                <c:v>0.579</c:v>
              </c:pt>
              <c:pt idx="580">
                <c:v>0.58</c:v>
              </c:pt>
              <c:pt idx="581">
                <c:v>0.581</c:v>
              </c:pt>
              <c:pt idx="582">
                <c:v>0.582</c:v>
              </c:pt>
              <c:pt idx="583">
                <c:v>0.583</c:v>
              </c:pt>
              <c:pt idx="584">
                <c:v>0.584</c:v>
              </c:pt>
              <c:pt idx="585">
                <c:v>0.585</c:v>
              </c:pt>
              <c:pt idx="586">
                <c:v>0.586</c:v>
              </c:pt>
              <c:pt idx="587">
                <c:v>0.587</c:v>
              </c:pt>
              <c:pt idx="588">
                <c:v>0.588</c:v>
              </c:pt>
              <c:pt idx="589">
                <c:v>0.589</c:v>
              </c:pt>
              <c:pt idx="590">
                <c:v>0.59</c:v>
              </c:pt>
              <c:pt idx="591">
                <c:v>0.591</c:v>
              </c:pt>
              <c:pt idx="592">
                <c:v>0.592</c:v>
              </c:pt>
              <c:pt idx="593">
                <c:v>0.593</c:v>
              </c:pt>
              <c:pt idx="594">
                <c:v>0.594</c:v>
              </c:pt>
              <c:pt idx="595">
                <c:v>0.595</c:v>
              </c:pt>
              <c:pt idx="596">
                <c:v>0.596</c:v>
              </c:pt>
              <c:pt idx="597">
                <c:v>0.597</c:v>
              </c:pt>
              <c:pt idx="598">
                <c:v>0.598</c:v>
              </c:pt>
              <c:pt idx="599">
                <c:v>0.599</c:v>
              </c:pt>
              <c:pt idx="600">
                <c:v>0.6</c:v>
              </c:pt>
              <c:pt idx="601">
                <c:v>0.601</c:v>
              </c:pt>
              <c:pt idx="602">
                <c:v>0.602</c:v>
              </c:pt>
              <c:pt idx="603">
                <c:v>0.603</c:v>
              </c:pt>
              <c:pt idx="604">
                <c:v>0.604</c:v>
              </c:pt>
              <c:pt idx="605">
                <c:v>0.605</c:v>
              </c:pt>
              <c:pt idx="606">
                <c:v>0.606</c:v>
              </c:pt>
              <c:pt idx="607">
                <c:v>0.607</c:v>
              </c:pt>
              <c:pt idx="608">
                <c:v>0.608</c:v>
              </c:pt>
              <c:pt idx="609">
                <c:v>0.609</c:v>
              </c:pt>
              <c:pt idx="610">
                <c:v>0.61</c:v>
              </c:pt>
              <c:pt idx="611">
                <c:v>0.611</c:v>
              </c:pt>
              <c:pt idx="612">
                <c:v>0.612</c:v>
              </c:pt>
              <c:pt idx="613">
                <c:v>0.613</c:v>
              </c:pt>
              <c:pt idx="614">
                <c:v>0.614</c:v>
              </c:pt>
              <c:pt idx="615">
                <c:v>0.615</c:v>
              </c:pt>
              <c:pt idx="616">
                <c:v>0.616</c:v>
              </c:pt>
              <c:pt idx="617">
                <c:v>0.617</c:v>
              </c:pt>
              <c:pt idx="618">
                <c:v>0.618</c:v>
              </c:pt>
              <c:pt idx="619">
                <c:v>0.619</c:v>
              </c:pt>
              <c:pt idx="620">
                <c:v>0.62</c:v>
              </c:pt>
              <c:pt idx="621">
                <c:v>0.621</c:v>
              </c:pt>
              <c:pt idx="622">
                <c:v>0.622</c:v>
              </c:pt>
              <c:pt idx="623">
                <c:v>0.623</c:v>
              </c:pt>
              <c:pt idx="624">
                <c:v>0.624</c:v>
              </c:pt>
              <c:pt idx="625">
                <c:v>0.625</c:v>
              </c:pt>
              <c:pt idx="626">
                <c:v>0.626</c:v>
              </c:pt>
              <c:pt idx="627">
                <c:v>0.627</c:v>
              </c:pt>
              <c:pt idx="628">
                <c:v>0.628</c:v>
              </c:pt>
              <c:pt idx="629">
                <c:v>0.629</c:v>
              </c:pt>
              <c:pt idx="630">
                <c:v>0.63</c:v>
              </c:pt>
              <c:pt idx="631">
                <c:v>0.631</c:v>
              </c:pt>
              <c:pt idx="632">
                <c:v>0.632</c:v>
              </c:pt>
              <c:pt idx="633">
                <c:v>0.633</c:v>
              </c:pt>
              <c:pt idx="634">
                <c:v>0.634</c:v>
              </c:pt>
              <c:pt idx="635">
                <c:v>0.635</c:v>
              </c:pt>
              <c:pt idx="636">
                <c:v>0.636</c:v>
              </c:pt>
              <c:pt idx="637">
                <c:v>0.637</c:v>
              </c:pt>
              <c:pt idx="638">
                <c:v>0.638</c:v>
              </c:pt>
              <c:pt idx="639">
                <c:v>0.639</c:v>
              </c:pt>
              <c:pt idx="640">
                <c:v>0.64</c:v>
              </c:pt>
              <c:pt idx="641">
                <c:v>0.641</c:v>
              </c:pt>
              <c:pt idx="642">
                <c:v>0.642</c:v>
              </c:pt>
              <c:pt idx="643">
                <c:v>0.643</c:v>
              </c:pt>
              <c:pt idx="644">
                <c:v>0.644</c:v>
              </c:pt>
              <c:pt idx="645">
                <c:v>0.645</c:v>
              </c:pt>
              <c:pt idx="646">
                <c:v>0.646</c:v>
              </c:pt>
              <c:pt idx="647">
                <c:v>0.647</c:v>
              </c:pt>
              <c:pt idx="648">
                <c:v>0.648</c:v>
              </c:pt>
              <c:pt idx="649">
                <c:v>0.649</c:v>
              </c:pt>
              <c:pt idx="650">
                <c:v>0.65</c:v>
              </c:pt>
              <c:pt idx="651">
                <c:v>0.651</c:v>
              </c:pt>
              <c:pt idx="652">
                <c:v>0.652</c:v>
              </c:pt>
              <c:pt idx="653">
                <c:v>0.653</c:v>
              </c:pt>
              <c:pt idx="654">
                <c:v>0.654</c:v>
              </c:pt>
              <c:pt idx="655">
                <c:v>0.655</c:v>
              </c:pt>
              <c:pt idx="656">
                <c:v>0.656</c:v>
              </c:pt>
              <c:pt idx="657">
                <c:v>0.657</c:v>
              </c:pt>
              <c:pt idx="658">
                <c:v>0.658</c:v>
              </c:pt>
              <c:pt idx="659">
                <c:v>0.659</c:v>
              </c:pt>
              <c:pt idx="660">
                <c:v>0.66</c:v>
              </c:pt>
              <c:pt idx="661">
                <c:v>0.661</c:v>
              </c:pt>
              <c:pt idx="662">
                <c:v>0.662</c:v>
              </c:pt>
              <c:pt idx="663">
                <c:v>0.663</c:v>
              </c:pt>
              <c:pt idx="664">
                <c:v>0.664</c:v>
              </c:pt>
              <c:pt idx="665">
                <c:v>0.665</c:v>
              </c:pt>
              <c:pt idx="666">
                <c:v>0.666</c:v>
              </c:pt>
              <c:pt idx="667">
                <c:v>0.667</c:v>
              </c:pt>
              <c:pt idx="668">
                <c:v>0.668</c:v>
              </c:pt>
              <c:pt idx="669">
                <c:v>0.669</c:v>
              </c:pt>
              <c:pt idx="670">
                <c:v>0.67</c:v>
              </c:pt>
              <c:pt idx="671">
                <c:v>0.671</c:v>
              </c:pt>
              <c:pt idx="672">
                <c:v>0.672</c:v>
              </c:pt>
              <c:pt idx="673">
                <c:v>0.673</c:v>
              </c:pt>
              <c:pt idx="674">
                <c:v>0.674</c:v>
              </c:pt>
              <c:pt idx="675">
                <c:v>0.675</c:v>
              </c:pt>
              <c:pt idx="676">
                <c:v>0.676</c:v>
              </c:pt>
              <c:pt idx="677">
                <c:v>0.677</c:v>
              </c:pt>
              <c:pt idx="678">
                <c:v>0.678</c:v>
              </c:pt>
              <c:pt idx="679">
                <c:v>0.679</c:v>
              </c:pt>
              <c:pt idx="680">
                <c:v>0.68</c:v>
              </c:pt>
              <c:pt idx="681">
                <c:v>0.681</c:v>
              </c:pt>
              <c:pt idx="682">
                <c:v>0.682</c:v>
              </c:pt>
              <c:pt idx="683">
                <c:v>0.683</c:v>
              </c:pt>
              <c:pt idx="684">
                <c:v>0.684</c:v>
              </c:pt>
              <c:pt idx="685">
                <c:v>0.685</c:v>
              </c:pt>
              <c:pt idx="686">
                <c:v>0.686</c:v>
              </c:pt>
              <c:pt idx="687">
                <c:v>0.687</c:v>
              </c:pt>
              <c:pt idx="688">
                <c:v>0.6880000000000001</c:v>
              </c:pt>
              <c:pt idx="689">
                <c:v>0.6890000000000001</c:v>
              </c:pt>
              <c:pt idx="690">
                <c:v>0.6900000000000001</c:v>
              </c:pt>
              <c:pt idx="691">
                <c:v>0.6910000000000001</c:v>
              </c:pt>
              <c:pt idx="692">
                <c:v>0.6920000000000001</c:v>
              </c:pt>
              <c:pt idx="693">
                <c:v>0.6930000000000001</c:v>
              </c:pt>
              <c:pt idx="694">
                <c:v>0.6940000000000001</c:v>
              </c:pt>
              <c:pt idx="695">
                <c:v>0.6950000000000001</c:v>
              </c:pt>
              <c:pt idx="696">
                <c:v>0.6960000000000001</c:v>
              </c:pt>
              <c:pt idx="697">
                <c:v>0.6970000000000001</c:v>
              </c:pt>
              <c:pt idx="698">
                <c:v>0.6980000000000001</c:v>
              </c:pt>
              <c:pt idx="699">
                <c:v>0.6990000000000001</c:v>
              </c:pt>
              <c:pt idx="700">
                <c:v>0.7000000000000001</c:v>
              </c:pt>
              <c:pt idx="701">
                <c:v>0.7010000000000001</c:v>
              </c:pt>
              <c:pt idx="702">
                <c:v>0.7020000000000001</c:v>
              </c:pt>
              <c:pt idx="703">
                <c:v>0.7030000000000001</c:v>
              </c:pt>
              <c:pt idx="704">
                <c:v>0.704</c:v>
              </c:pt>
              <c:pt idx="705">
                <c:v>0.705</c:v>
              </c:pt>
              <c:pt idx="706">
                <c:v>0.706</c:v>
              </c:pt>
              <c:pt idx="707">
                <c:v>0.707</c:v>
              </c:pt>
              <c:pt idx="708">
                <c:v>0.708</c:v>
              </c:pt>
              <c:pt idx="709">
                <c:v>0.709</c:v>
              </c:pt>
              <c:pt idx="710">
                <c:v>0.71</c:v>
              </c:pt>
              <c:pt idx="711">
                <c:v>0.711</c:v>
              </c:pt>
              <c:pt idx="712">
                <c:v>0.712</c:v>
              </c:pt>
              <c:pt idx="713">
                <c:v>0.713</c:v>
              </c:pt>
              <c:pt idx="714">
                <c:v>0.714</c:v>
              </c:pt>
              <c:pt idx="715">
                <c:v>0.715</c:v>
              </c:pt>
              <c:pt idx="716">
                <c:v>0.716</c:v>
              </c:pt>
              <c:pt idx="717">
                <c:v>0.717</c:v>
              </c:pt>
              <c:pt idx="718">
                <c:v>0.718</c:v>
              </c:pt>
              <c:pt idx="719">
                <c:v>0.719</c:v>
              </c:pt>
              <c:pt idx="720">
                <c:v>0.72</c:v>
              </c:pt>
              <c:pt idx="721">
                <c:v>0.721</c:v>
              </c:pt>
              <c:pt idx="722">
                <c:v>0.722</c:v>
              </c:pt>
              <c:pt idx="723">
                <c:v>0.723</c:v>
              </c:pt>
              <c:pt idx="724">
                <c:v>0.724</c:v>
              </c:pt>
              <c:pt idx="725">
                <c:v>0.725</c:v>
              </c:pt>
              <c:pt idx="726">
                <c:v>0.726</c:v>
              </c:pt>
              <c:pt idx="727">
                <c:v>0.727</c:v>
              </c:pt>
              <c:pt idx="728">
                <c:v>0.728</c:v>
              </c:pt>
              <c:pt idx="729">
                <c:v>0.729</c:v>
              </c:pt>
              <c:pt idx="730">
                <c:v>0.73</c:v>
              </c:pt>
              <c:pt idx="731">
                <c:v>0.731</c:v>
              </c:pt>
              <c:pt idx="732">
                <c:v>0.732</c:v>
              </c:pt>
              <c:pt idx="733">
                <c:v>0.733</c:v>
              </c:pt>
              <c:pt idx="734">
                <c:v>0.734</c:v>
              </c:pt>
              <c:pt idx="735">
                <c:v>0.735</c:v>
              </c:pt>
              <c:pt idx="736">
                <c:v>0.736</c:v>
              </c:pt>
              <c:pt idx="737">
                <c:v>0.737</c:v>
              </c:pt>
              <c:pt idx="738">
                <c:v>0.738</c:v>
              </c:pt>
              <c:pt idx="739">
                <c:v>0.739</c:v>
              </c:pt>
              <c:pt idx="740">
                <c:v>0.74</c:v>
              </c:pt>
              <c:pt idx="741">
                <c:v>0.741</c:v>
              </c:pt>
              <c:pt idx="742">
                <c:v>0.742</c:v>
              </c:pt>
              <c:pt idx="743">
                <c:v>0.743</c:v>
              </c:pt>
              <c:pt idx="744">
                <c:v>0.744</c:v>
              </c:pt>
              <c:pt idx="745">
                <c:v>0.745</c:v>
              </c:pt>
              <c:pt idx="746">
                <c:v>0.746</c:v>
              </c:pt>
              <c:pt idx="747">
                <c:v>0.747</c:v>
              </c:pt>
              <c:pt idx="748">
                <c:v>0.748</c:v>
              </c:pt>
              <c:pt idx="749">
                <c:v>0.749</c:v>
              </c:pt>
              <c:pt idx="750">
                <c:v>0.75</c:v>
              </c:pt>
              <c:pt idx="751">
                <c:v>0.751</c:v>
              </c:pt>
              <c:pt idx="752">
                <c:v>0.752</c:v>
              </c:pt>
              <c:pt idx="753">
                <c:v>0.753</c:v>
              </c:pt>
              <c:pt idx="754">
                <c:v>0.754</c:v>
              </c:pt>
              <c:pt idx="755">
                <c:v>0.755</c:v>
              </c:pt>
              <c:pt idx="756">
                <c:v>0.756</c:v>
              </c:pt>
              <c:pt idx="757">
                <c:v>0.757</c:v>
              </c:pt>
              <c:pt idx="758">
                <c:v>0.758</c:v>
              </c:pt>
              <c:pt idx="759">
                <c:v>0.759</c:v>
              </c:pt>
              <c:pt idx="760">
                <c:v>0.76</c:v>
              </c:pt>
              <c:pt idx="761">
                <c:v>0.761</c:v>
              </c:pt>
              <c:pt idx="762">
                <c:v>0.762</c:v>
              </c:pt>
              <c:pt idx="763">
                <c:v>0.763</c:v>
              </c:pt>
              <c:pt idx="764">
                <c:v>0.764</c:v>
              </c:pt>
              <c:pt idx="765">
                <c:v>0.765</c:v>
              </c:pt>
              <c:pt idx="766">
                <c:v>0.766</c:v>
              </c:pt>
              <c:pt idx="767">
                <c:v>0.767</c:v>
              </c:pt>
              <c:pt idx="768">
                <c:v>0.768</c:v>
              </c:pt>
              <c:pt idx="769">
                <c:v>0.769</c:v>
              </c:pt>
              <c:pt idx="770">
                <c:v>0.77</c:v>
              </c:pt>
              <c:pt idx="771">
                <c:v>0.771</c:v>
              </c:pt>
              <c:pt idx="772">
                <c:v>0.772</c:v>
              </c:pt>
              <c:pt idx="773">
                <c:v>0.773</c:v>
              </c:pt>
              <c:pt idx="774">
                <c:v>0.774</c:v>
              </c:pt>
              <c:pt idx="775">
                <c:v>0.775</c:v>
              </c:pt>
              <c:pt idx="776">
                <c:v>0.776</c:v>
              </c:pt>
              <c:pt idx="777">
                <c:v>0.777</c:v>
              </c:pt>
              <c:pt idx="778">
                <c:v>0.778</c:v>
              </c:pt>
              <c:pt idx="779">
                <c:v>0.779</c:v>
              </c:pt>
              <c:pt idx="780">
                <c:v>0.78</c:v>
              </c:pt>
              <c:pt idx="781">
                <c:v>0.781</c:v>
              </c:pt>
              <c:pt idx="782">
                <c:v>0.782</c:v>
              </c:pt>
              <c:pt idx="783">
                <c:v>0.783</c:v>
              </c:pt>
              <c:pt idx="784">
                <c:v>0.7839999999999999</c:v>
              </c:pt>
              <c:pt idx="785">
                <c:v>0.7850000000000001</c:v>
              </c:pt>
              <c:pt idx="786">
                <c:v>0.786</c:v>
              </c:pt>
              <c:pt idx="787">
                <c:v>0.787</c:v>
              </c:pt>
              <c:pt idx="788">
                <c:v>0.7879999999999999</c:v>
              </c:pt>
              <c:pt idx="789">
                <c:v>0.7890000000000001</c:v>
              </c:pt>
              <c:pt idx="790">
                <c:v>0.79</c:v>
              </c:pt>
              <c:pt idx="791">
                <c:v>0.791</c:v>
              </c:pt>
              <c:pt idx="792">
                <c:v>0.7919999999999999</c:v>
              </c:pt>
              <c:pt idx="793">
                <c:v>0.7930000000000001</c:v>
              </c:pt>
              <c:pt idx="794">
                <c:v>0.794</c:v>
              </c:pt>
              <c:pt idx="795">
                <c:v>0.795</c:v>
              </c:pt>
              <c:pt idx="796">
                <c:v>0.796</c:v>
              </c:pt>
              <c:pt idx="797">
                <c:v>0.7970000000000002</c:v>
              </c:pt>
              <c:pt idx="798">
                <c:v>0.798</c:v>
              </c:pt>
              <c:pt idx="799">
                <c:v>0.799</c:v>
              </c:pt>
              <c:pt idx="800">
                <c:v>0.8</c:v>
              </c:pt>
              <c:pt idx="801">
                <c:v>0.8009999999999999</c:v>
              </c:pt>
              <c:pt idx="802">
                <c:v>0.802</c:v>
              </c:pt>
              <c:pt idx="803">
                <c:v>0.803</c:v>
              </c:pt>
              <c:pt idx="804">
                <c:v>0.804</c:v>
              </c:pt>
              <c:pt idx="805">
                <c:v>0.8049999999999999</c:v>
              </c:pt>
              <c:pt idx="806">
                <c:v>0.806</c:v>
              </c:pt>
              <c:pt idx="807">
                <c:v>0.807</c:v>
              </c:pt>
              <c:pt idx="808">
                <c:v>0.808</c:v>
              </c:pt>
              <c:pt idx="809">
                <c:v>0.8089999999999999</c:v>
              </c:pt>
              <c:pt idx="810">
                <c:v>0.8100000000000002</c:v>
              </c:pt>
              <c:pt idx="811">
                <c:v>0.811</c:v>
              </c:pt>
              <c:pt idx="812">
                <c:v>0.812</c:v>
              </c:pt>
              <c:pt idx="813">
                <c:v>0.813</c:v>
              </c:pt>
              <c:pt idx="814">
                <c:v>0.8140000000000002</c:v>
              </c:pt>
              <c:pt idx="815">
                <c:v>0.8150000000000001</c:v>
              </c:pt>
              <c:pt idx="816">
                <c:v>0.8160000000000001</c:v>
              </c:pt>
              <c:pt idx="817">
                <c:v>0.817</c:v>
              </c:pt>
              <c:pt idx="818">
                <c:v>0.8180000000000002</c:v>
              </c:pt>
              <c:pt idx="819">
                <c:v>0.8190000000000001</c:v>
              </c:pt>
              <c:pt idx="820">
                <c:v>0.8200000000000001</c:v>
              </c:pt>
              <c:pt idx="821">
                <c:v>0.8210000000000001</c:v>
              </c:pt>
              <c:pt idx="822">
                <c:v>0.8220000000000002</c:v>
              </c:pt>
              <c:pt idx="823">
                <c:v>0.8230000000000001</c:v>
              </c:pt>
              <c:pt idx="824">
                <c:v>0.8240000000000001</c:v>
              </c:pt>
              <c:pt idx="825">
                <c:v>0.8250000000000001</c:v>
              </c:pt>
              <c:pt idx="826">
                <c:v>0.826</c:v>
              </c:pt>
              <c:pt idx="827">
                <c:v>0.8270000000000001</c:v>
              </c:pt>
              <c:pt idx="828">
                <c:v>0.8280000000000001</c:v>
              </c:pt>
              <c:pt idx="829">
                <c:v>0.8290000000000001</c:v>
              </c:pt>
              <c:pt idx="830">
                <c:v>0.83</c:v>
              </c:pt>
              <c:pt idx="831">
                <c:v>0.8310000000000001</c:v>
              </c:pt>
              <c:pt idx="832">
                <c:v>0.8320000000000001</c:v>
              </c:pt>
              <c:pt idx="833">
                <c:v>0.8330000000000001</c:v>
              </c:pt>
              <c:pt idx="834">
                <c:v>0.834</c:v>
              </c:pt>
              <c:pt idx="835">
                <c:v>0.835</c:v>
              </c:pt>
              <c:pt idx="836">
                <c:v>0.836</c:v>
              </c:pt>
              <c:pt idx="837">
                <c:v>0.8370000000000001</c:v>
              </c:pt>
              <c:pt idx="838">
                <c:v>0.838</c:v>
              </c:pt>
              <c:pt idx="839">
                <c:v>0.839</c:v>
              </c:pt>
              <c:pt idx="840">
                <c:v>0.84</c:v>
              </c:pt>
              <c:pt idx="841">
                <c:v>0.8409999999999999</c:v>
              </c:pt>
              <c:pt idx="842">
                <c:v>0.842</c:v>
              </c:pt>
              <c:pt idx="843">
                <c:v>0.843</c:v>
              </c:pt>
              <c:pt idx="844">
                <c:v>0.844</c:v>
              </c:pt>
              <c:pt idx="845">
                <c:v>0.8449999999999999</c:v>
              </c:pt>
              <c:pt idx="846">
                <c:v>0.8460000000000001</c:v>
              </c:pt>
              <c:pt idx="847">
                <c:v>0.847</c:v>
              </c:pt>
              <c:pt idx="848">
                <c:v>0.848</c:v>
              </c:pt>
              <c:pt idx="849">
                <c:v>0.8489999999999999</c:v>
              </c:pt>
              <c:pt idx="850">
                <c:v>0.8500000000000001</c:v>
              </c:pt>
              <c:pt idx="851">
                <c:v>0.851</c:v>
              </c:pt>
              <c:pt idx="852">
                <c:v>0.852</c:v>
              </c:pt>
              <c:pt idx="853">
                <c:v>0.8529999999999999</c:v>
              </c:pt>
              <c:pt idx="854">
                <c:v>0.8540000000000001</c:v>
              </c:pt>
              <c:pt idx="855">
                <c:v>0.855</c:v>
              </c:pt>
              <c:pt idx="856">
                <c:v>0.856</c:v>
              </c:pt>
              <c:pt idx="857">
                <c:v>0.857</c:v>
              </c:pt>
              <c:pt idx="858">
                <c:v>0.8580000000000001</c:v>
              </c:pt>
              <c:pt idx="859">
                <c:v>0.859</c:v>
              </c:pt>
              <c:pt idx="860">
                <c:v>0.86</c:v>
              </c:pt>
              <c:pt idx="861">
                <c:v>0.861</c:v>
              </c:pt>
              <c:pt idx="862">
                <c:v>0.8620000000000001</c:v>
              </c:pt>
              <c:pt idx="863">
                <c:v>0.863</c:v>
              </c:pt>
              <c:pt idx="864">
                <c:v>0.864</c:v>
              </c:pt>
              <c:pt idx="865">
                <c:v>0.865</c:v>
              </c:pt>
              <c:pt idx="866">
                <c:v>0.8659999999999999</c:v>
              </c:pt>
              <c:pt idx="867">
                <c:v>0.867</c:v>
              </c:pt>
              <c:pt idx="868">
                <c:v>0.868</c:v>
              </c:pt>
              <c:pt idx="869">
                <c:v>0.869</c:v>
              </c:pt>
              <c:pt idx="870">
                <c:v>0.8699999999999999</c:v>
              </c:pt>
              <c:pt idx="871">
                <c:v>0.8710000000000001</c:v>
              </c:pt>
              <c:pt idx="872">
                <c:v>0.872</c:v>
              </c:pt>
              <c:pt idx="873">
                <c:v>0.873</c:v>
              </c:pt>
              <c:pt idx="874">
                <c:v>0.8739999999999999</c:v>
              </c:pt>
              <c:pt idx="875">
                <c:v>0.8750000000000001</c:v>
              </c:pt>
              <c:pt idx="876">
                <c:v>0.876</c:v>
              </c:pt>
              <c:pt idx="877">
                <c:v>0.877</c:v>
              </c:pt>
              <c:pt idx="878">
                <c:v>0.8779999999999999</c:v>
              </c:pt>
              <c:pt idx="879">
                <c:v>0.8790000000000001</c:v>
              </c:pt>
              <c:pt idx="880">
                <c:v>0.88</c:v>
              </c:pt>
              <c:pt idx="881">
                <c:v>0.881</c:v>
              </c:pt>
              <c:pt idx="882">
                <c:v>0.882</c:v>
              </c:pt>
              <c:pt idx="883">
                <c:v>0.8830000000000001</c:v>
              </c:pt>
              <c:pt idx="884">
                <c:v>0.884</c:v>
              </c:pt>
              <c:pt idx="885">
                <c:v>0.885</c:v>
              </c:pt>
              <c:pt idx="886">
                <c:v>0.886</c:v>
              </c:pt>
              <c:pt idx="887">
                <c:v>0.8870000000000001</c:v>
              </c:pt>
              <c:pt idx="888">
                <c:v>0.888</c:v>
              </c:pt>
              <c:pt idx="889">
                <c:v>0.889</c:v>
              </c:pt>
              <c:pt idx="890">
                <c:v>0.89</c:v>
              </c:pt>
              <c:pt idx="891">
                <c:v>0.8909999999999999</c:v>
              </c:pt>
              <c:pt idx="892">
                <c:v>0.892</c:v>
              </c:pt>
              <c:pt idx="893">
                <c:v>0.893</c:v>
              </c:pt>
              <c:pt idx="894">
                <c:v>0.894</c:v>
              </c:pt>
              <c:pt idx="895">
                <c:v>0.8949999999999999</c:v>
              </c:pt>
              <c:pt idx="896">
                <c:v>0.8960000000000001</c:v>
              </c:pt>
              <c:pt idx="897">
                <c:v>0.897</c:v>
              </c:pt>
              <c:pt idx="898">
                <c:v>0.898</c:v>
              </c:pt>
              <c:pt idx="899">
                <c:v>0.8989999999999999</c:v>
              </c:pt>
              <c:pt idx="900">
                <c:v>0.9000000000000001</c:v>
              </c:pt>
              <c:pt idx="901">
                <c:v>0.901</c:v>
              </c:pt>
              <c:pt idx="902">
                <c:v>0.902</c:v>
              </c:pt>
              <c:pt idx="903">
                <c:v>0.9029999999999999</c:v>
              </c:pt>
              <c:pt idx="904">
                <c:v>0.9040000000000001</c:v>
              </c:pt>
              <c:pt idx="905">
                <c:v>0.905</c:v>
              </c:pt>
              <c:pt idx="906">
                <c:v>0.906</c:v>
              </c:pt>
              <c:pt idx="907">
                <c:v>0.907</c:v>
              </c:pt>
              <c:pt idx="908">
                <c:v>0.9080000000000001</c:v>
              </c:pt>
              <c:pt idx="909">
                <c:v>0.909</c:v>
              </c:pt>
              <c:pt idx="910">
                <c:v>0.91</c:v>
              </c:pt>
              <c:pt idx="911">
                <c:v>0.911</c:v>
              </c:pt>
              <c:pt idx="912">
                <c:v>0.9120000000000001</c:v>
              </c:pt>
              <c:pt idx="913">
                <c:v>0.913</c:v>
              </c:pt>
              <c:pt idx="914">
                <c:v>0.914</c:v>
              </c:pt>
              <c:pt idx="915">
                <c:v>0.915</c:v>
              </c:pt>
              <c:pt idx="916">
                <c:v>0.9159999999999999</c:v>
              </c:pt>
              <c:pt idx="917">
                <c:v>0.917</c:v>
              </c:pt>
              <c:pt idx="918">
                <c:v>0.918</c:v>
              </c:pt>
              <c:pt idx="919">
                <c:v>0.919</c:v>
              </c:pt>
              <c:pt idx="920">
                <c:v>0.9199999999999999</c:v>
              </c:pt>
              <c:pt idx="921">
                <c:v>0.9210000000000002</c:v>
              </c:pt>
              <c:pt idx="922">
                <c:v>0.922</c:v>
              </c:pt>
              <c:pt idx="923">
                <c:v>0.923</c:v>
              </c:pt>
              <c:pt idx="924">
                <c:v>0.9239999999999999</c:v>
              </c:pt>
              <c:pt idx="925">
                <c:v>0.9250000000000002</c:v>
              </c:pt>
              <c:pt idx="926">
                <c:v>0.926</c:v>
              </c:pt>
              <c:pt idx="927">
                <c:v>0.927</c:v>
              </c:pt>
              <c:pt idx="928">
                <c:v>0.9279999999999999</c:v>
              </c:pt>
              <c:pt idx="929">
                <c:v>0.9290000000000002</c:v>
              </c:pt>
              <c:pt idx="930">
                <c:v>0.93</c:v>
              </c:pt>
              <c:pt idx="931">
                <c:v>0.931</c:v>
              </c:pt>
              <c:pt idx="932">
                <c:v>0.932</c:v>
              </c:pt>
              <c:pt idx="933">
                <c:v>0.9330000000000002</c:v>
              </c:pt>
              <c:pt idx="934">
                <c:v>0.934</c:v>
              </c:pt>
              <c:pt idx="935">
                <c:v>0.935</c:v>
              </c:pt>
              <c:pt idx="936">
                <c:v>0.936</c:v>
              </c:pt>
              <c:pt idx="937">
                <c:v>0.9370000000000002</c:v>
              </c:pt>
              <c:pt idx="938">
                <c:v>0.9380000000000001</c:v>
              </c:pt>
              <c:pt idx="939">
                <c:v>0.9390000000000001</c:v>
              </c:pt>
              <c:pt idx="940">
                <c:v>0.9400000000000001</c:v>
              </c:pt>
              <c:pt idx="941">
                <c:v>0.941</c:v>
              </c:pt>
              <c:pt idx="942">
                <c:v>0.9420000000000001</c:v>
              </c:pt>
              <c:pt idx="943">
                <c:v>0.9430000000000001</c:v>
              </c:pt>
              <c:pt idx="944">
                <c:v>0.9440000000000001</c:v>
              </c:pt>
              <c:pt idx="945">
                <c:v>0.945</c:v>
              </c:pt>
              <c:pt idx="946">
                <c:v>0.9460000000000002</c:v>
              </c:pt>
              <c:pt idx="947">
                <c:v>0.9470000000000001</c:v>
              </c:pt>
              <c:pt idx="948">
                <c:v>0.9480000000000001</c:v>
              </c:pt>
              <c:pt idx="949">
                <c:v>0.949</c:v>
              </c:pt>
              <c:pt idx="950">
                <c:v>0.9500000000000002</c:v>
              </c:pt>
              <c:pt idx="951">
                <c:v>0.9510000000000001</c:v>
              </c:pt>
              <c:pt idx="952">
                <c:v>0.9520000000000001</c:v>
              </c:pt>
              <c:pt idx="953">
                <c:v>0.953</c:v>
              </c:pt>
              <c:pt idx="954">
                <c:v>0.9540000000000002</c:v>
              </c:pt>
              <c:pt idx="955">
                <c:v>0.9550000000000001</c:v>
              </c:pt>
              <c:pt idx="956">
                <c:v>0.9560000000000001</c:v>
              </c:pt>
              <c:pt idx="957">
                <c:v>0.9570000000000001</c:v>
              </c:pt>
              <c:pt idx="958">
                <c:v>0.9580000000000002</c:v>
              </c:pt>
              <c:pt idx="959">
                <c:v>0.9590000000000001</c:v>
              </c:pt>
              <c:pt idx="960">
                <c:v>0.9599999999999999</c:v>
              </c:pt>
              <c:pt idx="961">
                <c:v>0.9610000000000001</c:v>
              </c:pt>
              <c:pt idx="962">
                <c:v>0.962</c:v>
              </c:pt>
              <c:pt idx="963">
                <c:v>0.963</c:v>
              </c:pt>
              <c:pt idx="964">
                <c:v>0.9639999999999999</c:v>
              </c:pt>
              <c:pt idx="965">
                <c:v>0.9650000000000001</c:v>
              </c:pt>
              <c:pt idx="966">
                <c:v>0.966</c:v>
              </c:pt>
              <c:pt idx="967">
                <c:v>0.967</c:v>
              </c:pt>
              <c:pt idx="968">
                <c:v>0.968</c:v>
              </c:pt>
              <c:pt idx="969">
                <c:v>0.9690000000000001</c:v>
              </c:pt>
              <c:pt idx="970">
                <c:v>0.97</c:v>
              </c:pt>
              <c:pt idx="971">
                <c:v>0.971</c:v>
              </c:pt>
              <c:pt idx="972">
                <c:v>0.972</c:v>
              </c:pt>
              <c:pt idx="973">
                <c:v>0.9730000000000001</c:v>
              </c:pt>
              <c:pt idx="974">
                <c:v>0.974</c:v>
              </c:pt>
              <c:pt idx="975">
                <c:v>0.975</c:v>
              </c:pt>
              <c:pt idx="976">
                <c:v>0.976</c:v>
              </c:pt>
              <c:pt idx="977">
                <c:v>0.9769999999999999</c:v>
              </c:pt>
              <c:pt idx="978">
                <c:v>0.978</c:v>
              </c:pt>
              <c:pt idx="979">
                <c:v>0.979</c:v>
              </c:pt>
              <c:pt idx="980">
                <c:v>0.98</c:v>
              </c:pt>
              <c:pt idx="981">
                <c:v>0.9809999999999999</c:v>
              </c:pt>
              <c:pt idx="982">
                <c:v>0.9820000000000001</c:v>
              </c:pt>
              <c:pt idx="983">
                <c:v>0.983</c:v>
              </c:pt>
              <c:pt idx="984">
                <c:v>0.984</c:v>
              </c:pt>
              <c:pt idx="985">
                <c:v>0.9849999999999999</c:v>
              </c:pt>
              <c:pt idx="986">
                <c:v>0.9860000000000001</c:v>
              </c:pt>
              <c:pt idx="987">
                <c:v>0.987</c:v>
              </c:pt>
              <c:pt idx="988">
                <c:v>0.988</c:v>
              </c:pt>
              <c:pt idx="989">
                <c:v>0.9889999999999999</c:v>
              </c:pt>
              <c:pt idx="990">
                <c:v>0.9900000000000001</c:v>
              </c:pt>
              <c:pt idx="991">
                <c:v>0.991</c:v>
              </c:pt>
              <c:pt idx="992">
                <c:v>0.992</c:v>
              </c:pt>
              <c:pt idx="993">
                <c:v>0.993</c:v>
              </c:pt>
              <c:pt idx="994">
                <c:v>0.9940000000000001</c:v>
              </c:pt>
              <c:pt idx="995">
                <c:v>0.995</c:v>
              </c:pt>
              <c:pt idx="996">
                <c:v>0.996</c:v>
              </c:pt>
              <c:pt idx="997">
                <c:v>0.997</c:v>
              </c:pt>
              <c:pt idx="998">
                <c:v>0.9980000000000001</c:v>
              </c:pt>
              <c:pt idx="999">
                <c:v>0.999</c:v>
              </c:pt>
              <c:pt idx="1000">
                <c:v>1</c:v>
              </c:pt>
            </c:numLit>
          </c:xVal>
          <c:yVal>
            <c:numLit>
              <c:formatCode>0.0</c:formatCode>
              <c:ptCount val="1001"/>
              <c:pt idx="0">
                <c:v>0.39009136132164524</c:v>
              </c:pt>
              <c:pt idx="1">
                <c:v>0.3900909640989681</c:v>
              </c:pt>
              <c:pt idx="2">
                <c:v>0.39008977243082765</c:v>
              </c:pt>
              <c:pt idx="3">
                <c:v>0.39008778631689645</c:v>
              </c:pt>
              <c:pt idx="4">
                <c:v>0.3900850057566287</c:v>
              </c:pt>
              <c:pt idx="5">
                <c:v>0.39008143074925994</c:v>
              </c:pt>
              <c:pt idx="6">
                <c:v>0.3900770612938066</c:v>
              </c:pt>
              <c:pt idx="7">
                <c:v>0.39007189738906545</c:v>
              </c:pt>
              <c:pt idx="8">
                <c:v>0.3900659390336132</c:v>
              </c:pt>
              <c:pt idx="9">
                <c:v>0.3900591862258055</c:v>
              </c:pt>
              <c:pt idx="10">
                <c:v>0.3900516389637765</c:v>
              </c:pt>
              <c:pt idx="11">
                <c:v>0.39004329724543746</c:v>
              </c:pt>
              <c:pt idx="12">
                <c:v>0.3900341610684762</c:v>
              </c:pt>
              <c:pt idx="13">
                <c:v>0.39002423043035556</c:v>
              </c:pt>
              <c:pt idx="14">
                <c:v>0.39001350532831225</c:v>
              </c:pt>
              <c:pt idx="15">
                <c:v>0.3900019857593555</c:v>
              </c:pt>
              <c:pt idx="16">
                <c:v>0.3899896717202659</c:v>
              </c:pt>
              <c:pt idx="17">
                <c:v>0.38997656320759305</c:v>
              </c:pt>
              <c:pt idx="18">
                <c:v>0.3899626602176545</c:v>
              </c:pt>
              <c:pt idx="19">
                <c:v>0.389947962746534</c:v>
              </c:pt>
              <c:pt idx="20">
                <c:v>0.38993247079007903</c:v>
              </c:pt>
              <c:pt idx="21">
                <c:v>0.3899161843438992</c:v>
              </c:pt>
              <c:pt idx="22">
                <c:v>0.3898991034033641</c:v>
              </c:pt>
              <c:pt idx="23">
                <c:v>0.389881227963601</c:v>
              </c:pt>
              <c:pt idx="24">
                <c:v>0.3898625580194922</c:v>
              </c:pt>
              <c:pt idx="25">
                <c:v>0.38984309356567326</c:v>
              </c:pt>
              <c:pt idx="26">
                <c:v>0.3898228345965297</c:v>
              </c:pt>
              <c:pt idx="27">
                <c:v>0.38980178110619484</c:v>
              </c:pt>
              <c:pt idx="28">
                <c:v>0.38977993308854675</c:v>
              </c:pt>
              <c:pt idx="29">
                <c:v>0.38975729053720554</c:v>
              </c:pt>
              <c:pt idx="30">
                <c:v>0.3897338534455301</c:v>
              </c:pt>
              <c:pt idx="31">
                <c:v>0.3897096218066153</c:v>
              </c:pt>
              <c:pt idx="32">
                <c:v>0.3896845956132886</c:v>
              </c:pt>
              <c:pt idx="33">
                <c:v>0.3896587748581068</c:v>
              </c:pt>
              <c:pt idx="34">
                <c:v>0.38963215953335245</c:v>
              </c:pt>
              <c:pt idx="35">
                <c:v>0.38960474963103076</c:v>
              </c:pt>
              <c:pt idx="36">
                <c:v>0.3895765451428653</c:v>
              </c:pt>
              <c:pt idx="37">
                <c:v>0.38954754606029485</c:v>
              </c:pt>
              <c:pt idx="38">
                <c:v>0.3895177523744691</c:v>
              </c:pt>
              <c:pt idx="39">
                <c:v>0.3894871640762451</c:v>
              </c:pt>
              <c:pt idx="40">
                <c:v>0.3894557811561829</c:v>
              </c:pt>
              <c:pt idx="41">
                <c:v>0.3894236036045415</c:v>
              </c:pt>
              <c:pt idx="42">
                <c:v>0.38939063141127445</c:v>
              </c:pt>
              <c:pt idx="43">
                <c:v>0.38935686456602553</c:v>
              </c:pt>
              <c:pt idx="44">
                <c:v>0.38932230305812454</c:v>
              </c:pt>
              <c:pt idx="45">
                <c:v>0.3892869468765822</c:v>
              </c:pt>
              <c:pt idx="46">
                <c:v>0.3892507960100859</c:v>
              </c:pt>
              <c:pt idx="47">
                <c:v>0.38921385044699464</c:v>
              </c:pt>
              <c:pt idx="48">
                <c:v>0.38917611017533416</c:v>
              </c:pt>
              <c:pt idx="49">
                <c:v>0.3891375751827919</c:v>
              </c:pt>
              <c:pt idx="50">
                <c:v>0.38909824545671223</c:v>
              </c:pt>
              <c:pt idx="51">
                <c:v>0.38905812098409076</c:v>
              </c:pt>
              <c:pt idx="52">
                <c:v>0.3890172017515692</c:v>
              </c:pt>
              <c:pt idx="53">
                <c:v>0.3889754877454301</c:v>
              </c:pt>
              <c:pt idx="54">
                <c:v>0.3889329789515912</c:v>
              </c:pt>
              <c:pt idx="55">
                <c:v>0.38888967535559954</c:v>
              </c:pt>
              <c:pt idx="56">
                <c:v>0.3888455769426264</c:v>
              </c:pt>
              <c:pt idx="57">
                <c:v>0.38880068369746074</c:v>
              </c:pt>
              <c:pt idx="58">
                <c:v>0.38875499560450355</c:v>
              </c:pt>
              <c:pt idx="59">
                <c:v>0.3887085126477623</c:v>
              </c:pt>
              <c:pt idx="60">
                <c:v>0.38866123481084386</c:v>
              </c:pt>
              <c:pt idx="61">
                <c:v>0.38861316207694907</c:v>
              </c:pt>
              <c:pt idx="62">
                <c:v>0.3885642944288662</c:v>
              </c:pt>
              <c:pt idx="63">
                <c:v>0.38851463184896406</c:v>
              </c:pt>
              <c:pt idx="64">
                <c:v>0.3884641743191864</c:v>
              </c:pt>
              <c:pt idx="65">
                <c:v>0.3884129218210442</c:v>
              </c:pt>
              <c:pt idx="66">
                <c:v>0.3883608743356099</c:v>
              </c:pt>
              <c:pt idx="67">
                <c:v>0.38830803184351004</c:v>
              </c:pt>
              <c:pt idx="68">
                <c:v>0.3882543943249183</c:v>
              </c:pt>
              <c:pt idx="69">
                <c:v>0.38819996175954896</c:v>
              </c:pt>
              <c:pt idx="70">
                <c:v>0.3881447341266493</c:v>
              </c:pt>
              <c:pt idx="71">
                <c:v>0.3880887114049926</c:v>
              </c:pt>
              <c:pt idx="72">
                <c:v>0.3880318935728708</c:v>
              </c:pt>
              <c:pt idx="73">
                <c:v>0.38797428060808725</c:v>
              </c:pt>
              <c:pt idx="74">
                <c:v>0.3879158724879489</c:v>
              </c:pt>
              <c:pt idx="75">
                <c:v>0.38785666918925915</c:v>
              </c:pt>
              <c:pt idx="76">
                <c:v>0.3877966706883097</c:v>
              </c:pt>
              <c:pt idx="77">
                <c:v>0.3877358769608732</c:v>
              </c:pt>
              <c:pt idx="78">
                <c:v>0.387674287982195</c:v>
              </c:pt>
              <c:pt idx="79">
                <c:v>0.3876119037269856</c:v>
              </c:pt>
              <c:pt idx="80">
                <c:v>0.38754872416941244</c:v>
              </c:pt>
              <c:pt idx="81">
                <c:v>0.38748474928309146</c:v>
              </c:pt>
              <c:pt idx="82">
                <c:v>0.3874199790410795</c:v>
              </c:pt>
              <c:pt idx="83">
                <c:v>0.3873544134158653</c:v>
              </c:pt>
              <c:pt idx="84">
                <c:v>0.3872880523793617</c:v>
              </c:pt>
              <c:pt idx="85">
                <c:v>0.3872208959028969</c:v>
              </c:pt>
              <c:pt idx="86">
                <c:v>0.3871529439572056</c:v>
              </c:pt>
              <c:pt idx="87">
                <c:v>0.3870841965124209</c:v>
              </c:pt>
              <c:pt idx="88">
                <c:v>0.38701465353806525</c:v>
              </c:pt>
              <c:pt idx="89">
                <c:v>0.3869443150030415</c:v>
              </c:pt>
              <c:pt idx="90">
                <c:v>0.38687318087562406</c:v>
              </c:pt>
              <c:pt idx="91">
                <c:v>0.3868012511234503</c:v>
              </c:pt>
              <c:pt idx="92">
                <c:v>0.38672852571351096</c:v>
              </c:pt>
              <c:pt idx="93">
                <c:v>0.3866550046121409</c:v>
              </c:pt>
              <c:pt idx="94">
                <c:v>0.38658068778501065</c:v>
              </c:pt>
              <c:pt idx="95">
                <c:v>0.386505575197116</c:v>
              </c:pt>
              <c:pt idx="96">
                <c:v>0.3864296668127695</c:v>
              </c:pt>
              <c:pt idx="97">
                <c:v>0.3863529625955906</c:v>
              </c:pt>
              <c:pt idx="98">
                <c:v>0.3862754625084958</c:v>
              </c:pt>
              <c:pt idx="99">
                <c:v>0.38619716651368985</c:v>
              </c:pt>
              <c:pt idx="100">
                <c:v>0.38611807457265496</c:v>
              </c:pt>
              <c:pt idx="101">
                <c:v>0.386038186646142</c:v>
              </c:pt>
              <c:pt idx="102">
                <c:v>0.38595750269415985</c:v>
              </c:pt>
              <c:pt idx="103">
                <c:v>0.385876022675966</c:v>
              </c:pt>
              <c:pt idx="104">
                <c:v>0.3857937465500564</c:v>
              </c:pt>
              <c:pt idx="105">
                <c:v>0.3857106742741552</c:v>
              </c:pt>
              <c:pt idx="106">
                <c:v>0.38562680580520464</c:v>
              </c:pt>
              <c:pt idx="107">
                <c:v>0.3855421410993552</c:v>
              </c:pt>
              <c:pt idx="108">
                <c:v>0.38545668011195483</c:v>
              </c:pt>
              <c:pt idx="109">
                <c:v>0.38537042279753875</c:v>
              </c:pt>
              <c:pt idx="110">
                <c:v>0.38528336910981914</c:v>
              </c:pt>
              <c:pt idx="111">
                <c:v>0.3851955190016747</c:v>
              </c:pt>
              <c:pt idx="112">
                <c:v>0.38510687242513975</c:v>
              </c:pt>
              <c:pt idx="113">
                <c:v>0.385017429331394</c:v>
              </c:pt>
              <c:pt idx="114">
                <c:v>0.38492718967075157</c:v>
              </c:pt>
              <c:pt idx="115">
                <c:v>0.38483615339265054</c:v>
              </c:pt>
              <c:pt idx="116">
                <c:v>0.384744320445642</c:v>
              </c:pt>
              <c:pt idx="117">
                <c:v>0.3846516907773791</c:v>
              </c:pt>
              <c:pt idx="118">
                <c:v>0.38455826433460627</c:v>
              </c:pt>
              <c:pt idx="119">
                <c:v>0.38446404106314835</c:v>
              </c:pt>
              <c:pt idx="120">
                <c:v>0.38436902090789926</c:v>
              </c:pt>
              <c:pt idx="121">
                <c:v>0.38427320381281127</c:v>
              </c:pt>
              <c:pt idx="122">
                <c:v>0.38417658972088353</c:v>
              </c:pt>
              <c:pt idx="123">
                <c:v>0.38407917857415125</c:v>
              </c:pt>
              <c:pt idx="124">
                <c:v>0.3839809703136742</c:v>
              </c:pt>
              <c:pt idx="125">
                <c:v>0.38388196487952553</c:v>
              </c:pt>
              <c:pt idx="126">
                <c:v>0.38378216221078043</c:v>
              </c:pt>
              <c:pt idx="127">
                <c:v>0.3836815622455048</c:v>
              </c:pt>
              <c:pt idx="128">
                <c:v>0.383580164920744</c:v>
              </c:pt>
              <c:pt idx="129">
                <c:v>0.38347797017251084</c:v>
              </c:pt>
              <c:pt idx="130">
                <c:v>0.3833749779357748</c:v>
              </c:pt>
              <c:pt idx="131">
                <c:v>0.38327118814445</c:v>
              </c:pt>
              <c:pt idx="132">
                <c:v>0.38316660073138387</c:v>
              </c:pt>
              <c:pt idx="133">
                <c:v>0.3830612156283455</c:v>
              </c:pt>
              <c:pt idx="134">
                <c:v>0.3829550327660138</c:v>
              </c:pt>
              <c:pt idx="135">
                <c:v>0.3828480520739661</c:v>
              </c:pt>
              <c:pt idx="136">
                <c:v>0.38274027348066664</c:v>
              </c:pt>
              <c:pt idx="137">
                <c:v>0.3826316969134541</c:v>
              </c:pt>
              <c:pt idx="138">
                <c:v>0.3825223222985305</c:v>
              </c:pt>
              <c:pt idx="139">
                <c:v>0.3824121495609493</c:v>
              </c:pt>
              <c:pt idx="140">
                <c:v>0.38230117862460344</c:v>
              </c:pt>
              <c:pt idx="141">
                <c:v>0.3821894094122133</c:v>
              </c:pt>
              <c:pt idx="142">
                <c:v>0.38207684184531565</c:v>
              </c:pt>
              <c:pt idx="143">
                <c:v>0.3819634758442509</c:v>
              </c:pt>
              <c:pt idx="144">
                <c:v>0.38184931132815164</c:v>
              </c:pt>
              <c:pt idx="145">
                <c:v>0.3817343482149307</c:v>
              </c:pt>
              <c:pt idx="146">
                <c:v>0.38161858642126906</c:v>
              </c:pt>
              <c:pt idx="147">
                <c:v>0.38150202586260445</c:v>
              </c:pt>
              <c:pt idx="148">
                <c:v>0.3813846664531186</c:v>
              </c:pt>
              <c:pt idx="149">
                <c:v>0.38126650810572615</c:v>
              </c:pt>
              <c:pt idx="150">
                <c:v>0.381147550732062</c:v>
              </c:pt>
              <c:pt idx="151">
                <c:v>0.3810277942424699</c:v>
              </c:pt>
              <c:pt idx="152">
                <c:v>0.38090723854599</c:v>
              </c:pt>
              <c:pt idx="153">
                <c:v>0.3807858835503475</c:v>
              </c:pt>
              <c:pt idx="154">
                <c:v>0.3806637291619402</c:v>
              </c:pt>
              <c:pt idx="155">
                <c:v>0.3805407752858268</c:v>
              </c:pt>
              <c:pt idx="156">
                <c:v>0.38041702182571496</c:v>
              </c:pt>
              <c:pt idx="157">
                <c:v>0.3802924686839494</c:v>
              </c:pt>
              <c:pt idx="158">
                <c:v>0.3801671157614999</c:v>
              </c:pt>
              <c:pt idx="159">
                <c:v>0.3800409629579494</c:v>
              </c:pt>
              <c:pt idx="160">
                <c:v>0.3799140101714825</c:v>
              </c:pt>
              <c:pt idx="161">
                <c:v>0.379786257298873</c:v>
              </c:pt>
              <c:pt idx="162">
                <c:v>0.37965770423547257</c:v>
              </c:pt>
              <c:pt idx="163">
                <c:v>0.3795283508751988</c:v>
              </c:pt>
              <c:pt idx="164">
                <c:v>0.3793981971105233</c:v>
              </c:pt>
              <c:pt idx="165">
                <c:v>0.3792672428324602</c:v>
              </c:pt>
              <c:pt idx="166">
                <c:v>0.3791354879305543</c:v>
              </c:pt>
              <c:pt idx="167">
                <c:v>0.37900293229286924</c:v>
              </c:pt>
              <c:pt idx="168">
                <c:v>0.37886957580597636</c:v>
              </c:pt>
              <c:pt idx="169">
                <c:v>0.37873541835494257</c:v>
              </c:pt>
              <c:pt idx="170">
                <c:v>0.37860045982331897</c:v>
              </c:pt>
              <c:pt idx="171">
                <c:v>0.3784647000931296</c:v>
              </c:pt>
              <c:pt idx="172">
                <c:v>0.3783281390448597</c:v>
              </c:pt>
              <c:pt idx="173">
                <c:v>0.3781907765574443</c:v>
              </c:pt>
              <c:pt idx="174">
                <c:v>0.3780526125082571</c:v>
              </c:pt>
              <c:pt idx="175">
                <c:v>0.377913646773099</c:v>
              </c:pt>
              <c:pt idx="176">
                <c:v>0.377773879226187</c:v>
              </c:pt>
              <c:pt idx="177">
                <c:v>0.37763330974014286</c:v>
              </c:pt>
              <c:pt idx="178">
                <c:v>0.3774919381859822</c:v>
              </c:pt>
              <c:pt idx="179">
                <c:v>0.37734976443310336</c:v>
              </c:pt>
              <c:pt idx="180">
                <c:v>0.37720678834927646</c:v>
              </c:pt>
              <c:pt idx="181">
                <c:v>0.3770630098006325</c:v>
              </c:pt>
              <c:pt idx="182">
                <c:v>0.3769184286516528</c:v>
              </c:pt>
              <c:pt idx="183">
                <c:v>0.3767730447651579</c:v>
              </c:pt>
              <c:pt idx="184">
                <c:v>0.3766268580022971</c:v>
              </c:pt>
              <c:pt idx="185">
                <c:v>0.37647986822253815</c:v>
              </c:pt>
              <c:pt idx="186">
                <c:v>0.3763320752836564</c:v>
              </c:pt>
              <c:pt idx="187">
                <c:v>0.3761834790417248</c:v>
              </c:pt>
              <c:pt idx="188">
                <c:v>0.37603407935110333</c:v>
              </c:pt>
              <c:pt idx="189">
                <c:v>0.37588387606442947</c:v>
              </c:pt>
              <c:pt idx="190">
                <c:v>0.37573286903260705</c:v>
              </c:pt>
              <c:pt idx="191">
                <c:v>0.37558105810479764</c:v>
              </c:pt>
              <c:pt idx="192">
                <c:v>0.3754284431284097</c:v>
              </c:pt>
              <c:pt idx="193">
                <c:v>0.37527502394908935</c:v>
              </c:pt>
              <c:pt idx="194">
                <c:v>0.3751208004107109</c:v>
              </c:pt>
              <c:pt idx="195">
                <c:v>0.374965772355367</c:v>
              </c:pt>
              <c:pt idx="196">
                <c:v>0.3748099396233596</c:v>
              </c:pt>
              <c:pt idx="197">
                <c:v>0.37465330205319086</c:v>
              </c:pt>
              <c:pt idx="198">
                <c:v>0.3744958594815536</c:v>
              </c:pt>
              <c:pt idx="199">
                <c:v>0.37433761174332314</c:v>
              </c:pt>
              <c:pt idx="200">
                <c:v>0.3741785586715477</c:v>
              </c:pt>
              <c:pt idx="201">
                <c:v>0.37401870009744054</c:v>
              </c:pt>
              <c:pt idx="202">
                <c:v>0.3738580358503709</c:v>
              </c:pt>
              <c:pt idx="203">
                <c:v>0.3736965657578562</c:v>
              </c:pt>
              <c:pt idx="204">
                <c:v>0.37353428964555335</c:v>
              </c:pt>
              <c:pt idx="205">
                <c:v>0.3733712073372512</c:v>
              </c:pt>
              <c:pt idx="206">
                <c:v>0.37320731865486245</c:v>
              </c:pt>
              <c:pt idx="207">
                <c:v>0.37304262341841626</c:v>
              </c:pt>
              <c:pt idx="208">
                <c:v>0.3728771214460506</c:v>
              </c:pt>
              <c:pt idx="209">
                <c:v>0.3727108125540049</c:v>
              </c:pt>
              <c:pt idx="210">
                <c:v>0.37254369655661324</c:v>
              </c:pt>
              <c:pt idx="211">
                <c:v>0.37237577326629706</c:v>
              </c:pt>
              <c:pt idx="212">
                <c:v>0.3722070424935589</c:v>
              </c:pt>
              <c:pt idx="213">
                <c:v>0.37203750404697544</c:v>
              </c:pt>
              <c:pt idx="214">
                <c:v>0.37186715773319146</c:v>
              </c:pt>
              <c:pt idx="215">
                <c:v>0.3716960033569136</c:v>
              </c:pt>
              <c:pt idx="216">
                <c:v>0.3715240407209047</c:v>
              </c:pt>
              <c:pt idx="217">
                <c:v>0.371351269625978</c:v>
              </c:pt>
              <c:pt idx="218">
                <c:v>0.3711776898709914</c:v>
              </c:pt>
              <c:pt idx="219">
                <c:v>0.37100330125284287</c:v>
              </c:pt>
              <c:pt idx="220">
                <c:v>0.3708281035664649</c:v>
              </c:pt>
              <c:pt idx="221">
                <c:v>0.3706520966048199</c:v>
              </c:pt>
              <c:pt idx="222">
                <c:v>0.37047528015889614</c:v>
              </c:pt>
              <c:pt idx="223">
                <c:v>0.37029765401770276</c:v>
              </c:pt>
              <c:pt idx="224">
                <c:v>0.3701192179682664</c:v>
              </c:pt>
              <c:pt idx="225">
                <c:v>0.36993997179562693</c:v>
              </c:pt>
              <c:pt idx="226">
                <c:v>0.3697599152828345</c:v>
              </c:pt>
              <c:pt idx="227">
                <c:v>0.3695790482109459</c:v>
              </c:pt>
              <c:pt idx="228">
                <c:v>0.3693973703590218</c:v>
              </c:pt>
              <c:pt idx="229">
                <c:v>0.3692148815041243</c:v>
              </c:pt>
              <c:pt idx="230">
                <c:v>0.369031581421314</c:v>
              </c:pt>
              <c:pt idx="231">
                <c:v>0.3688474698836483</c:v>
              </c:pt>
              <c:pt idx="232">
                <c:v>0.36866254666217985</c:v>
              </c:pt>
              <c:pt idx="233">
                <c:v>0.3684768115259544</c:v>
              </c:pt>
              <c:pt idx="234">
                <c:v>0.3682902642420103</c:v>
              </c:pt>
              <c:pt idx="235">
                <c:v>0.3681029045753769</c:v>
              </c:pt>
              <c:pt idx="236">
                <c:v>0.36791473228907495</c:v>
              </c:pt>
              <c:pt idx="237">
                <c:v>0.3677257471441153</c:v>
              </c:pt>
              <c:pt idx="238">
                <c:v>0.36753594889949986</c:v>
              </c:pt>
              <c:pt idx="239">
                <c:v>0.3673453373122215</c:v>
              </c:pt>
              <c:pt idx="240">
                <c:v>0.3671539121372651</c:v>
              </c:pt>
              <c:pt idx="241">
                <c:v>0.36696167312760847</c:v>
              </c:pt>
              <c:pt idx="242">
                <c:v>0.36676862003422417</c:v>
              </c:pt>
              <c:pt idx="243">
                <c:v>0.3665747526060807</c:v>
              </c:pt>
              <c:pt idx="244">
                <c:v>0.36638007059014543</c:v>
              </c:pt>
              <c:pt idx="245">
                <c:v>0.36618457373138663</c:v>
              </c:pt>
              <c:pt idx="246">
                <c:v>0.3659882617727766</c:v>
              </c:pt>
              <c:pt idx="247">
                <c:v>0.36579113445529515</c:v>
              </c:pt>
              <c:pt idx="248">
                <c:v>0.3655931915179328</c:v>
              </c:pt>
              <c:pt idx="249">
                <c:v>0.3653944326976955</c:v>
              </c:pt>
              <c:pt idx="250">
                <c:v>0.3651948577296088</c:v>
              </c:pt>
              <c:pt idx="251">
                <c:v>0.3649944663467227</c:v>
              </c:pt>
              <c:pt idx="252">
                <c:v>0.36479325828011727</c:v>
              </c:pt>
              <c:pt idx="253">
                <c:v>0.364591233258908</c:v>
              </c:pt>
              <c:pt idx="254">
                <c:v>0.36438839101025233</c:v>
              </c:pt>
              <c:pt idx="255">
                <c:v>0.364184731259356</c:v>
              </c:pt>
              <c:pt idx="256">
                <c:v>0.36398025372948023</c:v>
              </c:pt>
              <c:pt idx="257">
                <c:v>0.3637749581419494</c:v>
              </c:pt>
              <c:pt idx="258">
                <c:v>0.36356884421615837</c:v>
              </c:pt>
              <c:pt idx="259">
                <c:v>0.36336191166958154</c:v>
              </c:pt>
              <c:pt idx="260">
                <c:v>0.36315416021778146</c:v>
              </c:pt>
              <c:pt idx="261">
                <c:v>0.3629455895744182</c:v>
              </c:pt>
              <c:pt idx="262">
                <c:v>0.362736199451259</c:v>
              </c:pt>
              <c:pt idx="263">
                <c:v>0.3625259895581889</c:v>
              </c:pt>
              <c:pt idx="264">
                <c:v>0.3623149596032213</c:v>
              </c:pt>
              <c:pt idx="265">
                <c:v>0.3621031092925093</c:v>
              </c:pt>
              <c:pt idx="266">
                <c:v>0.3618904383303576</c:v>
              </c:pt>
              <c:pt idx="267">
                <c:v>0.3616769464192348</c:v>
              </c:pt>
              <c:pt idx="268">
                <c:v>0.3614626332597863</c:v>
              </c:pt>
              <c:pt idx="269">
                <c:v>0.3612474985508474</c:v>
              </c:pt>
              <c:pt idx="270">
                <c:v>0.36103154198945764</c:v>
              </c:pt>
              <c:pt idx="271">
                <c:v>0.3608147632708748</c:v>
              </c:pt>
              <c:pt idx="272">
                <c:v>0.36059716208859044</c:v>
              </c:pt>
              <c:pt idx="273">
                <c:v>0.3603787381343449</c:v>
              </c:pt>
              <c:pt idx="274">
                <c:v>0.36015949109814405</c:v>
              </c:pt>
              <c:pt idx="275">
                <c:v>0.3599394206682753</c:v>
              </c:pt>
              <c:pt idx="276">
                <c:v>0.35971852653132536</c:v>
              </c:pt>
              <c:pt idx="277">
                <c:v>0.35949680837219805</c:v>
              </c:pt>
              <c:pt idx="278">
                <c:v>0.3592742658741328</c:v>
              </c:pt>
              <c:pt idx="279">
                <c:v>0.3590508987187234</c:v>
              </c:pt>
              <c:pt idx="280">
                <c:v>0.35882670658593807</c:v>
              </c:pt>
              <c:pt idx="281">
                <c:v>0.3586016891541395</c:v>
              </c:pt>
              <c:pt idx="282">
                <c:v>0.35837584610010603</c:v>
              </c:pt>
              <c:pt idx="283">
                <c:v>0.35814917709905286</c:v>
              </c:pt>
              <c:pt idx="284">
                <c:v>0.3579216818246547</c:v>
              </c:pt>
              <c:pt idx="285">
                <c:v>0.35769335994906815</c:v>
              </c:pt>
              <c:pt idx="286">
                <c:v>0.35746421114295546</c:v>
              </c:pt>
              <c:pt idx="287">
                <c:v>0.35723423507550855</c:v>
              </c:pt>
              <c:pt idx="288">
                <c:v>0.35700343141447427</c:v>
              </c:pt>
              <c:pt idx="289">
                <c:v>0.35677179982617924</c:v>
              </c:pt>
              <c:pt idx="290">
                <c:v>0.35653933997555665</c:v>
              </c:pt>
              <c:pt idx="291">
                <c:v>0.35630605152617273</c:v>
              </c:pt>
              <c:pt idx="292">
                <c:v>0.35607193414025484</c:v>
              </c:pt>
              <c:pt idx="293">
                <c:v>0.3558369874787193</c:v>
              </c:pt>
              <c:pt idx="294">
                <c:v>0.3556012112012005</c:v>
              </c:pt>
              <c:pt idx="295">
                <c:v>0.3553646049660811</c:v>
              </c:pt>
              <c:pt idx="296">
                <c:v>0.35512716843052206</c:v>
              </c:pt>
              <c:pt idx="297">
                <c:v>0.35488890125049416</c:v>
              </c:pt>
              <c:pt idx="298">
                <c:v>0.3546498030808097</c:v>
              </c:pt>
              <c:pt idx="299">
                <c:v>0.3544098735751556</c:v>
              </c:pt>
              <c:pt idx="300">
                <c:v>0.35416911238612664</c:v>
              </c:pt>
              <c:pt idx="301">
                <c:v>0.35392751916526016</c:v>
              </c:pt>
              <c:pt idx="302">
                <c:v>0.35368509356307043</c:v>
              </c:pt>
              <c:pt idx="303">
                <c:v>0.35344183522908545</c:v>
              </c:pt>
              <c:pt idx="304">
                <c:v>0.35319774381188296</c:v>
              </c:pt>
              <c:pt idx="305">
                <c:v>0.35295281895912795</c:v>
              </c:pt>
              <c:pt idx="306">
                <c:v>0.3527070603176114</c:v>
              </c:pt>
              <c:pt idx="307">
                <c:v>0.352460467533289</c:v>
              </c:pt>
              <c:pt idx="308">
                <c:v>0.3522130402513214</c:v>
              </c:pt>
              <c:pt idx="309">
                <c:v>0.3519647781161147</c:v>
              </c:pt>
              <c:pt idx="310">
                <c:v>0.35171568077136256</c:v>
              </c:pt>
              <c:pt idx="311">
                <c:v>0.35146574786008816</c:v>
              </c:pt>
              <c:pt idx="312">
                <c:v>0.3512149790246881</c:v>
              </c:pt>
              <c:pt idx="313">
                <c:v>0.35096337390697646</c:v>
              </c:pt>
              <c:pt idx="314">
                <c:v>0.35071093214822974</c:v>
              </c:pt>
              <c:pt idx="315">
                <c:v>0.35045765338923324</c:v>
              </c:pt>
              <c:pt idx="316">
                <c:v>0.3502035372703279</c:v>
              </c:pt>
              <c:pt idx="317">
                <c:v>0.34994858343145796</c:v>
              </c:pt>
              <c:pt idx="318">
                <c:v>0.34969279151221994</c:v>
              </c:pt>
              <c:pt idx="319">
                <c:v>0.34943616115191223</c:v>
              </c:pt>
              <c:pt idx="320">
                <c:v>0.34917869198958584</c:v>
              </c:pt>
              <c:pt idx="321">
                <c:v>0.3489203836640958</c:v>
              </c:pt>
              <c:pt idx="322">
                <c:v>0.3486612358141538</c:v>
              </c:pt>
              <c:pt idx="323">
                <c:v>0.3484012480783816</c:v>
              </c:pt>
              <c:pt idx="324">
                <c:v>0.3481404200953655</c:v>
              </c:pt>
              <c:pt idx="325">
                <c:v>0.3478787515037118</c:v>
              </c:pt>
              <c:pt idx="326">
                <c:v>0.3476162419421032</c:v>
              </c:pt>
              <c:pt idx="327">
                <c:v>0.34735289104935624</c:v>
              </c:pt>
              <c:pt idx="328">
                <c:v>0.3470886984644796</c:v>
              </c:pt>
              <c:pt idx="329">
                <c:v>0.3468236638267334</c:v>
              </c:pt>
              <c:pt idx="330">
                <c:v>0.3465577867756902</c:v>
              </c:pt>
              <c:pt idx="331">
                <c:v>0.3462910669512957</c:v>
              </c:pt>
              <c:pt idx="332">
                <c:v>0.3460235039939316</c:v>
              </c:pt>
              <c:pt idx="333">
                <c:v>0.3457550975444794</c:v>
              </c:pt>
              <c:pt idx="334">
                <c:v>0.3454858472443845</c:v>
              </c:pt>
              <c:pt idx="335">
                <c:v>0.34521575273572214</c:v>
              </c:pt>
              <c:pt idx="336">
                <c:v>0.3449448136612639</c:v>
              </c:pt>
              <c:pt idx="337">
                <c:v>0.3446730296645457</c:v>
              </c:pt>
              <c:pt idx="338">
                <c:v>0.3444004003899367</c:v>
              </c:pt>
              <c:pt idx="339">
                <c:v>0.3441269254827089</c:v>
              </c:pt>
              <c:pt idx="340">
                <c:v>0.34385260458910866</c:v>
              </c:pt>
              <c:pt idx="341">
                <c:v>0.3435774373564286</c:v>
              </c:pt>
              <c:pt idx="342">
                <c:v>0.34330142343308084</c:v>
              </c:pt>
              <c:pt idx="343">
                <c:v>0.3430245624686718</c:v>
              </c:pt>
              <c:pt idx="344">
                <c:v>0.34274685411407707</c:v>
              </c:pt>
              <c:pt idx="345">
                <c:v>0.3424682980215187</c:v>
              </c:pt>
              <c:pt idx="346">
                <c:v>0.3421888938446429</c:v>
              </c:pt>
              <c:pt idx="347">
                <c:v>0.34190864123859865</c:v>
              </c:pt>
              <c:pt idx="348">
                <c:v>0.3416275398601183</c:v>
              </c:pt>
              <c:pt idx="349">
                <c:v>0.3413455893675987</c:v>
              </c:pt>
              <c:pt idx="350">
                <c:v>0.3410627894211835</c:v>
              </c:pt>
              <c:pt idx="351">
                <c:v>0.34077913968284745</c:v>
              </c:pt>
              <c:pt idx="352">
                <c:v>0.3404946398164805</c:v>
              </c:pt>
              <c:pt idx="353">
                <c:v>0.34020928948797413</c:v>
              </c:pt>
              <c:pt idx="354">
                <c:v>0.339923088365309</c:v>
              </c:pt>
              <c:pt idx="355">
                <c:v>0.339636036118643</c:v>
              </c:pt>
              <c:pt idx="356">
                <c:v>0.3393481324204013</c:v>
              </c:pt>
              <c:pt idx="357">
                <c:v>0.33905937694536675</c:v>
              </c:pt>
              <c:pt idx="358">
                <c:v>0.33876976937077286</c:v>
              </c:pt>
              <c:pt idx="359">
                <c:v>0.3384793093763964</c:v>
              </c:pt>
              <c:pt idx="360">
                <c:v>0.338187996644653</c:v>
              </c:pt>
              <c:pt idx="361">
                <c:v>0.3378958308606919</c:v>
              </c:pt>
              <c:pt idx="362">
                <c:v>0.33760281171249445</c:v>
              </c:pt>
              <c:pt idx="363">
                <c:v>0.3373089388909714</c:v>
              </c:pt>
              <c:pt idx="364">
                <c:v>0.33701421209006355</c:v>
              </c:pt>
              <c:pt idx="365">
                <c:v>0.33671863100684235</c:v>
              </c:pt>
              <c:pt idx="366">
                <c:v>0.33642219534161205</c:v>
              </c:pt>
              <c:pt idx="367">
                <c:v>0.3361249047980138</c:v>
              </c:pt>
              <c:pt idx="368">
                <c:v>0.33582675908313037</c:v>
              </c:pt>
              <c:pt idx="369">
                <c:v>0.3355277579075921</c:v>
              </c:pt>
              <c:pt idx="370">
                <c:v>0.3352279009856848</c:v>
              </c:pt>
              <c:pt idx="371">
                <c:v>0.33492718803545857</c:v>
              </c:pt>
              <c:pt idx="372">
                <c:v>0.3346256187788379</c:v>
              </c:pt>
              <c:pt idx="373">
                <c:v>0.334323192941733</c:v>
              </c:pt>
              <c:pt idx="374">
                <c:v>0.3340199102541533</c:v>
              </c:pt>
              <c:pt idx="375">
                <c:v>0.3337157704503208</c:v>
              </c:pt>
              <c:pt idx="376">
                <c:v>0.33341077326878643</c:v>
              </c:pt>
              <c:pt idx="377">
                <c:v>0.3331049184525464</c:v>
              </c:pt>
              <c:pt idx="378">
                <c:v>0.33279820574916075</c:v>
              </c:pt>
              <c:pt idx="379">
                <c:v>0.3324906349108729</c:v>
              </c:pt>
              <c:pt idx="380">
                <c:v>0.33218220569473067</c:v>
              </c:pt>
              <c:pt idx="381">
                <c:v>0.33187291786270856</c:v>
              </c:pt>
              <c:pt idx="382">
                <c:v>0.3315627711818319</c:v>
              </c:pt>
              <c:pt idx="383">
                <c:v>0.3312517654243013</c:v>
              </c:pt>
              <c:pt idx="384">
                <c:v>0.33093990036762005</c:v>
              </c:pt>
              <c:pt idx="385">
                <c:v>0.33062717579472106</c:v>
              </c:pt>
              <c:pt idx="386">
                <c:v>0.33031359149409706</c:v>
              </c:pt>
              <c:pt idx="387">
                <c:v>0.3299991472599308</c:v>
              </c:pt>
              <c:pt idx="388">
                <c:v>0.3296838428922273</c:v>
              </c:pt>
              <c:pt idx="389">
                <c:v>0.32936767819694734</c:v>
              </c:pt>
              <c:pt idx="390">
                <c:v>0.3290506529861427</c:v>
              </c:pt>
              <c:pt idx="391">
                <c:v>0.3287327670780919</c:v>
              </c:pt>
              <c:pt idx="392">
                <c:v>0.3284140202974385</c:v>
              </c:pt>
              <c:pt idx="393">
                <c:v>0.32809441247532994</c:v>
              </c:pt>
              <c:pt idx="394">
                <c:v>0.32777394344955857</c:v>
              </c:pt>
              <c:pt idx="395">
                <c:v>0.327452613064703</c:v>
              </c:pt>
              <c:pt idx="396">
                <c:v>0.32713042117227237</c:v>
              </c:pt>
              <c:pt idx="397">
                <c:v>0.3268073676308505</c:v>
              </c:pt>
              <c:pt idx="398">
                <c:v>0.32648345230624254</c:v>
              </c:pt>
              <c:pt idx="399">
                <c:v>0.3261586750716229</c:v>
              </c:pt>
              <c:pt idx="400">
                <c:v>0.32583303580768386</c:v>
              </c:pt>
              <c:pt idx="401">
                <c:v>0.3255065344027869</c:v>
              </c:pt>
              <c:pt idx="402">
                <c:v>0.3251791707531139</c:v>
              </c:pt>
              <c:pt idx="403">
                <c:v>0.32485094476282167</c:v>
              </c:pt>
              <c:pt idx="404">
                <c:v>0.32452185634419567</c:v>
              </c:pt>
              <c:pt idx="405">
                <c:v>0.3241919054178074</c:v>
              </c:pt>
              <c:pt idx="406">
                <c:v>0.32386109191267165</c:v>
              </c:pt>
              <c:pt idx="407">
                <c:v>0.32352941576640565</c:v>
              </c:pt>
              <c:pt idx="408">
                <c:v>0.32319687692539023</c:v>
              </c:pt>
              <c:pt idx="409">
                <c:v>0.3228634753449313</c:v>
              </c:pt>
              <c:pt idx="410">
                <c:v>0.32252921098942383</c:v>
              </c:pt>
              <c:pt idx="411">
                <c:v>0.32219408383251685</c:v>
              </c:pt>
              <c:pt idx="412">
                <c:v>0.3218580938572793</c:v>
              </c:pt>
              <c:pt idx="413">
                <c:v>0.32152124105636853</c:v>
              </c:pt>
              <c:pt idx="414">
                <c:v>0.32118352543219925</c:v>
              </c:pt>
              <c:pt idx="415">
                <c:v>0.32084494699711413</c:v>
              </c:pt>
              <c:pt idx="416">
                <c:v>0.320505505773556</c:v>
              </c:pt>
              <c:pt idx="417">
                <c:v>0.3201652017942416</c:v>
              </c:pt>
              <c:pt idx="418">
                <c:v>0.31982403510233626</c:v>
              </c:pt>
              <c:pt idx="419">
                <c:v>0.31948200575163016</c:v>
              </c:pt>
              <c:pt idx="420">
                <c:v>0.31913911380671656</c:v>
              </c:pt>
              <c:pt idx="421">
                <c:v>0.3187953593431706</c:v>
              </c:pt>
              <c:pt idx="422">
                <c:v>0.3184507424477301</c:v>
              </c:pt>
              <c:pt idx="423">
                <c:v>0.3181052632184775</c:v>
              </c:pt>
              <c:pt idx="424">
                <c:v>0.3177589217650231</c:v>
              </c:pt>
              <c:pt idx="425">
                <c:v>0.3174117182086901</c:v>
              </c:pt>
              <c:pt idx="426">
                <c:v>0.31706365268270065</c:v>
              </c:pt>
              <c:pt idx="427">
                <c:v>0.31671472533236333</c:v>
              </c:pt>
              <c:pt idx="428">
                <c:v>0.31636493631526214</c:v>
              </c:pt>
              <c:pt idx="429">
                <c:v>0.31601428580144675</c:v>
              </c:pt>
              <c:pt idx="430">
                <c:v>0.31566277397362436</c:v>
              </c:pt>
              <c:pt idx="431">
                <c:v>0.3153104010273521</c:v>
              </c:pt>
              <c:pt idx="432">
                <c:v>0.31495716717123207</c:v>
              </c:pt>
              <c:pt idx="433">
                <c:v>0.31460307262710663</c:v>
              </c:pt>
              <c:pt idx="434">
                <c:v>0.3142481176302557</c:v>
              </c:pt>
              <c:pt idx="435">
                <c:v>0.3138923024295945</c:v>
              </c:pt>
              <c:pt idx="436">
                <c:v>0.3135356272878739</c:v>
              </c:pt>
              <c:pt idx="437">
                <c:v>0.31317809248188094</c:v>
              </c:pt>
              <c:pt idx="438">
                <c:v>0.3128196983026412</c:v>
              </c:pt>
              <c:pt idx="439">
                <c:v>0.31246044505562237</c:v>
              </c:pt>
              <c:pt idx="440">
                <c:v>0.3121003330609389</c:v>
              </c:pt>
              <c:pt idx="441">
                <c:v>0.3117393626535581</c:v>
              </c:pt>
              <c:pt idx="442">
                <c:v>0.3113775341835076</c:v>
              </c:pt>
              <c:pt idx="443">
                <c:v>0.3110148480160837</c:v>
              </c:pt>
              <c:pt idx="444">
                <c:v>0.3106513045320614</c:v>
              </c:pt>
              <c:pt idx="445">
                <c:v>0.310286904127905</c:v>
              </c:pt>
              <c:pt idx="446">
                <c:v>0.3099216472159807</c:v>
              </c:pt>
              <c:pt idx="447">
                <c:v>0.30955553422476967</c:v>
              </c:pt>
              <c:pt idx="448">
                <c:v>0.3091885655990829</c:v>
              </c:pt>
              <c:pt idx="449">
                <c:v>0.30882074180027674</c:v>
              </c:pt>
              <c:pt idx="450">
                <c:v>0.3084520633064696</c:v>
              </c:pt>
              <c:pt idx="451">
                <c:v>0.3080825306127605</c:v>
              </c:pt>
              <c:pt idx="452">
                <c:v>0.30771214423144744</c:v>
              </c:pt>
              <c:pt idx="453">
                <c:v>0.3073409046922483</c:v>
              </c:pt>
              <c:pt idx="454">
                <c:v>0.30696881254252156</c:v>
              </c:pt>
              <c:pt idx="455">
                <c:v>0.30659586834748925</c:v>
              </c:pt>
              <c:pt idx="456">
                <c:v>0.3062220726904599</c:v>
              </c:pt>
              <c:pt idx="457">
                <c:v>0.30584742617305305</c:v>
              </c:pt>
              <c:pt idx="458">
                <c:v>0.30547192941542506</c:v>
              </c:pt>
              <c:pt idx="459">
                <c:v>0.30509558305649503</c:v>
              </c:pt>
              <c:pt idx="460">
                <c:v>0.30471838775417276</c:v>
              </c:pt>
              <c:pt idx="461">
                <c:v>0.30434034418558664</c:v>
              </c:pt>
              <c:pt idx="462">
                <c:v>0.3039614530473133</c:v>
              </c:pt>
              <c:pt idx="463">
                <c:v>0.3035817150556078</c:v>
              </c:pt>
              <c:pt idx="464">
                <c:v>0.30320113094663464</c:v>
              </c:pt>
              <c:pt idx="465">
                <c:v>0.3028197014766999</c:v>
              </c:pt>
              <c:pt idx="466">
                <c:v>0.3024374274224838</c:v>
              </c:pt>
              <c:pt idx="467">
                <c:v>0.30205430958127477</c:v>
              </c:pt>
              <c:pt idx="468">
                <c:v>0.3016703487712035</c:v>
              </c:pt>
              <c:pt idx="469">
                <c:v>0.3012855458314786</c:v>
              </c:pt>
              <c:pt idx="470">
                <c:v>0.30089990162262226</c:v>
              </c:pt>
              <c:pt idx="471">
                <c:v>0.30051341702670714</c:v>
              </c:pt>
              <c:pt idx="472">
                <c:v>0.3001260929475938</c:v>
              </c:pt>
              <c:pt idx="473">
                <c:v>0.29973793031116863</c:v>
              </c:pt>
              <c:pt idx="474">
                <c:v>0.2993489300655828</c:v>
              </c:pt>
              <c:pt idx="475">
                <c:v>0.29895909318149155</c:v>
              </c:pt>
              <c:pt idx="476">
                <c:v>0.2985684206522941</c:v>
              </c:pt>
              <c:pt idx="477">
                <c:v>0.29817691349437425</c:v>
              </c:pt>
              <c:pt idx="478">
                <c:v>0.2977845727473414</c:v>
              </c:pt>
              <c:pt idx="479">
                <c:v>0.2973913994742721</c:v>
              </c:pt>
              <c:pt idx="480">
                <c:v>0.296997394761952</c:v>
              </c:pt>
              <c:pt idx="481">
                <c:v>0.2966025597211186</c:v>
              </c:pt>
              <c:pt idx="482">
                <c:v>0.29620689548670365</c:v>
              </c:pt>
              <c:pt idx="483">
                <c:v>0.2958104032180769</c:v>
              </c:pt>
              <c:pt idx="484">
                <c:v>0.2954130840992894</c:v>
              </c:pt>
              <c:pt idx="485">
                <c:v>0.29501493933931766</c:v>
              </c:pt>
              <c:pt idx="486">
                <c:v>0.2946159701723074</c:v>
              </c:pt>
              <c:pt idx="487">
                <c:v>0.2942161778578183</c:v>
              </c:pt>
              <c:pt idx="488">
                <c:v>0.2938155636810687</c:v>
              </c:pt>
              <c:pt idx="489">
                <c:v>0.2934141289531802</c:v>
              </c:pt>
              <c:pt idx="490">
                <c:v>0.2930118750114227</c:v>
              </c:pt>
              <c:pt idx="491">
                <c:v>0.2926088032194592</c:v>
              </c:pt>
              <c:pt idx="492">
                <c:v>0.292204914967591</c:v>
              </c:pt>
              <c:pt idx="493">
                <c:v>0.29180021167300313</c:v>
              </c:pt>
              <c:pt idx="494">
                <c:v>0.2913946947800086</c:v>
              </c:pt>
              <c:pt idx="495">
                <c:v>0.29098836576029424</c:v>
              </c:pt>
              <c:pt idx="496">
                <c:v>0.2905812261131651</c:v>
              </c:pt>
              <c:pt idx="497">
                <c:v>0.2901732773657892</c:v>
              </c:pt>
              <c:pt idx="498">
                <c:v>0.2897645210734421</c:v>
              </c:pt>
              <c:pt idx="499">
                <c:v>0.28935495881975126</c:v>
              </c:pt>
              <c:pt idx="500">
                <c:v>0.28894459221694024</c:v>
              </c:pt>
              <c:pt idx="501">
                <c:v>0.28853342290607176</c:v>
              </c:pt>
              <c:pt idx="502">
                <c:v>0.28812145255729166</c:v>
              </c:pt>
              <c:pt idx="503">
                <c:v>0.2877086828700715</c:v>
              </c:pt>
              <c:pt idx="504">
                <c:v>0.2872951155734509</c:v>
              </c:pt>
              <c:pt idx="505">
                <c:v>0.28688075242627964</c:v>
              </c:pt>
              <c:pt idx="506">
                <c:v>0.28646559521745907</c:v>
              </c:pt>
              <c:pt idx="507">
                <c:v>0.28604964576618214</c:v>
              </c:pt>
              <c:pt idx="508">
                <c:v>0.28563290592217455</c:v>
              </c:pt>
              <c:pt idx="509">
                <c:v>0.28521537756593324</c:v>
              </c:pt>
              <c:pt idx="510">
                <c:v>0.28479706260896515</c:v>
              </c:pt>
              <c:pt idx="511">
                <c:v>0.2843779629940252</c:v>
              </c:pt>
              <c:pt idx="512">
                <c:v>0.28395808069535283</c:v>
              </c:pt>
              <c:pt idx="513">
                <c:v>0.28353741771890817</c:v>
              </c:pt>
              <c:pt idx="514">
                <c:v>0.28311597610260686</c:v>
              </c:pt>
              <c:pt idx="515">
                <c:v>0.28269375791655393</c:v>
              </c:pt>
              <c:pt idx="516">
                <c:v>0.28227076526327666</c:v>
              </c:pt>
              <c:pt idx="517">
                <c:v>0.2818470002779563</c:v>
              </c:pt>
              <c:pt idx="518">
                <c:v>0.28142246512865804</c:v>
              </c:pt>
              <c:pt idx="519">
                <c:v>0.28099716201656083</c:v>
              </c:pt>
              <c:pt idx="520">
                <c:v>0.28057109317618456</c:v>
              </c:pt>
              <c:pt idx="521">
                <c:v>0.2801442608756167</c:v>
              </c:pt>
              <c:pt idx="522">
                <c:v>0.2797166674167375</c:v>
              </c:pt>
              <c:pt idx="523">
                <c:v>0.27928831513544267</c:v>
              </c:pt>
              <c:pt idx="524">
                <c:v>0.27885920640186584</c:v>
              </c:pt>
              <c:pt idx="525">
                <c:v>0.2784293436205986</c:v>
              </c:pt>
              <c:pt idx="526">
                <c:v>0.2779987292309086</c:v>
              </c:pt>
              <c:pt idx="527">
                <c:v>0.2775673657069564</c:v>
              </c:pt>
              <c:pt idx="528">
                <c:v>0.2771352555580103</c:v>
              </c:pt>
              <c:pt idx="529">
                <c:v>0.2767024013286591</c:v>
              </c:pt>
              <c:pt idx="530">
                <c:v>0.2762688055990227</c:v>
              </c:pt>
              <c:pt idx="531">
                <c:v>0.27583447098496167</c:v>
              </c:pt>
              <c:pt idx="532">
                <c:v>0.2753994001382827</c:v>
              </c:pt>
              <c:pt idx="533">
                <c:v>0.2749635957469442</c:v>
              </c:pt>
              <c:pt idx="534">
                <c:v>0.27452706053525744</c:v>
              </c:pt>
              <c:pt idx="535">
                <c:v>0.27408979726408716</c:v>
              </c:pt>
              <c:pt idx="536">
                <c:v>0.2736518087310483</c:v>
              </c:pt>
              <c:pt idx="537">
                <c:v>0.27321309777070113</c:v>
              </c:pt>
              <c:pt idx="538">
                <c:v>0.27277366725474356</c:v>
              </c:pt>
              <c:pt idx="539">
                <c:v>0.2723335200922003</c:v>
              </c:pt>
              <c:pt idx="540">
                <c:v>0.27189265922961015</c:v>
              </c:pt>
              <c:pt idx="541">
                <c:v>0.2714510876512096</c:v>
              </c:pt>
              <c:pt idx="542">
                <c:v>0.2710088083791143</c:v>
              </c:pt>
              <c:pt idx="543">
                <c:v>0.27056582447349675</c:v>
              </c:pt>
              <c:pt idx="544">
                <c:v>0.2701221390327618</c:v>
              </c:pt>
              <c:pt idx="545">
                <c:v>0.2696777551937177</c:v>
              </c:pt>
              <c:pt idx="546">
                <c:v>0.2692326761317459</c:v>
              </c:pt>
              <c:pt idx="547">
                <c:v>0.26878690506096503</c:v>
              </c:pt>
              <c:pt idx="548">
                <c:v>0.2683404452343939</c:v>
              </c:pt>
              <c:pt idx="549">
                <c:v>0.267893299944109</c:v>
              </c:pt>
              <c:pt idx="550">
                <c:v>0.2674454725213996</c:v>
              </c:pt>
              <c:pt idx="551">
                <c:v>0.2669969663369191</c:v>
              </c:pt>
              <c:pt idx="552">
                <c:v>0.2665477848008318</c:v>
              </c:pt>
              <c:pt idx="553">
                <c:v>0.2660979313629567</c:v>
              </c:pt>
              <c:pt idx="554">
                <c:v>0.2656474095129068</c:v>
              </c:pt>
              <c:pt idx="555">
                <c:v>0.26519622278022464</c:v>
              </c:pt>
              <c:pt idx="556">
                <c:v>0.2647443747345132</c:v>
              </c:pt>
              <c:pt idx="557">
                <c:v>0.2642918689855635</c:v>
              </c:pt>
              <c:pt idx="558">
                <c:v>0.2638387091834767</c:v>
              </c:pt>
              <c:pt idx="559">
                <c:v>0.26338489901878265</c:v>
              </c:pt>
              <c:pt idx="560">
                <c:v>0.26293044222255335</c:v>
              </c:pt>
              <c:pt idx="561">
                <c:v>0.26247534256651217</c:v>
              </c:pt>
              <c:pt idx="562">
                <c:v>0.2620196038631379</c:v>
              </c:pt>
              <c:pt idx="563">
                <c:v>0.2615632299657642</c:v>
              </c:pt>
              <c:pt idx="564">
                <c:v>0.2611062247686746</c:v>
              </c:pt>
              <c:pt idx="565">
                <c:v>0.260648592207191</c:v>
              </c:pt>
              <c:pt idx="566">
                <c:v>0.2601903362577586</c:v>
              </c:pt>
              <c:pt idx="567">
                <c:v>0.25973146093802457</c:v>
              </c:pt>
              <c:pt idx="568">
                <c:v>0.25927197030691196</c:v>
              </c:pt>
              <c:pt idx="569">
                <c:v>0.2588118684646873</c:v>
              </c:pt>
              <c:pt idx="570">
                <c:v>0.25835115955302357</c:v>
              </c:pt>
              <c:pt idx="571">
                <c:v>0.2578898477550568</c:v>
              </c:pt>
              <c:pt idx="572">
                <c:v>0.2574279372954371</c:v>
              </c:pt>
              <c:pt idx="573">
                <c:v>0.25696543244037373</c:v>
              </c:pt>
              <c:pt idx="574">
                <c:v>0.25650233749767387</c:v>
              </c:pt>
              <c:pt idx="575">
                <c:v>0.25603865681677584</c:v>
              </c:pt>
              <c:pt idx="576">
                <c:v>0.25557439478877525</c:v>
              </c:pt>
              <c:pt idx="577">
                <c:v>0.2551095558464456</c:v>
              </c:pt>
              <c:pt idx="578">
                <c:v>0.25464414446425143</c:v>
              </c:pt>
              <c:pt idx="579">
                <c:v>0.25417816515835545</c:v>
              </c:pt>
              <c:pt idx="580">
                <c:v>0.25371162248661905</c:v>
              </c:pt>
              <c:pt idx="581">
                <c:v>0.25324452104859557</c:v>
              </c:pt>
              <c:pt idx="582">
                <c:v>0.2527768654855163</c:v>
              </c:pt>
              <c:pt idx="583">
                <c:v>0.25230866048027023</c:v>
              </c:pt>
              <c:pt idx="584">
                <c:v>0.25183991075737544</c:v>
              </c:pt>
              <c:pt idx="585">
                <c:v>0.25137062108294433</c:v>
              </c:pt>
              <c:pt idx="586">
                <c:v>0.2509007962646403</c:v>
              </c:pt>
              <c:pt idx="587">
                <c:v>0.2504304411516274</c:v>
              </c:pt>
              <c:pt idx="588">
                <c:v>0.2499595606345119</c:v>
              </c:pt>
              <c:pt idx="589">
                <c:v>0.24948815964527615</c:v>
              </c:pt>
              <c:pt idx="590">
                <c:v>0.2490162431572046</c:v>
              </c:pt>
              <c:pt idx="591">
                <c:v>0.248543816184801</c:v>
              </c:pt>
              <c:pt idx="592">
                <c:v>0.24807088378369824</c:v>
              </c:pt>
              <c:pt idx="593">
                <c:v>0.24759745105055872</c:v>
              </c:pt>
              <c:pt idx="594">
                <c:v>0.24712352312296734</c:v>
              </c:pt>
              <c:pt idx="595">
                <c:v>0.2466491051793147</c:v>
              </c:pt>
              <c:pt idx="596">
                <c:v>0.24617420243867222</c:v>
              </c:pt>
              <c:pt idx="597">
                <c:v>0.2456988201606578</c:v>
              </c:pt>
              <c:pt idx="598">
                <c:v>0.24522296364529275</c:v>
              </c:pt>
              <c:pt idx="599">
                <c:v>0.24474663823284945</c:v>
              </c:pt>
              <c:pt idx="600">
                <c:v>0.24426984930368895</c:v>
              </c:pt>
              <c:pt idx="601">
                <c:v>0.24379260227809016</c:v>
              </c:pt>
              <c:pt idx="602">
                <c:v>0.24331490261606856</c:v>
              </c:pt>
              <c:pt idx="603">
                <c:v>0.24283675581718497</c:v>
              </c:pt>
              <c:pt idx="604">
                <c:v>0.24235816742034536</c:v>
              </c:pt>
              <c:pt idx="605">
                <c:v>0.24187914300358926</c:v>
              </c:pt>
              <c:pt idx="606">
                <c:v>0.24139968818386887</c:v>
              </c:pt>
              <c:pt idx="607">
                <c:v>0.24091980861681728</c:v>
              </c:pt>
              <c:pt idx="608">
                <c:v>0.24043950999650623</c:v>
              </c:pt>
              <c:pt idx="609">
                <c:v>0.23995879805519338</c:v>
              </c:pt>
              <c:pt idx="610">
                <c:v>0.23947767856305838</c:v>
              </c:pt>
              <c:pt idx="611">
                <c:v>0.23899615732792823</c:v>
              </c:pt>
              <c:pt idx="612">
                <c:v>0.2385142401949913</c:v>
              </c:pt>
              <c:pt idx="613">
                <c:v>0.23803193304649992</c:v>
              </c:pt>
              <c:pt idx="614">
                <c:v>0.237549241801462</c:v>
              </c:pt>
              <c:pt idx="615">
                <c:v>0.23706617241532033</c:v>
              </c:pt>
              <c:pt idx="616">
                <c:v>0.2365827308796208</c:v>
              </c:pt>
              <c:pt idx="617">
                <c:v>0.236098923221668</c:v>
              </c:pt>
              <c:pt idx="618">
                <c:v>0.23561475550416935</c:v>
              </c:pt>
              <c:pt idx="619">
                <c:v>0.23513023382486636</c:v>
              </c:pt>
              <c:pt idx="620">
                <c:v>0.23464536431615415</c:v>
              </c:pt>
              <c:pt idx="621">
                <c:v>0.23416015314468794</c:v>
              </c:pt>
              <c:pt idx="622">
                <c:v>0.23367460651097663</c:v>
              </c:pt>
              <c:pt idx="623">
                <c:v>0.23318873064896414</c:v>
              </c:pt>
              <c:pt idx="624">
                <c:v>0.232702531825597</c:v>
              </c:pt>
              <c:pt idx="625">
                <c:v>0.23221601634037925</c:v>
              </c:pt>
              <c:pt idx="626">
                <c:v>0.2317291905249136</c:v>
              </c:pt>
              <c:pt idx="627">
                <c:v>0.231242060742429</c:v>
              </c:pt>
              <c:pt idx="628">
                <c:v>0.23075463338729513</c:v>
              </c:pt>
              <c:pt idx="629">
                <c:v>0.23026691488452183</c:v>
              </c:pt>
              <c:pt idx="630">
                <c:v>0.2297789116892457</c:v>
              </c:pt>
              <c:pt idx="631">
                <c:v>0.22929063028620156</c:v>
              </c:pt>
              <c:pt idx="632">
                <c:v>0.22880207718918022</c:v>
              </c:pt>
              <c:pt idx="633">
                <c:v>0.22831325894047108</c:v>
              </c:pt>
              <c:pt idx="634">
                <c:v>0.22782418211029057</c:v>
              </c:pt>
              <c:pt idx="635">
                <c:v>0.2273348532961949</c:v>
              </c:pt>
              <c:pt idx="636">
                <c:v>0.22684527912247876</c:v>
              </c:pt>
              <c:pt idx="637">
                <c:v>0.226355466239558</c:v>
              </c:pt>
              <c:pt idx="638">
                <c:v>0.2258654213233371</c:v>
              </c:pt>
              <c:pt idx="639">
                <c:v>0.22537515107456121</c:v>
              </c:pt>
              <c:pt idx="640">
                <c:v>0.22488466221815218</c:v>
              </c:pt>
              <c:pt idx="641">
                <c:v>0.22439396150252883</c:v>
              </c:pt>
              <c:pt idx="642">
                <c:v>0.2239030556989113</c:v>
              </c:pt>
              <c:pt idx="643">
                <c:v>0.2234119516006083</c:v>
              </c:pt>
              <c:pt idx="644">
                <c:v>0.22292065602228905</c:v>
              </c:pt>
              <c:pt idx="645">
                <c:v>0.2224291757992376</c:v>
              </c:pt>
              <c:pt idx="646">
                <c:v>0.22193751778659115</c:v>
              </c:pt>
              <c:pt idx="647">
                <c:v>0.2214456888585605</c:v>
              </c:pt>
              <c:pt idx="648">
                <c:v>0.22095369590763408</c:v>
              </c:pt>
              <c:pt idx="649">
                <c:v>0.22046154584376446</c:v>
              </c:pt>
              <c:pt idx="650">
                <c:v>0.21996924559353687</c:v>
              </c:pt>
              <c:pt idx="651">
                <c:v>0.2194768020993208</c:v>
              </c:pt>
              <c:pt idx="652">
                <c:v>0.21898422231840312</c:v>
              </c:pt>
              <c:pt idx="653">
                <c:v>0.21849151322210325</c:v>
              </c:pt>
              <c:pt idx="654">
                <c:v>0.2179986817948705</c:v>
              </c:pt>
              <c:pt idx="655">
                <c:v>0.21750573503336226</c:v>
              </c:pt>
              <c:pt idx="656">
                <c:v>0.21701267994550447</c:v>
              </c:pt>
              <c:pt idx="657">
                <c:v>0.21651952354953263</c:v>
              </c:pt>
              <c:pt idx="658">
                <c:v>0.21602627287301412</c:v>
              </c:pt>
              <c:pt idx="659">
                <c:v>0.2155329349518515</c:v>
              </c:pt>
              <c:pt idx="660">
                <c:v>0.21503951682926625</c:v>
              </c:pt>
              <c:pt idx="661">
                <c:v>0.21454602555476332</c:v>
              </c:pt>
              <c:pt idx="662">
                <c:v>0.21405246818307583</c:v>
              </c:pt>
              <c:pt idx="663">
                <c:v>0.21355885177308986</c:v>
              </c:pt>
              <c:pt idx="664">
                <c:v>0.21306518338674946</c:v>
              </c:pt>
              <c:pt idx="665">
                <c:v>0.21257147008794117</c:v>
              </c:pt>
              <c:pt idx="666">
                <c:v>0.2120777189413585</c:v>
              </c:pt>
              <c:pt idx="667">
                <c:v>0.2115839370113455</c:v>
              </c:pt>
              <c:pt idx="668">
                <c:v>0.21109013136071997</c:v>
              </c:pt>
              <c:pt idx="669">
                <c:v>0.21059630904957524</c:v>
              </c:pt>
              <c:pt idx="670">
                <c:v>0.21010247713406152</c:v>
              </c:pt>
              <c:pt idx="671">
                <c:v>0.20960864266514534</c:v>
              </c:pt>
              <c:pt idx="672">
                <c:v>0.2091148126873481</c:v>
              </c:pt>
              <c:pt idx="673">
                <c:v>0.20862099423746233</c:v>
              </c:pt>
              <c:pt idx="674">
                <c:v>0.2081271943432472</c:v>
              </c:pt>
              <c:pt idx="675">
                <c:v>0.2076334200221008</c:v>
              </c:pt>
              <c:pt idx="676">
                <c:v>0.20713967827971114</c:v>
              </c:pt>
              <c:pt idx="677">
                <c:v>0.20664597610868465</c:v>
              </c:pt>
              <c:pt idx="678">
                <c:v>0.20615232048715196</c:v>
              </c:pt>
              <c:pt idx="679">
                <c:v>0.2056587183773512</c:v>
              </c:pt>
              <c:pt idx="680">
                <c:v>0.2051651767241885</c:v>
              </c:pt>
              <c:pt idx="681">
                <c:v>0.2046717024537753</c:v>
              </c:pt>
              <c:pt idx="682">
                <c:v>0.20417830247194252</c:v>
              </c:pt>
              <c:pt idx="683">
                <c:v>0.2036849836627314</c:v>
              </c:pt>
              <c:pt idx="684">
                <c:v>0.20319175288686114</c:v>
              </c:pt>
              <c:pt idx="685">
                <c:v>0.20269861698017197</c:v>
              </c:pt>
              <c:pt idx="686">
                <c:v>0.20220558275204534</c:v>
              </c:pt>
              <c:pt idx="687">
                <c:v>0.20171265698379953</c:v>
              </c:pt>
              <c:pt idx="688">
                <c:v>0.2012198464270612</c:v>
              </c:pt>
              <c:pt idx="689">
                <c:v>0.2007271578021125</c:v>
              </c:pt>
              <c:pt idx="690">
                <c:v>0.20023459779621372</c:v>
              </c:pt>
              <c:pt idx="691">
                <c:v>0.19974217306190137</c:v>
              </c:pt>
              <c:pt idx="692">
                <c:v>0.19924989021526104</c:v>
              </c:pt>
              <c:pt idx="693">
                <c:v>0.19875775583417576</c:v>
              </c:pt>
              <c:pt idx="694">
                <c:v>0.19826577645654886</c:v>
              </c:pt>
              <c:pt idx="695">
                <c:v>0.1977739585785013</c:v>
              </c:pt>
              <c:pt idx="696">
                <c:v>0.19728230865254417</c:v>
              </c:pt>
              <c:pt idx="697">
                <c:v>0.19679083308572493</c:v>
              </c:pt>
              <c:pt idx="698">
                <c:v>0.19629953823774818</c:v>
              </c:pt>
              <c:pt idx="699">
                <c:v>0.19580843041907034</c:v>
              </c:pt>
              <c:pt idx="700">
                <c:v>0.19531751588896823</c:v>
              </c:pt>
              <c:pt idx="701">
                <c:v>0.19482680085358178</c:v>
              </c:pt>
              <c:pt idx="702">
                <c:v>0.19433629146392964</c:v>
              </c:pt>
              <c:pt idx="703">
                <c:v>0.19384599381389878</c:v>
              </c:pt>
              <c:pt idx="704">
                <c:v>0.19335591393820772</c:v>
              </c:pt>
              <c:pt idx="705">
                <c:v>0.19286605781034163</c:v>
              </c:pt>
              <c:pt idx="706">
                <c:v>0.1923764313404623</c:v>
              </c:pt>
              <c:pt idx="707">
                <c:v>0.19188704037328932</c:v>
              </c:pt>
              <c:pt idx="708">
                <c:v>0.19139789068595542</c:v>
              </c:pt>
              <c:pt idx="709">
                <c:v>0.19090898798583322</c:v>
              </c:pt>
              <c:pt idx="710">
                <c:v>0.1904203379083354</c:v>
              </c:pt>
              <c:pt idx="711">
                <c:v>0.189931946014687</c:v>
              </c:pt>
              <c:pt idx="712">
                <c:v>0.18944381778966957</c:v>
              </c:pt>
              <c:pt idx="713">
                <c:v>0.18895595863933798</c:v>
              </c:pt>
              <c:pt idx="714">
                <c:v>0.18846837388870905</c:v>
              </c:pt>
              <c:pt idx="715">
                <c:v>0.18798106877942183</c:v>
              </c:pt>
              <c:pt idx="716">
                <c:v>0.18749404846737008</c:v>
              </c:pt>
              <c:pt idx="717">
                <c:v>0.18700731802030615</c:v>
              </c:pt>
              <c:pt idx="718">
                <c:v>0.1865208824154162</c:v>
              </c:pt>
              <c:pt idx="719">
                <c:v>0.1860347465368674</c:v>
              </c:pt>
              <c:pt idx="720">
                <c:v>0.185548915173326</c:v>
              </c:pt>
              <c:pt idx="721">
                <c:v>0.18506339301544664</c:v>
              </c:pt>
              <c:pt idx="722">
                <c:v>0.18457818465333337</c:v>
              </c:pt>
              <c:pt idx="723">
                <c:v>0.1840932945739706</c:v>
              </c:pt>
              <c:pt idx="724">
                <c:v>0.18360872715862633</c:v>
              </c:pt>
              <c:pt idx="725">
                <c:v>0.18312448668022502</c:v>
              </c:pt>
              <c:pt idx="726">
                <c:v>0.18264057730069205</c:v>
              </c:pt>
              <c:pt idx="727">
                <c:v>0.18215700306826843</c:v>
              </c:pt>
              <c:pt idx="728">
                <c:v>0.18167376791479609</c:v>
              </c:pt>
              <c:pt idx="729">
                <c:v>0.18119087565297423</c:v>
              </c:pt>
              <c:pt idx="730">
                <c:v>0.1807083299735853</c:v>
              </c:pt>
              <c:pt idx="731">
                <c:v>0.18022613444269195</c:v>
              </c:pt>
              <c:pt idx="732">
                <c:v>0.17974429249880416</c:v>
              </c:pt>
              <c:pt idx="733">
                <c:v>0.17926280745001644</c:v>
              </c:pt>
              <c:pt idx="734">
                <c:v>0.17878168247111542</c:v>
              </c:pt>
              <c:pt idx="735">
                <c:v>0.17830092060065758</c:v>
              </c:pt>
              <c:pt idx="736">
                <c:v>0.17782052473801682</c:v>
              </c:pt>
              <c:pt idx="737">
                <c:v>0.17734049764040244</c:v>
              </c:pt>
              <c:pt idx="738">
                <c:v>0.17686084191984677</c:v>
              </c:pt>
              <c:pt idx="739">
                <c:v>0.1763815600401631</c:v>
              </c:pt>
              <c:pt idx="740">
                <c:v>0.17590265431387303</c:v>
              </c:pt>
              <c:pt idx="741">
                <c:v>0.1754241268991045</c:v>
              </c:pt>
              <c:pt idx="742">
                <c:v>0.17494597979645896</c:v>
              </c:pt>
              <c:pt idx="743">
                <c:v>0.17446821484584854</c:v>
              </c:pt>
              <c:pt idx="744">
                <c:v>0.17399083372330357</c:v>
              </c:pt>
              <c:pt idx="745">
                <c:v>0.17351383793774935</c:v>
              </c:pt>
              <c:pt idx="746">
                <c:v>0.17303722882775302</c:v>
              </c:pt>
              <c:pt idx="747">
                <c:v>0.17256100755824008</c:v>
              </c:pt>
              <c:pt idx="748">
                <c:v>0.172085175117181</c:v>
              </c:pt>
              <c:pt idx="749">
                <c:v>0.17160973231224758</c:v>
              </c:pt>
              <c:pt idx="750">
                <c:v>0.17113467976743885</c:v>
              </c:pt>
              <c:pt idx="751">
                <c:v>0.1706600179196775</c:v>
              </c:pt>
              <c:pt idx="752">
                <c:v>0.1701857470153755</c:v>
              </c:pt>
              <c:pt idx="753">
                <c:v>0.16971186710697023</c:v>
              </c:pt>
              <c:pt idx="754">
                <c:v>0.16923837804943018</c:v>
              </c:pt>
              <c:pt idx="755">
                <c:v>0.16876527949673098</c:v>
              </c:pt>
              <c:pt idx="756">
                <c:v>0.1682925708983013</c:v>
              </c:pt>
              <c:pt idx="757">
                <c:v>0.16782025149543892</c:v>
              </c:pt>
              <c:pt idx="758">
                <c:v>0.16734832031769703</c:v>
              </c:pt>
              <c:pt idx="759">
                <c:v>0.1668767761792406</c:v>
              </c:pt>
              <c:pt idx="760">
                <c:v>0.16640561767517356</c:v>
              </c:pt>
              <c:pt idx="761">
                <c:v>0.1659348431778357</c:v>
              </c:pt>
              <c:pt idx="762">
                <c:v>0.16546445083307051</c:v>
              </c:pt>
              <c:pt idx="763">
                <c:v>0.16499443855646376</c:v>
              </c:pt>
              <c:pt idx="764">
                <c:v>0.1645248040295521</c:v>
              </c:pt>
              <c:pt idx="765">
                <c:v>0.1640555446960031</c:v>
              </c:pt>
              <c:pt idx="766">
                <c:v>0.163586657757766</c:v>
              </c:pt>
              <c:pt idx="767">
                <c:v>0.16311814017119336</c:v>
              </c:pt>
              <c:pt idx="768">
                <c:v>0.16264998864313393</c:v>
              </c:pt>
              <c:pt idx="769">
                <c:v>0.16218219962699681</c:v>
              </c:pt>
              <c:pt idx="770">
                <c:v>0.16171476931878714</c:v>
              </c:pt>
              <c:pt idx="771">
                <c:v>0.1612476936531132</c:v>
              </c:pt>
              <c:pt idx="772">
                <c:v>0.16078096829916536</c:v>
              </c:pt>
              <c:pt idx="773">
                <c:v>0.160314588656667</c:v>
              </c:pt>
              <c:pt idx="774">
                <c:v>0.15984854985179703</c:v>
              </c:pt>
              <c:pt idx="775">
                <c:v>0.1593828467330855</c:v>
              </c:pt>
              <c:pt idx="776">
                <c:v>0.15891747386728092</c:v>
              </c:pt>
              <c:pt idx="777">
                <c:v>0.15845242553519043</c:v>
              </c:pt>
              <c:pt idx="778">
                <c:v>0.15798769572749297</c:v>
              </c:pt>
              <c:pt idx="779">
                <c:v>0.15752327814052539</c:v>
              </c:pt>
              <c:pt idx="780">
                <c:v>0.1570591661720417</c:v>
              </c:pt>
              <c:pt idx="781">
                <c:v>0.156595352916946</c:v>
              </c:pt>
              <c:pt idx="782">
                <c:v>0.1561318311629993</c:v>
              </c:pt>
              <c:pt idx="783">
                <c:v>0.15566859338649985</c:v>
              </c:pt>
              <c:pt idx="784">
                <c:v>0.15520563174793803</c:v>
              </c:pt>
              <c:pt idx="785">
                <c:v>0.15474293808762593</c:v>
              </c:pt>
              <c:pt idx="786">
                <c:v>0.15428050392130127</c:v>
              </c:pt>
              <c:pt idx="787">
                <c:v>0.1538183204357067</c:v>
              </c:pt>
              <c:pt idx="788">
                <c:v>0.15335637848414443</c:v>
              </c:pt>
              <c:pt idx="789">
                <c:v>0.1528946685820063</c:v>
              </c:pt>
              <c:pt idx="790">
                <c:v>0.15243318090228014</c:v>
              </c:pt>
              <c:pt idx="791">
                <c:v>0.15197190527103221</c:v>
              </c:pt>
              <c:pt idx="792">
                <c:v>0.1515108311628663</c:v>
              </c:pt>
              <c:pt idx="793">
                <c:v>0.15104994769635977</c:v>
              </c:pt>
              <c:pt idx="794">
                <c:v>0.15058924362947723</c:v>
              </c:pt>
              <c:pt idx="795">
                <c:v>0.15012870735496125</c:v>
              </c:pt>
              <c:pt idx="796">
                <c:v>0.14966832689570175</c:v>
              </c:pt>
              <c:pt idx="797">
                <c:v>0.14920808990008355</c:v>
              </c:pt>
              <c:pt idx="798">
                <c:v>0.14874798363731268</c:v>
              </c:pt>
              <c:pt idx="799">
                <c:v>0.14828799499272202</c:v>
              </c:pt>
              <c:pt idx="800">
                <c:v>0.14782811046305688</c:v>
              </c:pt>
              <c:pt idx="801">
                <c:v>0.14736831615173993</c:v>
              </c:pt>
              <c:pt idx="802">
                <c:v>0.14690859776411722</c:v>
              </c:pt>
              <c:pt idx="803">
                <c:v>0.14644894060268515</c:v>
              </c:pt>
              <c:pt idx="804">
                <c:v>0.14598932956229863</c:v>
              </c:pt>
              <c:pt idx="805">
                <c:v>0.14552974912536107</c:v>
              </c:pt>
              <c:pt idx="806">
                <c:v>0.1450701833569971</c:v>
              </c:pt>
              <c:pt idx="807">
                <c:v>0.14461061590020785</c:v>
              </c:pt>
              <c:pt idx="808">
                <c:v>0.1441510299710096</c:v>
              </c:pt>
              <c:pt idx="809">
                <c:v>0.14369140835355657</c:v>
              </c:pt>
              <c:pt idx="810">
                <c:v>0.14323173339524795</c:v>
              </c:pt>
              <c:pt idx="811">
                <c:v>0.14277198700181976</c:v>
              </c:pt>
              <c:pt idx="812">
                <c:v>0.1423121506324226</c:v>
              </c:pt>
              <c:pt idx="813">
                <c:v>0.14185220529468517</c:v>
              </c:pt>
              <c:pt idx="814">
                <c:v>0.14139213153976468</c:v>
              </c:pt>
              <c:pt idx="815">
                <c:v>0.14093190945738412</c:v>
              </c:pt>
              <c:pt idx="816">
                <c:v>0.14047151867085803</c:v>
              </c:pt>
              <c:pt idx="817">
                <c:v>0.14001093833210634</c:v>
              </c:pt>
              <c:pt idx="818">
                <c:v>0.1395501471166573</c:v>
              </c:pt>
              <c:pt idx="819">
                <c:v>0.13908912321864036</c:v>
              </c:pt>
              <c:pt idx="820">
                <c:v>0.13862784434576936</c:v>
              </c:pt>
              <c:pt idx="821">
                <c:v>0.138166287714317</c:v>
              </c:pt>
              <c:pt idx="822">
                <c:v>0.1377044300440809</c:v>
              </c:pt>
              <c:pt idx="823">
                <c:v>0.13724224755334213</c:v>
              </c:pt>
              <c:pt idx="824">
                <c:v>0.1367797159538172</c:v>
              </c:pt>
              <c:pt idx="825">
                <c:v>0.13631681044560373</c:v>
              </c:pt>
              <c:pt idx="826">
                <c:v>0.13585350571212093</c:v>
              </c:pt>
              <c:pt idx="827">
                <c:v>0.1353897759150454</c:v>
              </c:pt>
              <c:pt idx="828">
                <c:v>0.1349255946892433</c:v>
              </c:pt>
              <c:pt idx="829">
                <c:v>0.13446093513769952</c:v>
              </c:pt>
              <c:pt idx="830">
                <c:v>0.13399576982644437</c:v>
              </c:pt>
              <c:pt idx="831">
                <c:v>0.13353007077947918</c:v>
              </c:pt>
              <c:pt idx="832">
                <c:v>0.13306380947370128</c:v>
              </c:pt>
              <c:pt idx="833">
                <c:v>0.13259695683382935</c:v>
              </c:pt>
              <c:pt idx="834">
                <c:v>0.13212948322732954</c:v>
              </c:pt>
              <c:pt idx="835">
                <c:v>0.13166135845934415</c:v>
              </c:pt>
              <c:pt idx="836">
                <c:v>0.13119255176762318</c:v>
              </c:pt>
              <c:pt idx="837">
                <c:v>0.1307230318174591</c:v>
              </c:pt>
              <c:pt idx="838">
                <c:v>0.13025276669662733</c:v>
              </c:pt>
              <c:pt idx="839">
                <c:v>0.12978172391033171</c:v>
              </c:pt>
              <c:pt idx="840">
                <c:v>0.12930987037615693</c:v>
              </c:pt>
              <c:pt idx="841">
                <c:v>0.12883717241902853</c:v>
              </c:pt>
              <c:pt idx="842">
                <c:v>0.1283635957661819</c:v>
              </c:pt>
              <c:pt idx="843">
                <c:v>0.12788910554214009</c:v>
              </c:pt>
              <c:pt idx="844">
                <c:v>0.1274136662637033</c:v>
              </c:pt>
              <c:pt idx="845">
                <c:v>0.12693724183494928</c:v>
              </c:pt>
              <c:pt idx="846">
                <c:v>0.12645979554224698</c:v>
              </c:pt>
              <c:pt idx="847">
                <c:v>0.12598129004928382</c:v>
              </c:pt>
              <c:pt idx="848">
                <c:v>0.12550168739210807</c:v>
              </c:pt>
              <c:pt idx="849">
                <c:v>0.12502094897418714</c:v>
              </c:pt>
              <c:pt idx="850">
                <c:v>0.12453903556148288</c:v>
              </c:pt>
              <c:pt idx="851">
                <c:v>0.12405590727754588</c:v>
              </c:pt>
              <c:pt idx="852">
                <c:v>0.12357152359862841</c:v>
              </c:pt>
              <c:pt idx="853">
                <c:v>0.12308584334881874</c:v>
              </c:pt>
              <c:pt idx="854">
                <c:v>0.1225988246951966</c:v>
              </c:pt>
              <c:pt idx="855">
                <c:v>0.12211042514301264</c:v>
              </c:pt>
              <c:pt idx="856">
                <c:v>0.12162060153089134</c:v>
              </c:pt>
              <c:pt idx="857">
                <c:v>0.12112931002606019</c:v>
              </c:pt>
              <c:pt idx="858">
                <c:v>0.12063650611960525</c:v>
              </c:pt>
              <c:pt idx="859">
                <c:v>0.12014214462175493</c:v>
              </c:pt>
              <c:pt idx="860">
                <c:v>0.11964617965719365</c:v>
              </c:pt>
              <c:pt idx="861">
                <c:v>0.11914856466040563</c:v>
              </c:pt>
              <c:pt idx="862">
                <c:v>0.11864925237105137</c:v>
              </c:pt>
              <c:pt idx="863">
                <c:v>0.11814819482937722</c:v>
              </c:pt>
              <c:pt idx="864">
                <c:v>0.1176453433716603</c:v>
              </c:pt>
              <c:pt idx="865">
                <c:v>0.1171406486256891</c:v>
              </c:pt>
              <c:pt idx="866">
                <c:v>0.11663406050628247</c:v>
              </c:pt>
              <c:pt idx="867">
                <c:v>0.11612552821084726</c:v>
              </c:pt>
              <c:pt idx="868">
                <c:v>0.11561500021497668</c:v>
              </c:pt>
              <c:pt idx="869">
                <c:v>0.11510242426809139</c:v>
              </c:pt>
              <c:pt idx="870">
                <c:v>0.11458774738912296</c:v>
              </c:pt>
              <c:pt idx="871">
                <c:v>0.11407091586224402</c:v>
              </c:pt>
              <c:pt idx="872">
                <c:v>0.11355187523264354</c:v>
              </c:pt>
              <c:pt idx="873">
                <c:v>0.11303057030235185</c:v>
              </c:pt>
              <c:pt idx="874">
                <c:v>0.11250694512611416</c:v>
              </c:pt>
              <c:pt idx="875">
                <c:v>0.11198094300731676</c:v>
              </c:pt>
              <c:pt idx="876">
                <c:v>0.11145250649396529</c:v>
              </c:pt>
              <c:pt idx="877">
                <c:v>0.11092157737471821</c:v>
              </c:pt>
              <c:pt idx="878">
                <c:v>0.11038809667497684</c:v>
              </c:pt>
              <c:pt idx="879">
                <c:v>0.10985200465303305</c:v>
              </c:pt>
              <c:pt idx="880">
                <c:v>0.10931324079627705</c:v>
              </c:pt>
              <c:pt idx="881">
                <c:v>0.10877174381746652</c:v>
              </c:pt>
              <c:pt idx="882">
                <c:v>0.10822745165105922</c:v>
              </c:pt>
              <c:pt idx="883">
                <c:v>0.10768030144961056</c:v>
              </c:pt>
              <c:pt idx="884">
                <c:v>0.10713022958023784</c:v>
              </c:pt>
              <c:pt idx="885">
                <c:v>0.10657717162115353</c:v>
              </c:pt>
              <c:pt idx="886">
                <c:v>0.1060210623582688</c:v>
              </c:pt>
              <c:pt idx="887">
                <c:v>0.1054618357818693</c:v>
              </c:pt>
              <c:pt idx="888">
                <c:v>0.10489942508336567</c:v>
              </c:pt>
              <c:pt idx="889">
                <c:v>0.10433376265211956</c:v>
              </c:pt>
              <c:pt idx="890">
                <c:v>0.1037647800723484</c:v>
              </c:pt>
              <c:pt idx="891">
                <c:v>0.10319240812010949</c:v>
              </c:pt>
              <c:pt idx="892">
                <c:v>0.1026165767603667</c:v>
              </c:pt>
              <c:pt idx="893">
                <c:v>0.1020372151441408</c:v>
              </c:pt>
              <c:pt idx="894">
                <c:v>0.1014542516057459</c:v>
              </c:pt>
              <c:pt idx="895">
                <c:v>0.10086761366011389</c:v>
              </c:pt>
              <c:pt idx="896">
                <c:v>0.10027722800020897</c:v>
              </c:pt>
              <c:pt idx="897">
                <c:v>0.09968302049453448</c:v>
              </c:pt>
              <c:pt idx="898">
                <c:v>0.09908491618473377</c:v>
              </c:pt>
              <c:pt idx="899">
                <c:v>0.09848283928328752</c:v>
              </c:pt>
              <c:pt idx="900">
                <c:v>0.09787671317131005</c:v>
              </c:pt>
              <c:pt idx="901">
                <c:v>0.09726646039644535</c:v>
              </c:pt>
              <c:pt idx="902">
                <c:v>0.09665200267086727</c:v>
              </c:pt>
              <c:pt idx="903">
                <c:v>0.0960332608693836</c:v>
              </c:pt>
              <c:pt idx="904">
                <c:v>0.09541015502764884</c:v>
              </c:pt>
              <c:pt idx="905">
                <c:v>0.09478260434048497</c:v>
              </c:pt>
              <c:pt idx="906">
                <c:v>0.09415052716031565</c:v>
              </c:pt>
              <c:pt idx="907">
                <c:v>0.09351384099571378</c:v>
              </c:pt>
              <c:pt idx="908">
                <c:v>0.09287246251006576</c:v>
              </c:pt>
              <c:pt idx="909">
                <c:v>0.0922263075203547</c:v>
              </c:pt>
              <c:pt idx="910">
                <c:v>0.09157529099606479</c:v>
              </c:pt>
              <c:pt idx="911">
                <c:v>0.09091932705820956</c:v>
              </c:pt>
              <c:pt idx="912">
                <c:v>0.09025832897848574</c:v>
              </c:pt>
              <c:pt idx="913">
                <c:v>0.0895922091785563</c:v>
              </c:pt>
              <c:pt idx="914">
                <c:v>0.08892087922946385</c:v>
              </c:pt>
              <c:pt idx="915">
                <c:v>0.08824424985117779</c:v>
              </c:pt>
              <c:pt idx="916">
                <c:v>0.08756223091227758</c:v>
              </c:pt>
              <c:pt idx="917">
                <c:v>0.08687473142977403</c:v>
              </c:pt>
              <c:pt idx="918">
                <c:v>0.0861816595690724</c:v>
              </c:pt>
              <c:pt idx="919">
                <c:v>0.08548292264407822</c:v>
              </c:pt>
              <c:pt idx="920">
                <c:v>0.0847784271174504</c:v>
              </c:pt>
              <c:pt idx="921">
                <c:v>0.08406807860100209</c:v>
              </c:pt>
              <c:pt idx="922">
                <c:v>0.08335178185625401</c:v>
              </c:pt>
              <c:pt idx="923">
                <c:v>0.08262944079514155</c:v>
              </c:pt>
              <c:pt idx="924">
                <c:v>0.08190095848087847</c:v>
              </c:pt>
              <c:pt idx="925">
                <c:v>0.08116623712898083</c:v>
              </c:pt>
              <c:pt idx="926">
                <c:v>0.08042517810845269</c:v>
              </c:pt>
              <c:pt idx="927">
                <c:v>0.07967768194313715</c:v>
              </c:pt>
              <c:pt idx="928">
                <c:v>0.07892364831323524</c:v>
              </c:pt>
              <c:pt idx="929">
                <c:v>0.07816297605699535</c:v>
              </c:pt>
              <c:pt idx="930">
                <c:v>0.07739556317257623</c:v>
              </c:pt>
              <c:pt idx="931">
                <c:v>0.07662130682008654</c:v>
              </c:pt>
              <c:pt idx="932">
                <c:v>0.07584010332380312</c:v>
              </c:pt>
              <c:pt idx="933">
                <c:v>0.07505184817457194</c:v>
              </c:pt>
              <c:pt idx="934">
                <c:v>0.07425643603239336</c:v>
              </c:pt>
              <c:pt idx="935">
                <c:v>0.07345376072919636</c:v>
              </c:pt>
              <c:pt idx="936">
                <c:v>0.07264371527180236</c:v>
              </c:pt>
              <c:pt idx="937">
                <c:v>0.07182619184508411</c:v>
              </c:pt>
              <c:pt idx="938">
                <c:v>0.07100108181532094</c:v>
              </c:pt>
              <c:pt idx="939">
                <c:v>0.07016827573375373</c:v>
              </c:pt>
              <c:pt idx="940">
                <c:v>0.06932766334034322</c:v>
              </c:pt>
              <c:pt idx="941">
                <c:v>0.06847913356773436</c:v>
              </c:pt>
              <c:pt idx="942">
                <c:v>0.06762257454542897</c:v>
              </c:pt>
              <c:pt idx="943">
                <c:v>0.066757873604172</c:v>
              </c:pt>
              <c:pt idx="944">
                <c:v>0.06588491728055149</c:v>
              </c:pt>
              <c:pt idx="945">
                <c:v>0.06500359132181863</c:v>
              </c:pt>
              <c:pt idx="946">
                <c:v>0.06411378069092787</c:v>
              </c:pt>
              <c:pt idx="947">
                <c:v>0.06321536957180343</c:v>
              </c:pt>
              <c:pt idx="948">
                <c:v>0.06230824137483233</c:v>
              </c:pt>
              <c:pt idx="949">
                <c:v>0.061392278742590095</c:v>
              </c:pt>
              <c:pt idx="950">
                <c:v>0.06046736355579961</c:v>
              </c:pt>
              <c:pt idx="951">
                <c:v>0.05953337693952898</c:v>
              </c:pt>
              <c:pt idx="952">
                <c:v>0.05859019926962958</c:v>
              </c:pt>
              <c:pt idx="953">
                <c:v>0.057637710179419</c:v>
              </c:pt>
              <c:pt idx="954">
                <c:v>0.05667578856661118</c:v>
              </c:pt>
              <c:pt idx="955">
                <c:v>0.05570431260049815</c:v>
              </c:pt>
              <c:pt idx="956">
                <c:v>0.054723159729385504</c:v>
              </c:pt>
              <c:pt idx="957">
                <c:v>0.05373220668828648</c:v>
              </c:pt>
              <c:pt idx="958">
                <c:v>0.05273132950687613</c:v>
              </c:pt>
              <c:pt idx="959">
                <c:v>0.05172040351771115</c:v>
              </c:pt>
              <c:pt idx="960">
                <c:v>0.05069930336471707</c:v>
              </c:pt>
              <c:pt idx="961">
                <c:v>0.049667903011946554</c:v>
              </c:pt>
              <c:pt idx="962">
                <c:v>0.048626075752613955</c:v>
              </c:pt>
              <c:pt idx="963">
                <c:v>0.04757369421840678</c:v>
              </c:pt>
              <c:pt idx="964">
                <c:v>0.046510630389079925</c:v>
              </c:pt>
              <c:pt idx="965">
                <c:v>0.04543675560233492</c:v>
              </c:pt>
              <c:pt idx="966">
                <c:v>0.04435194056398864</c:v>
              </c:pt>
              <c:pt idx="967">
                <c:v>0.043256055358433604</c:v>
              </c:pt>
              <c:pt idx="968">
                <c:v>0.04214896945939531</c:v>
              </c:pt>
              <c:pt idx="969">
                <c:v>0.04103055174098831</c:v>
              </c:pt>
              <c:pt idx="970">
                <c:v>0.03990067048907629</c:v>
              </c:pt>
              <c:pt idx="971">
                <c:v>0.03875919341293856</c:v>
              </c:pt>
              <c:pt idx="972">
                <c:v>0.037605987657246265</c:v>
              </c:pt>
              <c:pt idx="973">
                <c:v>0.036440919814354426</c:v>
              </c:pt>
              <c:pt idx="974">
                <c:v>0.03526385593690973</c:v>
              </c:pt>
              <c:pt idx="975">
                <c:v>0.034074661550781156</c:v>
              </c:pt>
              <c:pt idx="976">
                <c:v>0.03287320166831441</c:v>
              </c:pt>
              <c:pt idx="977">
                <c:v>0.0316593408019164</c:v>
              </c:pt>
              <c:pt idx="978">
                <c:v>0.03043294297797045</c:v>
              </c:pt>
              <c:pt idx="979">
                <c:v>0.02919387175108938</c:v>
              </c:pt>
              <c:pt idx="980">
                <c:v>0.027941990218706688</c:v>
              </c:pt>
              <c:pt idx="981">
                <c:v>0.02667716103601267</c:v>
              </c:pt>
              <c:pt idx="982">
                <c:v>0.02539924643123683</c:v>
              </c:pt>
              <c:pt idx="983">
                <c:v>0.024108108221281753</c:v>
              </c:pt>
              <c:pt idx="984">
                <c:v>0.02280360782771125</c:v>
              </c:pt>
              <c:pt idx="985">
                <c:v>0.02148560629309803</c:v>
              </c:pt>
              <c:pt idx="986">
                <c:v>0.020153964297731926</c:v>
              </c:pt>
              <c:pt idx="987">
                <c:v>0.018808542176696003</c:v>
              </c:pt>
              <c:pt idx="988">
                <c:v>0.017449199937310783</c:v>
              </c:pt>
              <c:pt idx="989">
                <c:v>0.016075797276953803</c:v>
              </c:pt>
              <c:pt idx="990">
                <c:v>0.01468819360125449</c:v>
              </c:pt>
              <c:pt idx="991">
                <c:v>0.013286248042672305</c:v>
              </c:pt>
              <c:pt idx="992">
                <c:v>0.01186981947945798</c:v>
              </c:pt>
              <c:pt idx="993">
                <c:v>0.010438766555005245</c:v>
              </c:pt>
              <c:pt idx="994">
                <c:v>0.00899294769759329</c:v>
              </c:pt>
              <c:pt idx="995">
                <c:v>0.0075322211405277634</c:v>
              </c:pt>
              <c:pt idx="996">
                <c:v>0.006056444942679517</c:v>
              </c:pt>
              <c:pt idx="997">
                <c:v>0.0045654770094296915</c:v>
              </c:pt>
              <c:pt idx="998">
                <c:v>0.0030591751140206444</c:v>
              </c:pt>
              <c:pt idx="999">
                <c:v>0.0015373969193202865</c:v>
              </c:pt>
              <c:pt idx="1000">
                <c:v>1.9104724304138164E-18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
        </c:scaling>
        <c:delete val="0"/>
        <c:axPos val="l"/>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Axial velocity (m/s)</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50112"/>
        <c:crossesAt val="0"/>
        <c:majorUnit val="0.1"/>
      </c:valAx>
      <c:valAx>
        <c:axId val="48650112"/>
        <c:scaling>
          <c:orientation val="minMax"/>
          <c:max val="1"/>
          <c:min val="0"/>
        </c:scaling>
        <c:delete val="0"/>
        <c:axPos val="b"/>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r / R</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tickLblPos val="low"/>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marker"/>
        <c:varyColors val="0"/>
        <c:ser>
          <c:idx val="0"/>
          <c:order val="0"/>
          <c:tx>
            <c:v>Peak flow</c:v>
          </c:tx>
          <c:spPr>
            <a:ln xmlns:a="http://schemas.openxmlformats.org/drawingml/2006/main" w="0">
              <a:noFill/>
            </a:ln>
          </c:spPr>
          <c:marker>
            <c:symbol val="circle"/>
            <c:size val="3"/>
            <c:spPr>
              <a:solidFill xmlns:a="http://schemas.openxmlformats.org/drawingml/2006/main">
                <a:srgbClr val="2166A8"/>
              </a:solidFill>
            </c:spPr>
          </c:marker>
          <c:xVal>
            <c:numLit>
              <c:formatCode>General</c:formatCode>
              <c:ptCount val="3578"/>
              <c:pt idx="0">
                <c:v>0.624664578949162</c:v>
              </c:pt>
              <c:pt idx="1">
                <c:v>0.5656218308036228</c:v>
              </c:pt>
              <c:pt idx="2">
                <c:v>0.5214983704754884</c:v>
              </c:pt>
              <c:pt idx="3">
                <c:v>0.5439229322434942</c:v>
              </c:pt>
              <c:pt idx="4">
                <c:v>0.5292919130137476</c:v>
              </c:pt>
              <c:pt idx="5">
                <c:v>0.5517624076785917</c:v>
              </c:pt>
              <c:pt idx="6">
                <c:v>0.5628405632428751</c:v>
              </c:pt>
              <c:pt idx="7">
                <c:v>0.5451632092895476</c:v>
              </c:pt>
              <c:pt idx="8">
                <c:v>0.8895903621316835</c:v>
              </c:pt>
              <c:pt idx="9">
                <c:v>0.8937597912563483</c:v>
              </c:pt>
              <c:pt idx="10">
                <c:v>0.9107473471334404</c:v>
              </c:pt>
              <c:pt idx="11">
                <c:v>0.8884688716495297</c:v>
              </c:pt>
              <c:pt idx="12">
                <c:v>0.9081976155713012</c:v>
              </c:pt>
              <c:pt idx="13">
                <c:v>0.9112331351302106</c:v>
              </c:pt>
              <c:pt idx="14">
                <c:v>0.8869375241893679</c:v>
              </c:pt>
              <c:pt idx="15">
                <c:v>0.8822831331694406</c:v>
              </c:pt>
              <c:pt idx="16">
                <c:v>0.4178447274825216</c:v>
              </c:pt>
              <c:pt idx="17">
                <c:v>0.44351596233992685</c:v>
              </c:pt>
              <c:pt idx="18">
                <c:v>0.37942305536238136</c:v>
              </c:pt>
              <c:pt idx="19">
                <c:v>0.5140358570564292</c:v>
              </c:pt>
              <c:pt idx="20">
                <c:v>0.5752364179220888</c:v>
              </c:pt>
              <c:pt idx="21">
                <c:v>0.7678362957752117</c:v>
              </c:pt>
              <c:pt idx="22">
                <c:v>0.8013401869984595</c:v>
              </c:pt>
              <c:pt idx="23">
                <c:v>0.7622832078964057</c:v>
              </c:pt>
              <c:pt idx="24">
                <c:v>0.8680119898219418</c:v>
              </c:pt>
              <c:pt idx="25">
                <c:v>0.8662268996969109</c:v>
              </c:pt>
              <c:pt idx="26">
                <c:v>0.8632327046527409</c:v>
              </c:pt>
              <c:pt idx="27">
                <c:v>0.8667297094260877</c:v>
              </c:pt>
              <c:pt idx="28">
                <c:v>0.8169285348125271</c:v>
              </c:pt>
              <c:pt idx="29">
                <c:v>0.8007185930617926</c:v>
              </c:pt>
              <c:pt idx="30">
                <c:v>0.8366109116094096</c:v>
              </c:pt>
              <c:pt idx="31">
                <c:v>0.8295015960852846</c:v>
              </c:pt>
              <c:pt idx="32">
                <c:v>0.8194556696670455</c:v>
              </c:pt>
              <c:pt idx="33">
                <c:v>0.7932237529566282</c:v>
              </c:pt>
              <c:pt idx="34">
                <c:v>0.8678571569474284</c:v>
              </c:pt>
              <c:pt idx="35">
                <c:v>0.8732891367709973</c:v>
              </c:pt>
              <c:pt idx="36">
                <c:v>0.8492608754481635</c:v>
              </c:pt>
              <c:pt idx="37">
                <c:v>0.8545444648471242</c:v>
              </c:pt>
              <c:pt idx="38">
                <c:v>0.9543528263149536</c:v>
              </c:pt>
              <c:pt idx="39">
                <c:v>0.9268598649765674</c:v>
              </c:pt>
              <c:pt idx="40">
                <c:v>0.9436428850107192</c:v>
              </c:pt>
              <c:pt idx="41">
                <c:v>0.9566500352585289</c:v>
              </c:pt>
              <c:pt idx="42">
                <c:v>0.9339462538779207</c:v>
              </c:pt>
              <c:pt idx="43">
                <c:v>0.9489160166499402</c:v>
              </c:pt>
              <c:pt idx="44">
                <c:v>0.94418408426375</c:v>
              </c:pt>
              <c:pt idx="45">
                <c:v>0.8936245972964243</c:v>
              </c:pt>
              <c:pt idx="46">
                <c:v>0.9057048333744157</c:v>
              </c:pt>
              <c:pt idx="47">
                <c:v>0.9071533810937612</c:v>
              </c:pt>
              <c:pt idx="48">
                <c:v>0.9379448514529374</c:v>
              </c:pt>
              <c:pt idx="49">
                <c:v>0.9338946884240276</c:v>
              </c:pt>
              <c:pt idx="50">
                <c:v>0.9453352380960929</c:v>
              </c:pt>
              <c:pt idx="51">
                <c:v>0.8751003512076204</c:v>
              </c:pt>
              <c:pt idx="52">
                <c:v>0.8553177292010302</c:v>
              </c:pt>
              <c:pt idx="53">
                <c:v>0.8802310202080873</c:v>
              </c:pt>
              <c:pt idx="54">
                <c:v>0.906970679688201</c:v>
              </c:pt>
              <c:pt idx="55">
                <c:v>0.9065017898328869</c:v>
              </c:pt>
              <c:pt idx="56">
                <c:v>0.9183310592719829</c:v>
              </c:pt>
              <c:pt idx="57">
                <c:v>0.9184275823692098</c:v>
              </c:pt>
              <c:pt idx="58">
                <c:v>0.8787858022213791</c:v>
              </c:pt>
              <c:pt idx="59">
                <c:v>0.8853232218445017</c:v>
              </c:pt>
              <c:pt idx="60">
                <c:v>0.8834929598760062</c:v>
              </c:pt>
              <c:pt idx="61">
                <c:v>0.8806916460778518</c:v>
              </c:pt>
              <c:pt idx="62">
                <c:v>0.7307942249819117</c:v>
              </c:pt>
              <c:pt idx="63">
                <c:v>0.7256260796146212</c:v>
              </c:pt>
              <c:pt idx="64">
                <c:v>0.7334594647462452</c:v>
              </c:pt>
              <c:pt idx="65">
                <c:v>0.8716083328089398</c:v>
              </c:pt>
              <c:pt idx="66">
                <c:v>0.8962248685793041</c:v>
              </c:pt>
              <c:pt idx="67">
                <c:v>0.9092414060617798</c:v>
              </c:pt>
              <c:pt idx="68">
                <c:v>0.9079624309951001</c:v>
              </c:pt>
              <c:pt idx="69">
                <c:v>0.9164235154237068</c:v>
              </c:pt>
              <c:pt idx="70">
                <c:v>0.882287245773576</c:v>
              </c:pt>
              <c:pt idx="71">
                <c:v>0.870205121323574</c:v>
              </c:pt>
              <c:pt idx="72">
                <c:v>0.8809201592800137</c:v>
              </c:pt>
              <c:pt idx="73">
                <c:v>0.8780933594090212</c:v>
              </c:pt>
              <c:pt idx="74">
                <c:v>0.8802396829283107</c:v>
              </c:pt>
              <c:pt idx="75">
                <c:v>0.9114382976254641</c:v>
              </c:pt>
              <c:pt idx="76">
                <c:v>0.8210782489517683</c:v>
              </c:pt>
              <c:pt idx="77">
                <c:v>0.8254921315045538</c:v>
              </c:pt>
              <c:pt idx="78">
                <c:v>0.8368840093862344</c:v>
              </c:pt>
              <c:pt idx="79">
                <c:v>0.7968385648860029</c:v>
              </c:pt>
              <c:pt idx="80">
                <c:v>0.7746637163753025</c:v>
              </c:pt>
              <c:pt idx="81">
                <c:v>0.7815406800242809</c:v>
              </c:pt>
              <c:pt idx="82">
                <c:v>0.7523520035397073</c:v>
              </c:pt>
              <c:pt idx="83">
                <c:v>0.9659646793622274</c:v>
              </c:pt>
              <c:pt idx="84">
                <c:v>0.9689985607971812</c:v>
              </c:pt>
              <c:pt idx="85">
                <c:v>0.9571560857211622</c:v>
              </c:pt>
              <c:pt idx="86">
                <c:v>0.9808218538947248</c:v>
              </c:pt>
              <c:pt idx="87">
                <c:v>0.9848613680852765</c:v>
              </c:pt>
              <c:pt idx="88">
                <c:v>0.9902997114016712</c:v>
              </c:pt>
              <c:pt idx="89">
                <c:v>0.9703015676313091</c:v>
              </c:pt>
              <c:pt idx="90">
                <c:v>0.9845942249301447</c:v>
              </c:pt>
              <c:pt idx="91">
                <c:v>0.9791963897705321</c:v>
              </c:pt>
              <c:pt idx="92">
                <c:v>0.9568119477829238</c:v>
              </c:pt>
              <c:pt idx="93">
                <c:v>0.9152567139454558</c:v>
              </c:pt>
              <c:pt idx="94">
                <c:v>0.9175326312704579</c:v>
              </c:pt>
              <c:pt idx="95">
                <c:v>0.9207258598478498</c:v>
              </c:pt>
              <c:pt idx="96">
                <c:v>0.9336973001450259</c:v>
              </c:pt>
              <c:pt idx="97">
                <c:v>0.8657257936322967</c:v>
              </c:pt>
              <c:pt idx="98">
                <c:v>0.42100105380817154</c:v>
              </c:pt>
              <c:pt idx="99">
                <c:v>0.5193862950944781</c:v>
              </c:pt>
              <c:pt idx="100">
                <c:v>0.5130701608739836</c:v>
              </c:pt>
              <c:pt idx="101">
                <c:v>0.5129598072724696</c:v>
              </c:pt>
              <c:pt idx="102">
                <c:v>0.45136373339907293</c:v>
              </c:pt>
              <c:pt idx="103">
                <c:v>0.8977198287740009</c:v>
              </c:pt>
              <c:pt idx="104">
                <c:v>0.8909912459819513</c:v>
              </c:pt>
              <c:pt idx="105">
                <c:v>0.659826755523905</c:v>
              </c:pt>
              <c:pt idx="106">
                <c:v>0.9170651565590571</c:v>
              </c:pt>
              <c:pt idx="107">
                <c:v>0.9047704878364529</c:v>
              </c:pt>
              <c:pt idx="108">
                <c:v>0.9173114667627025</c:v>
              </c:pt>
              <c:pt idx="109">
                <c:v>0.9635093940370559</c:v>
              </c:pt>
              <c:pt idx="110">
                <c:v>0.9568094792504915</c:v>
              </c:pt>
              <c:pt idx="111">
                <c:v>0.9756417458789081</c:v>
              </c:pt>
              <c:pt idx="112">
                <c:v>0.9685744975438298</c:v>
              </c:pt>
              <c:pt idx="113">
                <c:v>0.6716231722175139</c:v>
              </c:pt>
              <c:pt idx="114">
                <c:v>0.5140913282409245</c:v>
              </c:pt>
              <c:pt idx="115">
                <c:v>0.5141624580022633</c:v>
              </c:pt>
              <c:pt idx="116">
                <c:v>0.9749709914462755</c:v>
              </c:pt>
              <c:pt idx="117">
                <c:v>0.9854050436077526</c:v>
              </c:pt>
              <c:pt idx="118">
                <c:v>0.9851230254267926</c:v>
              </c:pt>
              <c:pt idx="119">
                <c:v>0.9411897421681347</c:v>
              </c:pt>
              <c:pt idx="120">
                <c:v>0.9373008746666562</c:v>
              </c:pt>
              <c:pt idx="121">
                <c:v>0.9416581618579034</c:v>
              </c:pt>
              <c:pt idx="122">
                <c:v>0.9426063542287356</c:v>
              </c:pt>
              <c:pt idx="123">
                <c:v>0.944907253609093</c:v>
              </c:pt>
              <c:pt idx="124">
                <c:v>0.920476473896582</c:v>
              </c:pt>
              <c:pt idx="125">
                <c:v>0.9014342305855013</c:v>
              </c:pt>
              <c:pt idx="126">
                <c:v>0.900401367337631</c:v>
              </c:pt>
              <c:pt idx="127">
                <c:v>0.888013892409959</c:v>
              </c:pt>
              <c:pt idx="128">
                <c:v>0.4838374287320106</c:v>
              </c:pt>
              <c:pt idx="129">
                <c:v>0.5217904333616179</c:v>
              </c:pt>
              <c:pt idx="130">
                <c:v>0.4817807427460603</c:v>
              </c:pt>
              <c:pt idx="131">
                <c:v>0.5768610845367461</c:v>
              </c:pt>
              <c:pt idx="132">
                <c:v>0.44243988588766875</c:v>
              </c:pt>
              <c:pt idx="133">
                <c:v>0.44447510608969676</c:v>
              </c:pt>
              <c:pt idx="134">
                <c:v>0.8842704327666419</c:v>
              </c:pt>
              <c:pt idx="135">
                <c:v>0.9291856110957587</c:v>
              </c:pt>
              <c:pt idx="136">
                <c:v>0.9052016031475455</c:v>
              </c:pt>
              <c:pt idx="137">
                <c:v>0.7220345736844903</c:v>
              </c:pt>
              <c:pt idx="138">
                <c:v>0.7349044305566848</c:v>
              </c:pt>
              <c:pt idx="139">
                <c:v>0.739510817248015</c:v>
              </c:pt>
              <c:pt idx="140">
                <c:v>0.7041985386066651</c:v>
              </c:pt>
              <c:pt idx="141">
                <c:v>0.6831073404479637</c:v>
              </c:pt>
              <c:pt idx="142">
                <c:v>0.957413793777216</c:v>
              </c:pt>
              <c:pt idx="143">
                <c:v>0.9586845619937218</c:v>
              </c:pt>
              <c:pt idx="144">
                <c:v>0.8955344221227941</c:v>
              </c:pt>
              <c:pt idx="145">
                <c:v>0.9212621426273578</c:v>
              </c:pt>
              <c:pt idx="146">
                <c:v>0.891274488710014</c:v>
              </c:pt>
              <c:pt idx="147">
                <c:v>0.6657799305611335</c:v>
              </c:pt>
              <c:pt idx="148">
                <c:v>0.6735374858863435</c:v>
              </c:pt>
              <c:pt idx="149">
                <c:v>0.9790197383717736</c:v>
              </c:pt>
              <c:pt idx="150">
                <c:v>0.9953025711553909</c:v>
              </c:pt>
              <c:pt idx="151">
                <c:v>0.9831491025675156</c:v>
              </c:pt>
              <c:pt idx="152">
                <c:v>0.9961639712353493</c:v>
              </c:pt>
              <c:pt idx="153">
                <c:v>0.9159114170925661</c:v>
              </c:pt>
              <c:pt idx="154">
                <c:v>0.9189971565340288</c:v>
              </c:pt>
              <c:pt idx="155">
                <c:v>0.9321087252597582</c:v>
              </c:pt>
              <c:pt idx="156">
                <c:v>0.9388258393872982</c:v>
              </c:pt>
              <c:pt idx="157">
                <c:v>0.9541166032607602</c:v>
              </c:pt>
              <c:pt idx="158">
                <c:v>0.9590198195170306</c:v>
              </c:pt>
              <c:pt idx="159">
                <c:v>0.9578791062820129</c:v>
              </c:pt>
              <c:pt idx="160">
                <c:v>0.9722989453288933</c:v>
              </c:pt>
              <c:pt idx="161">
                <c:v>0.9704226870905162</c:v>
              </c:pt>
              <c:pt idx="162">
                <c:v>0.9540790783800674</c:v>
              </c:pt>
              <c:pt idx="163">
                <c:v>0.9503041651636963</c:v>
              </c:pt>
              <c:pt idx="164">
                <c:v>0.9532270572397941</c:v>
              </c:pt>
              <c:pt idx="165">
                <c:v>0.49449554183732763</c:v>
              </c:pt>
              <c:pt idx="166">
                <c:v>1.0086113307692128</c:v>
              </c:pt>
              <c:pt idx="167">
                <c:v>1.0149592042364313</c:v>
              </c:pt>
              <c:pt idx="168">
                <c:v>1.0134635733614086</c:v>
              </c:pt>
              <c:pt idx="169">
                <c:v>0.940380591960772</c:v>
              </c:pt>
              <c:pt idx="170">
                <c:v>0.9277024818518854</c:v>
              </c:pt>
              <c:pt idx="171">
                <c:v>0.9377478979824226</c:v>
              </c:pt>
              <c:pt idx="172">
                <c:v>0.9390325301714411</c:v>
              </c:pt>
              <c:pt idx="173">
                <c:v>0.9257783561978278</c:v>
              </c:pt>
              <c:pt idx="174">
                <c:v>0.9540280810533501</c:v>
              </c:pt>
              <c:pt idx="175">
                <c:v>0.9525658273642873</c:v>
              </c:pt>
              <c:pt idx="176">
                <c:v>0.947539189633778</c:v>
              </c:pt>
              <c:pt idx="177">
                <c:v>0.9480766931609902</c:v>
              </c:pt>
              <c:pt idx="178">
                <c:v>0.95544885610015</c:v>
              </c:pt>
              <c:pt idx="179">
                <c:v>0.9502573839412414</c:v>
              </c:pt>
              <c:pt idx="180">
                <c:v>0.904918215464538</c:v>
              </c:pt>
              <c:pt idx="181">
                <c:v>0.9066119921407614</c:v>
              </c:pt>
              <c:pt idx="182">
                <c:v>0.9039029774262252</c:v>
              </c:pt>
              <c:pt idx="183">
                <c:v>0.9430653309414114</c:v>
              </c:pt>
              <c:pt idx="184">
                <c:v>0.9212692000017246</c:v>
              </c:pt>
              <c:pt idx="185">
                <c:v>0.9433733479184123</c:v>
              </c:pt>
              <c:pt idx="186">
                <c:v>0.9317077304918829</c:v>
              </c:pt>
              <c:pt idx="187">
                <c:v>0.8299678752450773</c:v>
              </c:pt>
              <c:pt idx="188">
                <c:v>0.8373038949304824</c:v>
              </c:pt>
              <c:pt idx="189">
                <c:v>0.8347399158865043</c:v>
              </c:pt>
              <c:pt idx="190">
                <c:v>0.9458393264877645</c:v>
              </c:pt>
              <c:pt idx="191">
                <c:v>0.960952625329695</c:v>
              </c:pt>
              <c:pt idx="192">
                <c:v>0.9917999768691249</c:v>
              </c:pt>
              <c:pt idx="193">
                <c:v>0.9905245651270719</c:v>
              </c:pt>
              <c:pt idx="194">
                <c:v>0.9266106674011007</c:v>
              </c:pt>
              <c:pt idx="195">
                <c:v>0.9241229778738228</c:v>
              </c:pt>
              <c:pt idx="196">
                <c:v>0.9161177952345213</c:v>
              </c:pt>
              <c:pt idx="197">
                <c:v>0.9273886105164396</c:v>
              </c:pt>
              <c:pt idx="198">
                <c:v>0.9742464904681761</c:v>
              </c:pt>
              <c:pt idx="199">
                <c:v>1.0003172686216342</c:v>
              </c:pt>
              <c:pt idx="200">
                <c:v>1.0099121078470246</c:v>
              </c:pt>
              <c:pt idx="201">
                <c:v>1.0117196370851707</c:v>
              </c:pt>
              <c:pt idx="202">
                <c:v>0.98397537069484</c:v>
              </c:pt>
              <c:pt idx="203">
                <c:v>0.9910355291103605</c:v>
              </c:pt>
              <c:pt idx="204">
                <c:v>0.996474219607663</c:v>
              </c:pt>
              <c:pt idx="205">
                <c:v>0.986998298066444</c:v>
              </c:pt>
              <c:pt idx="206">
                <c:v>0.9881845358908369</c:v>
              </c:pt>
              <c:pt idx="207">
                <c:v>0.9382894396063024</c:v>
              </c:pt>
              <c:pt idx="208">
                <c:v>0.9455206664376208</c:v>
              </c:pt>
              <c:pt idx="209">
                <c:v>0.7408703514754427</c:v>
              </c:pt>
              <c:pt idx="210">
                <c:v>0.9964604183413908</c:v>
              </c:pt>
              <c:pt idx="211">
                <c:v>0.9960531182182216</c:v>
              </c:pt>
              <c:pt idx="212">
                <c:v>0.9249888963319918</c:v>
              </c:pt>
              <c:pt idx="213">
                <c:v>0.9418465643593696</c:v>
              </c:pt>
              <c:pt idx="214">
                <c:v>0.9399175777896701</c:v>
              </c:pt>
              <c:pt idx="215">
                <c:v>0.9413618658481758</c:v>
              </c:pt>
              <c:pt idx="216">
                <c:v>1.0120624659068354</c:v>
              </c:pt>
              <c:pt idx="217">
                <c:v>1.0072491893068616</c:v>
              </c:pt>
              <c:pt idx="218">
                <c:v>1.0127472304348242</c:v>
              </c:pt>
              <c:pt idx="219">
                <c:v>1.0128244452366801</c:v>
              </c:pt>
              <c:pt idx="220">
                <c:v>0.9788397340030381</c:v>
              </c:pt>
              <c:pt idx="221">
                <c:v>0.9362745682168515</c:v>
              </c:pt>
              <c:pt idx="222">
                <c:v>0.9056891038236002</c:v>
              </c:pt>
              <c:pt idx="223">
                <c:v>0.9225107817907315</c:v>
              </c:pt>
              <c:pt idx="224">
                <c:v>0.9998598570963912</c:v>
              </c:pt>
              <c:pt idx="225">
                <c:v>0.987085561509596</c:v>
              </c:pt>
              <c:pt idx="226">
                <c:v>0.9576567830187748</c:v>
              </c:pt>
              <c:pt idx="227">
                <c:v>0.9825629520452381</c:v>
              </c:pt>
              <c:pt idx="228">
                <c:v>0.9870450095204485</c:v>
              </c:pt>
              <c:pt idx="229">
                <c:v>1.0043333990991683</c:v>
              </c:pt>
              <c:pt idx="230">
                <c:v>0.9959836455780271</c:v>
              </c:pt>
              <c:pt idx="231">
                <c:v>0.9973204572204647</c:v>
              </c:pt>
              <c:pt idx="232">
                <c:v>0.9783708352024653</c:v>
              </c:pt>
              <c:pt idx="233">
                <c:v>0.9731435392267136</c:v>
              </c:pt>
              <c:pt idx="234">
                <c:v>0.9845404382601072</c:v>
              </c:pt>
              <c:pt idx="235">
                <c:v>0.9701391727980927</c:v>
              </c:pt>
              <c:pt idx="236">
                <c:v>0.9952668810635168</c:v>
              </c:pt>
              <c:pt idx="237">
                <c:v>0.9853227380406614</c:v>
              </c:pt>
              <c:pt idx="238">
                <c:v>0.9794264655847786</c:v>
              </c:pt>
              <c:pt idx="239">
                <c:v>0.9739384978049521</c:v>
              </c:pt>
              <c:pt idx="240">
                <c:v>0.9733084875776576</c:v>
              </c:pt>
              <c:pt idx="241">
                <c:v>0.9721111858896472</c:v>
              </c:pt>
              <c:pt idx="242">
                <c:v>0.9281024467189117</c:v>
              </c:pt>
              <c:pt idx="243">
                <c:v>0.9197773142839499</c:v>
              </c:pt>
              <c:pt idx="244">
                <c:v>1.0053302829664255</c:v>
              </c:pt>
              <c:pt idx="245">
                <c:v>1.0005559275122358</c:v>
              </c:pt>
              <c:pt idx="246">
                <c:v>0.9896352594783221</c:v>
              </c:pt>
              <c:pt idx="247">
                <c:v>1.0148146022873998</c:v>
              </c:pt>
              <c:pt idx="248">
                <c:v>0.5230827240816364</c:v>
              </c:pt>
              <c:pt idx="249">
                <c:v>0.6730304978347422</c:v>
              </c:pt>
              <c:pt idx="250">
                <c:v>0.5606325414143012</c:v>
              </c:pt>
              <c:pt idx="251">
                <c:v>0.9557555877532556</c:v>
              </c:pt>
              <c:pt idx="252">
                <c:v>0.9581203972136614</c:v>
              </c:pt>
              <c:pt idx="253">
                <c:v>0.9585271097628638</c:v>
              </c:pt>
              <c:pt idx="254">
                <c:v>0.9548227777238725</c:v>
              </c:pt>
              <c:pt idx="255">
                <c:v>0.6037292807464357</c:v>
              </c:pt>
              <c:pt idx="256">
                <c:v>1.0168945839389993</c:v>
              </c:pt>
              <c:pt idx="257">
                <c:v>1.0100128300386855</c:v>
              </c:pt>
              <c:pt idx="258">
                <c:v>1.0080184118813886</c:v>
              </c:pt>
              <c:pt idx="259">
                <c:v>0.9514556057424903</c:v>
              </c:pt>
              <c:pt idx="260">
                <c:v>0.9064586744295094</c:v>
              </c:pt>
              <c:pt idx="261">
                <c:v>0.9158734843510714</c:v>
              </c:pt>
              <c:pt idx="262">
                <c:v>0.9245244369303772</c:v>
              </c:pt>
              <c:pt idx="263">
                <c:v>0.9777654087847005</c:v>
              </c:pt>
              <c:pt idx="264">
                <c:v>0.9735229588917581</c:v>
              </c:pt>
              <c:pt idx="265">
                <c:v>0.6815263508234845</c:v>
              </c:pt>
              <c:pt idx="266">
                <c:v>1.0283676373581339</c:v>
              </c:pt>
              <c:pt idx="267">
                <c:v>1.0202506614933087</c:v>
              </c:pt>
              <c:pt idx="268">
                <c:v>1.0263281925333794</c:v>
              </c:pt>
              <c:pt idx="269">
                <c:v>0.9278785600403057</c:v>
              </c:pt>
              <c:pt idx="270">
                <c:v>0.9291879135910637</c:v>
              </c:pt>
              <c:pt idx="271">
                <c:v>0.9493685058303645</c:v>
              </c:pt>
              <c:pt idx="272">
                <c:v>0.9825295465696597</c:v>
              </c:pt>
              <c:pt idx="273">
                <c:v>0.9832589263771296</c:v>
              </c:pt>
              <c:pt idx="274">
                <c:v>0.9708725103311098</c:v>
              </c:pt>
              <c:pt idx="275">
                <c:v>0.9819646825481021</c:v>
              </c:pt>
              <c:pt idx="276">
                <c:v>1.0147210554278283</c:v>
              </c:pt>
              <c:pt idx="277">
                <c:v>1.0241456464784648</c:v>
              </c:pt>
              <c:pt idx="278">
                <c:v>1.0127785964199503</c:v>
              </c:pt>
              <c:pt idx="279">
                <c:v>0.1958048110830711</c:v>
              </c:pt>
              <c:pt idx="280">
                <c:v>0.25962133178067226</c:v>
              </c:pt>
              <c:pt idx="281">
                <c:v>0.2518974693836565</c:v>
              </c:pt>
              <c:pt idx="282">
                <c:v>0.25067626521536607</c:v>
              </c:pt>
              <c:pt idx="283">
                <c:v>1.0022399760085061</c:v>
              </c:pt>
              <c:pt idx="284">
                <c:v>0.9973103746288962</c:v>
              </c:pt>
              <c:pt idx="285">
                <c:v>0.97782872462495</c:v>
              </c:pt>
              <c:pt idx="286">
                <c:v>0.6875701702175205</c:v>
              </c:pt>
              <c:pt idx="287">
                <c:v>0.6868932397787847</c:v>
              </c:pt>
              <c:pt idx="288">
                <c:v>0.6951304105592447</c:v>
              </c:pt>
              <c:pt idx="289">
                <c:v>0.7458174862389413</c:v>
              </c:pt>
              <c:pt idx="290">
                <c:v>0.7864408958068482</c:v>
              </c:pt>
              <c:pt idx="291">
                <c:v>0.7942777504573575</c:v>
              </c:pt>
              <c:pt idx="292">
                <c:v>0.9573776358212818</c:v>
              </c:pt>
              <c:pt idx="293">
                <c:v>0.9613864737307971</c:v>
              </c:pt>
              <c:pt idx="294">
                <c:v>0.9685551940470036</c:v>
              </c:pt>
              <c:pt idx="295">
                <c:v>1.0010662493389269</c:v>
              </c:pt>
              <c:pt idx="296">
                <c:v>0.8162810432794998</c:v>
              </c:pt>
              <c:pt idx="297">
                <c:v>0.8123105201748058</c:v>
              </c:pt>
              <c:pt idx="298">
                <c:v>0.806688979000023</c:v>
              </c:pt>
              <c:pt idx="299">
                <c:v>0.9269363795348688</c:v>
              </c:pt>
              <c:pt idx="300">
                <c:v>0.9040848329009576</c:v>
              </c:pt>
              <c:pt idx="301">
                <c:v>0.9443636497456885</c:v>
              </c:pt>
              <c:pt idx="302">
                <c:v>0.992355469694812</c:v>
              </c:pt>
              <c:pt idx="303">
                <c:v>0.9960950589107177</c:v>
              </c:pt>
              <c:pt idx="304">
                <c:v>0.991599863672176</c:v>
              </c:pt>
              <c:pt idx="305">
                <c:v>0.9894019337769476</c:v>
              </c:pt>
              <c:pt idx="306">
                <c:v>0.9169330299524453</c:v>
              </c:pt>
              <c:pt idx="307">
                <c:v>0.9181110818693605</c:v>
              </c:pt>
              <c:pt idx="308">
                <c:v>0.9151472201214826</c:v>
              </c:pt>
              <c:pt idx="309">
                <c:v>0.8133144129257265</c:v>
              </c:pt>
              <c:pt idx="310">
                <c:v>0.9449379660185678</c:v>
              </c:pt>
              <c:pt idx="311">
                <c:v>0.8844355441759829</c:v>
              </c:pt>
              <c:pt idx="312">
                <c:v>0.9532795236095982</c:v>
              </c:pt>
              <c:pt idx="313">
                <c:v>0.956431934193351</c:v>
              </c:pt>
              <c:pt idx="314">
                <c:v>0.9454464808978554</c:v>
              </c:pt>
              <c:pt idx="315">
                <c:v>0.9392567824871747</c:v>
              </c:pt>
              <c:pt idx="316">
                <c:v>0.9973595860460843</c:v>
              </c:pt>
              <c:pt idx="317">
                <c:v>0.9890866418564984</c:v>
              </c:pt>
              <c:pt idx="318">
                <c:v>0.9940429853205465</c:v>
              </c:pt>
              <c:pt idx="319">
                <c:v>0.9757153373717574</c:v>
              </c:pt>
              <c:pt idx="320">
                <c:v>0.9350777001799336</c:v>
              </c:pt>
              <c:pt idx="321">
                <c:v>0.9284876490141353</c:v>
              </c:pt>
              <c:pt idx="322">
                <c:v>0.925155652251731</c:v>
              </c:pt>
              <c:pt idx="323">
                <c:v>0.9676404453078039</c:v>
              </c:pt>
              <c:pt idx="324">
                <c:v>0.9807045279114103</c:v>
              </c:pt>
              <c:pt idx="325">
                <c:v>0.9758060952184825</c:v>
              </c:pt>
              <c:pt idx="326">
                <c:v>0.9623363475669747</c:v>
              </c:pt>
              <c:pt idx="327">
                <c:v>0.9637886063245478</c:v>
              </c:pt>
              <c:pt idx="328">
                <c:v>0.9796769588490668</c:v>
              </c:pt>
              <c:pt idx="329">
                <c:v>0.8866026199789616</c:v>
              </c:pt>
              <c:pt idx="330">
                <c:v>0.9569868306670206</c:v>
              </c:pt>
              <c:pt idx="331">
                <c:v>0.9306440849180044</c:v>
              </c:pt>
              <c:pt idx="332">
                <c:v>0.9291758379045665</c:v>
              </c:pt>
              <c:pt idx="333">
                <c:v>0.9467115454234758</c:v>
              </c:pt>
              <c:pt idx="334">
                <c:v>0.731556224863223</c:v>
              </c:pt>
              <c:pt idx="335">
                <c:v>0.7261374496663641</c:v>
              </c:pt>
              <c:pt idx="336">
                <c:v>0.9289235190513927</c:v>
              </c:pt>
              <c:pt idx="337">
                <c:v>0.9205326395522399</c:v>
              </c:pt>
              <c:pt idx="338">
                <c:v>0.7893930325428842</c:v>
              </c:pt>
              <c:pt idx="339">
                <c:v>0.7698960685058608</c:v>
              </c:pt>
              <c:pt idx="340">
                <c:v>0.7838318749352756</c:v>
              </c:pt>
              <c:pt idx="341">
                <c:v>0.943236508030097</c:v>
              </c:pt>
              <c:pt idx="342">
                <c:v>0.9308928054788147</c:v>
              </c:pt>
              <c:pt idx="343">
                <c:v>0.9421307512104883</c:v>
              </c:pt>
              <c:pt idx="344">
                <c:v>0.9393597406575696</c:v>
              </c:pt>
              <c:pt idx="345">
                <c:v>0.9342305656370194</c:v>
              </c:pt>
              <c:pt idx="346">
                <c:v>0.868627330908583</c:v>
              </c:pt>
              <c:pt idx="347">
                <c:v>0.9288435770482119</c:v>
              </c:pt>
              <c:pt idx="348">
                <c:v>0.8006165978062681</c:v>
              </c:pt>
              <c:pt idx="349">
                <c:v>0.8385464568885324</c:v>
              </c:pt>
              <c:pt idx="350">
                <c:v>0.8408310279468736</c:v>
              </c:pt>
              <c:pt idx="351">
                <c:v>0.9717033199285372</c:v>
              </c:pt>
              <c:pt idx="352">
                <c:v>0.9675694126869993</c:v>
              </c:pt>
              <c:pt idx="353">
                <c:v>0.9703526102929487</c:v>
              </c:pt>
              <c:pt idx="354">
                <c:v>0.9296111158315832</c:v>
              </c:pt>
              <c:pt idx="355">
                <c:v>0.9300522080915504</c:v>
              </c:pt>
              <c:pt idx="356">
                <c:v>0.6946609994081709</c:v>
              </c:pt>
              <c:pt idx="357">
                <c:v>0.9517741838985245</c:v>
              </c:pt>
              <c:pt idx="358">
                <c:v>0.947300763960077</c:v>
              </c:pt>
              <c:pt idx="359">
                <c:v>0.9437427289917734</c:v>
              </c:pt>
              <c:pt idx="360">
                <c:v>0.9471266632324312</c:v>
              </c:pt>
              <c:pt idx="361">
                <c:v>0.959433109793865</c:v>
              </c:pt>
              <c:pt idx="362">
                <c:v>0.9237683204433719</c:v>
              </c:pt>
              <c:pt idx="363">
                <c:v>0.9523393463110492</c:v>
              </c:pt>
              <c:pt idx="364">
                <c:v>0.9388851058249943</c:v>
              </c:pt>
              <c:pt idx="365">
                <c:v>0.9708334557819129</c:v>
              </c:pt>
              <c:pt idx="366">
                <c:v>0.9765385037037558</c:v>
              </c:pt>
              <c:pt idx="367">
                <c:v>0.9942425799762563</c:v>
              </c:pt>
              <c:pt idx="368">
                <c:v>0.9782464690631796</c:v>
              </c:pt>
              <c:pt idx="369">
                <c:v>0.957229896486593</c:v>
              </c:pt>
              <c:pt idx="370">
                <c:v>0.8350122216397725</c:v>
              </c:pt>
              <c:pt idx="371">
                <c:v>0.8641698039461682</c:v>
              </c:pt>
              <c:pt idx="372">
                <c:v>0.865337731888809</c:v>
              </c:pt>
              <c:pt idx="373">
                <c:v>0.8823962795136688</c:v>
              </c:pt>
              <c:pt idx="374">
                <c:v>0.8703604128308885</c:v>
              </c:pt>
              <c:pt idx="375">
                <c:v>0.8654137388640613</c:v>
              </c:pt>
              <c:pt idx="376">
                <c:v>0.8407977242964855</c:v>
              </c:pt>
              <c:pt idx="377">
                <c:v>0.8477997930769079</c:v>
              </c:pt>
              <c:pt idx="378">
                <c:v>0.9217970152909263</c:v>
              </c:pt>
              <c:pt idx="379">
                <c:v>0.920716311659741</c:v>
              </c:pt>
              <c:pt idx="380">
                <c:v>0.936263517935893</c:v>
              </c:pt>
              <c:pt idx="381">
                <c:v>0.6629226030124481</c:v>
              </c:pt>
              <c:pt idx="382">
                <c:v>0.9843094448104492</c:v>
              </c:pt>
              <c:pt idx="383">
                <c:v>0.94125298933345</c:v>
              </c:pt>
              <c:pt idx="384">
                <c:v>0.926009398642548</c:v>
              </c:pt>
              <c:pt idx="385">
                <c:v>0.9367754191729012</c:v>
              </c:pt>
              <c:pt idx="386">
                <c:v>0.9171187687718751</c:v>
              </c:pt>
              <c:pt idx="387">
                <c:v>0.9741819650467779</c:v>
              </c:pt>
              <c:pt idx="388">
                <c:v>0.961295731994819</c:v>
              </c:pt>
              <c:pt idx="389">
                <c:v>0.9827576695701337</c:v>
              </c:pt>
              <c:pt idx="390">
                <c:v>0.9874691859918452</c:v>
              </c:pt>
              <c:pt idx="391">
                <c:v>0.9863520681720481</c:v>
              </c:pt>
              <c:pt idx="392">
                <c:v>0.9213206667274823</c:v>
              </c:pt>
              <c:pt idx="393">
                <c:v>0.9350080224076669</c:v>
              </c:pt>
              <c:pt idx="394">
                <c:v>0.9183826560643583</c:v>
              </c:pt>
              <c:pt idx="395">
                <c:v>0.9068176237926298</c:v>
              </c:pt>
              <c:pt idx="396">
                <c:v>0.902914465380058</c:v>
              </c:pt>
              <c:pt idx="397">
                <c:v>0.9738380305936034</c:v>
              </c:pt>
              <c:pt idx="398">
                <c:v>0.9533074099482687</c:v>
              </c:pt>
              <c:pt idx="399">
                <c:v>0.9579558629016854</c:v>
              </c:pt>
              <c:pt idx="400">
                <c:v>0.9596473120979352</c:v>
              </c:pt>
              <c:pt idx="401">
                <c:v>0.9124933031176056</c:v>
              </c:pt>
              <c:pt idx="402">
                <c:v>0.938532971403748</c:v>
              </c:pt>
              <c:pt idx="403">
                <c:v>0.9348069732102264</c:v>
              </c:pt>
              <c:pt idx="404">
                <c:v>0.6957504058780303</c:v>
              </c:pt>
              <c:pt idx="405">
                <c:v>0.9064698625593661</c:v>
              </c:pt>
              <c:pt idx="406">
                <c:v>0.9136353400873242</c:v>
              </c:pt>
              <c:pt idx="407">
                <c:v>0.9474963442820415</c:v>
              </c:pt>
              <c:pt idx="408">
                <c:v>0.9410873723340022</c:v>
              </c:pt>
              <c:pt idx="409">
                <c:v>0.9613116149033205</c:v>
              </c:pt>
              <c:pt idx="410">
                <c:v>0.9596671547152651</c:v>
              </c:pt>
              <c:pt idx="411">
                <c:v>0.9676717558994319</c:v>
              </c:pt>
              <c:pt idx="412">
                <c:v>0.9708277390910678</c:v>
              </c:pt>
              <c:pt idx="413">
                <c:v>0.9346531174456835</c:v>
              </c:pt>
              <c:pt idx="414">
                <c:v>0.9269355129330829</c:v>
              </c:pt>
              <c:pt idx="415">
                <c:v>0.9279771565174797</c:v>
              </c:pt>
              <c:pt idx="416">
                <c:v>0.9005859228452969</c:v>
              </c:pt>
              <c:pt idx="417">
                <c:v>0.941319963968974</c:v>
              </c:pt>
              <c:pt idx="418">
                <c:v>0.9465976753262467</c:v>
              </c:pt>
              <c:pt idx="419">
                <c:v>0.9453755770619128</c:v>
              </c:pt>
              <c:pt idx="420">
                <c:v>0.9462141052181066</c:v>
              </c:pt>
              <c:pt idx="421">
                <c:v>0.9455887950625421</c:v>
              </c:pt>
              <c:pt idx="422">
                <c:v>0.9748105693607327</c:v>
              </c:pt>
              <c:pt idx="423">
                <c:v>0.9490450419157154</c:v>
              </c:pt>
              <c:pt idx="424">
                <c:v>0.9311836336559776</c:v>
              </c:pt>
              <c:pt idx="425">
                <c:v>1.0176808982651309</c:v>
              </c:pt>
              <c:pt idx="426">
                <c:v>1.0162089781470482</c:v>
              </c:pt>
              <c:pt idx="427">
                <c:v>1.020328099366714</c:v>
              </c:pt>
              <c:pt idx="428">
                <c:v>1.0056775788815873</c:v>
              </c:pt>
              <c:pt idx="429">
                <c:v>1.0147955429422613</c:v>
              </c:pt>
              <c:pt idx="430">
                <c:v>1.0020272987111967</c:v>
              </c:pt>
              <c:pt idx="431">
                <c:v>1.0047897693429597</c:v>
              </c:pt>
              <c:pt idx="432">
                <c:v>1.0170754417095975</c:v>
              </c:pt>
              <c:pt idx="433">
                <c:v>0.9520393977450985</c:v>
              </c:pt>
              <c:pt idx="434">
                <c:v>0.9637917986903719</c:v>
              </c:pt>
              <c:pt idx="435">
                <c:v>1.0166651620900817</c:v>
              </c:pt>
              <c:pt idx="436">
                <c:v>0.9423891951130701</c:v>
              </c:pt>
              <c:pt idx="437">
                <c:v>0.9512167971943325</c:v>
              </c:pt>
              <c:pt idx="438">
                <c:v>0.9595955371226098</c:v>
              </c:pt>
              <c:pt idx="439">
                <c:v>0.9504352903893007</c:v>
              </c:pt>
              <c:pt idx="440">
                <c:v>0.9574452560345281</c:v>
              </c:pt>
              <c:pt idx="441">
                <c:v>0.9624510745823686</c:v>
              </c:pt>
              <c:pt idx="442">
                <c:v>0.9523824177315153</c:v>
              </c:pt>
              <c:pt idx="443">
                <c:v>0.9711619067652493</c:v>
              </c:pt>
              <c:pt idx="444">
                <c:v>0.8861451554966804</c:v>
              </c:pt>
              <c:pt idx="445">
                <c:v>0.89713787537815</c:v>
              </c:pt>
              <c:pt idx="446">
                <c:v>0.9549886001139513</c:v>
              </c:pt>
              <c:pt idx="447">
                <c:v>0.9758058762422288</c:v>
              </c:pt>
              <c:pt idx="448">
                <c:v>0.9762602793569026</c:v>
              </c:pt>
              <c:pt idx="449">
                <c:v>0.9871546073680368</c:v>
              </c:pt>
              <c:pt idx="450">
                <c:v>0.9902113429697728</c:v>
              </c:pt>
              <c:pt idx="451">
                <c:v>0.9961874804246019</c:v>
              </c:pt>
              <c:pt idx="452">
                <c:v>0.9991503171851212</c:v>
              </c:pt>
              <c:pt idx="453">
                <c:v>0.9663146758482845</c:v>
              </c:pt>
              <c:pt idx="454">
                <c:v>0.966523809787604</c:v>
              </c:pt>
              <c:pt idx="455">
                <c:v>0.9730042497047379</c:v>
              </c:pt>
              <c:pt idx="456">
                <c:v>0.977074484296832</c:v>
              </c:pt>
              <c:pt idx="457">
                <c:v>1.009856570366802</c:v>
              </c:pt>
              <c:pt idx="458">
                <c:v>1.0008856518706792</c:v>
              </c:pt>
              <c:pt idx="459">
                <c:v>0.9805294761082461</c:v>
              </c:pt>
              <c:pt idx="460">
                <c:v>0.9805213634857904</c:v>
              </c:pt>
              <c:pt idx="461">
                <c:v>0.986833718998078</c:v>
              </c:pt>
              <c:pt idx="462">
                <c:v>0.9416960154760582</c:v>
              </c:pt>
              <c:pt idx="463">
                <c:v>0.9401610030684749</c:v>
              </c:pt>
              <c:pt idx="464">
                <c:v>0.9875439293791638</c:v>
              </c:pt>
              <c:pt idx="465">
                <c:v>0.7430193847713168</c:v>
              </c:pt>
              <c:pt idx="466">
                <c:v>0.6680115010407116</c:v>
              </c:pt>
              <c:pt idx="467">
                <c:v>0.9873036573252865</c:v>
              </c:pt>
              <c:pt idx="468">
                <c:v>0.4334773050247557</c:v>
              </c:pt>
              <c:pt idx="469">
                <c:v>0.9891717092283618</c:v>
              </c:pt>
              <c:pt idx="470">
                <c:v>0.9249269898399286</c:v>
              </c:pt>
              <c:pt idx="471">
                <c:v>0.915379925069442</c:v>
              </c:pt>
              <c:pt idx="472">
                <c:v>0.7952009979841447</c:v>
              </c:pt>
              <c:pt idx="473">
                <c:v>0.999174140831855</c:v>
              </c:pt>
              <c:pt idx="474">
                <c:v>1.0022128603369478</c:v>
              </c:pt>
              <c:pt idx="475">
                <c:v>0.9981196220168184</c:v>
              </c:pt>
              <c:pt idx="476">
                <c:v>1.002572208149871</c:v>
              </c:pt>
              <c:pt idx="477">
                <c:v>1.0004145887728342</c:v>
              </c:pt>
              <c:pt idx="478">
                <c:v>1.0165985956113712</c:v>
              </c:pt>
              <c:pt idx="479">
                <c:v>1.0183020319225302</c:v>
              </c:pt>
              <c:pt idx="480">
                <c:v>1.0002638590358668</c:v>
              </c:pt>
              <c:pt idx="481">
                <c:v>0.971221106075204</c:v>
              </c:pt>
              <c:pt idx="482">
                <c:v>0.9589990659025841</c:v>
              </c:pt>
              <c:pt idx="483">
                <c:v>0.9697336163966178</c:v>
              </c:pt>
              <c:pt idx="484">
                <c:v>0.9513877505679205</c:v>
              </c:pt>
              <c:pt idx="485">
                <c:v>0.913792298257723</c:v>
              </c:pt>
              <c:pt idx="486">
                <c:v>0.9655220002554977</c:v>
              </c:pt>
              <c:pt idx="487">
                <c:v>0.9751632754090832</c:v>
              </c:pt>
              <c:pt idx="488">
                <c:v>0.968979002139592</c:v>
              </c:pt>
              <c:pt idx="489">
                <c:v>0.9319348724456126</c:v>
              </c:pt>
              <c:pt idx="490">
                <c:v>0.9260458761375867</c:v>
              </c:pt>
              <c:pt idx="491">
                <c:v>0.9247890748859604</c:v>
              </c:pt>
              <c:pt idx="492">
                <c:v>1.0139157585689362</c:v>
              </c:pt>
              <c:pt idx="493">
                <c:v>1.0177063144267597</c:v>
              </c:pt>
              <c:pt idx="494">
                <c:v>1.0214148544190653</c:v>
              </c:pt>
              <c:pt idx="495">
                <c:v>1.0331179295586161</c:v>
              </c:pt>
              <c:pt idx="496">
                <c:v>1.0313238696709193</c:v>
              </c:pt>
              <c:pt idx="497">
                <c:v>0.9941582044938556</c:v>
              </c:pt>
              <c:pt idx="498">
                <c:v>0.9958179249789603</c:v>
              </c:pt>
              <c:pt idx="499">
                <c:v>0.7016334289456749</c:v>
              </c:pt>
              <c:pt idx="500">
                <c:v>1.0416493474184831</c:v>
              </c:pt>
              <c:pt idx="501">
                <c:v>1.0231794332008386</c:v>
              </c:pt>
              <c:pt idx="502">
                <c:v>1.0415015797690659</c:v>
              </c:pt>
              <c:pt idx="503">
                <c:v>0.9647917002009846</c:v>
              </c:pt>
              <c:pt idx="504">
                <c:v>0.9500878307576226</c:v>
              </c:pt>
              <c:pt idx="505">
                <c:v>0.962486506584295</c:v>
              </c:pt>
              <c:pt idx="506">
                <c:v>0.9794458450229404</c:v>
              </c:pt>
              <c:pt idx="507">
                <c:v>0.9651563229597884</c:v>
              </c:pt>
              <c:pt idx="508">
                <c:v>0.966916914340362</c:v>
              </c:pt>
              <c:pt idx="509">
                <c:v>1.0070521676300819</c:v>
              </c:pt>
              <c:pt idx="510">
                <c:v>0.9741539513229873</c:v>
              </c:pt>
              <c:pt idx="511">
                <c:v>0.9842955558431568</c:v>
              </c:pt>
              <c:pt idx="512">
                <c:v>0.9612808543993223</c:v>
              </c:pt>
              <c:pt idx="513">
                <c:v>0.9633982089888573</c:v>
              </c:pt>
              <c:pt idx="514">
                <c:v>0.9742683985404439</c:v>
              </c:pt>
              <c:pt idx="515">
                <c:v>0.9687586506120309</c:v>
              </c:pt>
              <c:pt idx="516">
                <c:v>0.9256439115751842</c:v>
              </c:pt>
              <c:pt idx="517">
                <c:v>1.026158032979802</c:v>
              </c:pt>
              <c:pt idx="518">
                <c:v>1.0354367185581326</c:v>
              </c:pt>
              <c:pt idx="519">
                <c:v>1.0259430519706656</c:v>
              </c:pt>
              <c:pt idx="520">
                <c:v>1.035084452196653</c:v>
              </c:pt>
              <c:pt idx="521">
                <c:v>1.0194308799267149</c:v>
              </c:pt>
              <c:pt idx="522">
                <c:v>0.97785770528121</c:v>
              </c:pt>
              <c:pt idx="523">
                <c:v>0.9825771905971274</c:v>
              </c:pt>
              <c:pt idx="524">
                <c:v>0.9690886394101756</c:v>
              </c:pt>
              <c:pt idx="525">
                <c:v>0.9888589975844526</c:v>
              </c:pt>
              <c:pt idx="526">
                <c:v>0.9954246582972959</c:v>
              </c:pt>
              <c:pt idx="527">
                <c:v>0.9936653053266598</c:v>
              </c:pt>
              <c:pt idx="528">
                <c:v>1.0140590117102883</c:v>
              </c:pt>
              <c:pt idx="529">
                <c:v>0.958043371573539</c:v>
              </c:pt>
              <c:pt idx="530">
                <c:v>0.9634498152589867</c:v>
              </c:pt>
              <c:pt idx="531">
                <c:v>0.4968141475269073</c:v>
              </c:pt>
              <c:pt idx="532">
                <c:v>0.9138292966905996</c:v>
              </c:pt>
              <c:pt idx="533">
                <c:v>0.9705528037535112</c:v>
              </c:pt>
              <c:pt idx="534">
                <c:v>0.9562791946962819</c:v>
              </c:pt>
              <c:pt idx="535">
                <c:v>0.9554648649202968</c:v>
              </c:pt>
              <c:pt idx="536">
                <c:v>0.9502039313497364</c:v>
              </c:pt>
              <c:pt idx="537">
                <c:v>1.0201774333061462</c:v>
              </c:pt>
              <c:pt idx="538">
                <c:v>1.0226456529902304</c:v>
              </c:pt>
              <c:pt idx="539">
                <c:v>1.032267508870591</c:v>
              </c:pt>
              <c:pt idx="540">
                <c:v>0.9783229102518789</c:v>
              </c:pt>
              <c:pt idx="541">
                <c:v>0.9776791093477354</c:v>
              </c:pt>
              <c:pt idx="542">
                <c:v>1.0299105295475803</c:v>
              </c:pt>
              <c:pt idx="543">
                <c:v>1.023409317370896</c:v>
              </c:pt>
              <c:pt idx="544">
                <c:v>1.040879191371562</c:v>
              </c:pt>
              <c:pt idx="545">
                <c:v>0.9653270264736892</c:v>
              </c:pt>
              <c:pt idx="546">
                <c:v>0.9748060666510268</c:v>
              </c:pt>
              <c:pt idx="547">
                <c:v>0.9752609277257235</c:v>
              </c:pt>
              <c:pt idx="548">
                <c:v>0.9643525996725543</c:v>
              </c:pt>
              <c:pt idx="549">
                <c:v>0.9762668920956789</c:v>
              </c:pt>
              <c:pt idx="550">
                <c:v>0.5776067132544259</c:v>
              </c:pt>
              <c:pt idx="551">
                <c:v>0.6498820202067653</c:v>
              </c:pt>
              <c:pt idx="552">
                <c:v>0.6226305000106529</c:v>
              </c:pt>
              <c:pt idx="553">
                <c:v>0.8590813349722117</c:v>
              </c:pt>
              <c:pt idx="554">
                <c:v>0.8747750779209965</c:v>
              </c:pt>
              <c:pt idx="555">
                <c:v>0.8330352634655075</c:v>
              </c:pt>
              <c:pt idx="556">
                <c:v>0.8020634825363104</c:v>
              </c:pt>
              <c:pt idx="557">
                <c:v>0.8657243898058808</c:v>
              </c:pt>
              <c:pt idx="558">
                <c:v>0.8309105757242065</c:v>
              </c:pt>
              <c:pt idx="559">
                <c:v>0.8593056885640487</c:v>
              </c:pt>
              <c:pt idx="560">
                <c:v>0.7557423353697162</c:v>
              </c:pt>
              <c:pt idx="561">
                <c:v>0.7751727092722962</c:v>
              </c:pt>
              <c:pt idx="562">
                <c:v>0.9815349199920832</c:v>
              </c:pt>
              <c:pt idx="563">
                <c:v>0.8691669058403132</c:v>
              </c:pt>
              <c:pt idx="564">
                <c:v>1.0024214380188279</c:v>
              </c:pt>
              <c:pt idx="565">
                <c:v>1.0290976387391513</c:v>
              </c:pt>
              <c:pt idx="566">
                <c:v>1.002794361682864</c:v>
              </c:pt>
              <c:pt idx="567">
                <c:v>1.0015410888359844</c:v>
              </c:pt>
              <c:pt idx="568">
                <c:v>1.00958621884836</c:v>
              </c:pt>
              <c:pt idx="569">
                <c:v>0.9929932275377183</c:v>
              </c:pt>
              <c:pt idx="570">
                <c:v>0.8540703445734199</c:v>
              </c:pt>
              <c:pt idx="571">
                <c:v>0.8622195107961395</c:v>
              </c:pt>
              <c:pt idx="572">
                <c:v>0.9667824832120867</c:v>
              </c:pt>
              <c:pt idx="573">
                <c:v>0.9691215898961538</c:v>
              </c:pt>
              <c:pt idx="574">
                <c:v>0.9736488595769637</c:v>
              </c:pt>
              <c:pt idx="575">
                <c:v>0.9593679052137881</c:v>
              </c:pt>
              <c:pt idx="576">
                <c:v>0.909629676986436</c:v>
              </c:pt>
              <c:pt idx="577">
                <c:v>0.7891726683077721</c:v>
              </c:pt>
              <c:pt idx="578">
                <c:v>0.7090159343573764</c:v>
              </c:pt>
              <c:pt idx="579">
                <c:v>0.7835172439833022</c:v>
              </c:pt>
              <c:pt idx="580">
                <c:v>0.725496986196617</c:v>
              </c:pt>
              <c:pt idx="581">
                <c:v>0.8560481659775387</c:v>
              </c:pt>
              <c:pt idx="582">
                <c:v>0.8456717129605287</c:v>
              </c:pt>
              <c:pt idx="583">
                <c:v>0.7999173566946155</c:v>
              </c:pt>
              <c:pt idx="584">
                <c:v>0.8313956994457941</c:v>
              </c:pt>
              <c:pt idx="585">
                <c:v>0.9059803688691576</c:v>
              </c:pt>
              <c:pt idx="586">
                <c:v>0.8950215239239836</c:v>
              </c:pt>
              <c:pt idx="587">
                <c:v>0.8737677644168871</c:v>
              </c:pt>
              <c:pt idx="588">
                <c:v>0.8672732630623403</c:v>
              </c:pt>
              <c:pt idx="589">
                <c:v>0.957342706015851</c:v>
              </c:pt>
              <c:pt idx="590">
                <c:v>1.0187103396182564</c:v>
              </c:pt>
              <c:pt idx="591">
                <c:v>1.008905247685962</c:v>
              </c:pt>
              <c:pt idx="592">
                <c:v>1.0206714699976545</c:v>
              </c:pt>
              <c:pt idx="593">
                <c:v>1.0342277475623813</c:v>
              </c:pt>
              <c:pt idx="594">
                <c:v>1.0211728411943422</c:v>
              </c:pt>
              <c:pt idx="595">
                <c:v>0.9753488133071607</c:v>
              </c:pt>
              <c:pt idx="596">
                <c:v>0.9729293180352979</c:v>
              </c:pt>
              <c:pt idx="597">
                <c:v>0.9773258285495366</c:v>
              </c:pt>
              <c:pt idx="598">
                <c:v>0.9487077527140283</c:v>
              </c:pt>
              <c:pt idx="599">
                <c:v>0.9798500472204905</c:v>
              </c:pt>
              <c:pt idx="600">
                <c:v>0.9861434875797688</c:v>
              </c:pt>
              <c:pt idx="601">
                <c:v>0.9308078256487099</c:v>
              </c:pt>
              <c:pt idx="602">
                <c:v>0.9626142165503453</c:v>
              </c:pt>
              <c:pt idx="603">
                <c:v>0.9082574818597169</c:v>
              </c:pt>
              <c:pt idx="604">
                <c:v>0.5173937099764095</c:v>
              </c:pt>
              <c:pt idx="605">
                <c:v>0.6420102747453181</c:v>
              </c:pt>
              <c:pt idx="606">
                <c:v>0.6792429838109565</c:v>
              </c:pt>
              <c:pt idx="607">
                <c:v>0.9323843165794415</c:v>
              </c:pt>
              <c:pt idx="608">
                <c:v>0.7455313922899675</c:v>
              </c:pt>
              <c:pt idx="609">
                <c:v>0.8521139583592741</c:v>
              </c:pt>
              <c:pt idx="610">
                <c:v>1.0404262447374353</c:v>
              </c:pt>
              <c:pt idx="611">
                <c:v>0.9721242256830502</c:v>
              </c:pt>
              <c:pt idx="612">
                <c:v>0.9611248248406301</c:v>
              </c:pt>
              <c:pt idx="613">
                <c:v>0.9995344295379119</c:v>
              </c:pt>
              <c:pt idx="614">
                <c:v>0.9970404535308999</c:v>
              </c:pt>
              <c:pt idx="615">
                <c:v>1.034604073776669</c:v>
              </c:pt>
              <c:pt idx="616">
                <c:v>1.03310357331337</c:v>
              </c:pt>
              <c:pt idx="617">
                <c:v>0.9563895586407616</c:v>
              </c:pt>
              <c:pt idx="618">
                <c:v>0.9802424140572802</c:v>
              </c:pt>
              <c:pt idx="619">
                <c:v>1.0082120234286136</c:v>
              </c:pt>
              <c:pt idx="620">
                <c:v>1.0079730272779</c:v>
              </c:pt>
              <c:pt idx="621">
                <c:v>0.9870787443821705</c:v>
              </c:pt>
              <c:pt idx="622">
                <c:v>1.0063613921066474</c:v>
              </c:pt>
              <c:pt idx="623">
                <c:v>1.010528493067725</c:v>
              </c:pt>
              <c:pt idx="624">
                <c:v>0.6652150390910103</c:v>
              </c:pt>
              <c:pt idx="625">
                <c:v>0.5824488557408953</c:v>
              </c:pt>
              <c:pt idx="626">
                <c:v>0.9930538138160531</c:v>
              </c:pt>
              <c:pt idx="627">
                <c:v>0.9951125414990053</c:v>
              </c:pt>
              <c:pt idx="628">
                <c:v>0.9877371930448342</c:v>
              </c:pt>
              <c:pt idx="629">
                <c:v>0.5932979983983531</c:v>
              </c:pt>
              <c:pt idx="630">
                <c:v>0.7080241112760834</c:v>
              </c:pt>
              <c:pt idx="631">
                <c:v>0.8689388634745608</c:v>
              </c:pt>
              <c:pt idx="632">
                <c:v>0.8568152720523804</c:v>
              </c:pt>
              <c:pt idx="633">
                <c:v>0.7992648350967658</c:v>
              </c:pt>
              <c:pt idx="634">
                <c:v>0.8319201147357812</c:v>
              </c:pt>
              <c:pt idx="635">
                <c:v>0.8898064109330962</c:v>
              </c:pt>
              <c:pt idx="636">
                <c:v>0.8977389081077984</c:v>
              </c:pt>
              <c:pt idx="637">
                <c:v>0.7680149739403346</c:v>
              </c:pt>
              <c:pt idx="638">
                <c:v>0.7783127029658494</c:v>
              </c:pt>
              <c:pt idx="639">
                <c:v>0.8936840257304792</c:v>
              </c:pt>
              <c:pt idx="640">
                <c:v>0.7307945379099127</c:v>
              </c:pt>
              <c:pt idx="641">
                <c:v>0.7083826536523152</c:v>
              </c:pt>
              <c:pt idx="642">
                <c:v>0.7136675161982164</c:v>
              </c:pt>
              <c:pt idx="643">
                <c:v>0.8834825505819752</c:v>
              </c:pt>
              <c:pt idx="644">
                <c:v>0.9011622532787797</c:v>
              </c:pt>
              <c:pt idx="645">
                <c:v>0.7479898736672317</c:v>
              </c:pt>
              <c:pt idx="646">
                <c:v>0.9513816345152345</c:v>
              </c:pt>
              <c:pt idx="647">
                <c:v>0.9400215622720796</c:v>
              </c:pt>
              <c:pt idx="648">
                <c:v>0.7281806253474005</c:v>
              </c:pt>
              <c:pt idx="649">
                <c:v>0.8098919124460825</c:v>
              </c:pt>
              <c:pt idx="650">
                <c:v>0.8066330557858336</c:v>
              </c:pt>
              <c:pt idx="651">
                <c:v>0.8119847164657656</c:v>
              </c:pt>
              <c:pt idx="652">
                <c:v>0.8123739988225843</c:v>
              </c:pt>
              <c:pt idx="653">
                <c:v>1.0148785522963029</c:v>
              </c:pt>
              <c:pt idx="654">
                <c:v>0.9926435529917165</c:v>
              </c:pt>
              <c:pt idx="655">
                <c:v>0.7230952158404059</c:v>
              </c:pt>
              <c:pt idx="656">
                <c:v>0.9445734174150962</c:v>
              </c:pt>
              <c:pt idx="657">
                <c:v>0.76424501621013</c:v>
              </c:pt>
              <c:pt idx="658">
                <c:v>0.756424073082397</c:v>
              </c:pt>
              <c:pt idx="659">
                <c:v>0.710842913464641</c:v>
              </c:pt>
              <c:pt idx="660">
                <c:v>0.7755002712809537</c:v>
              </c:pt>
              <c:pt idx="661">
                <c:v>1.0051290831531452</c:v>
              </c:pt>
              <c:pt idx="662">
                <c:v>1.0084344085843393</c:v>
              </c:pt>
              <c:pt idx="663">
                <c:v>0.9429776751679859</c:v>
              </c:pt>
              <c:pt idx="664">
                <c:v>1.0114461352963342</c:v>
              </c:pt>
              <c:pt idx="665">
                <c:v>0.9533217620900447</c:v>
              </c:pt>
              <c:pt idx="666">
                <c:v>0.5798744347643396</c:v>
              </c:pt>
              <c:pt idx="667">
                <c:v>0.7256864316753107</c:v>
              </c:pt>
              <c:pt idx="668">
                <c:v>0.6871845029418608</c:v>
              </c:pt>
              <c:pt idx="669">
                <c:v>0.36574952890941104</c:v>
              </c:pt>
              <c:pt idx="670">
                <c:v>0.4018699746157349</c:v>
              </c:pt>
              <c:pt idx="671">
                <c:v>0.36517130817696086</c:v>
              </c:pt>
              <c:pt idx="672">
                <c:v>0.44397203518342143</c:v>
              </c:pt>
              <c:pt idx="673">
                <c:v>0.3750480149647751</c:v>
              </c:pt>
              <c:pt idx="674">
                <c:v>0.8216771146949977</c:v>
              </c:pt>
              <c:pt idx="675">
                <c:v>0.8573078493227008</c:v>
              </c:pt>
              <c:pt idx="676">
                <c:v>0.8482066907126207</c:v>
              </c:pt>
              <c:pt idx="677">
                <c:v>0.8346250307129184</c:v>
              </c:pt>
              <c:pt idx="678">
                <c:v>0.8959393072979305</c:v>
              </c:pt>
              <c:pt idx="679">
                <c:v>0.845276657255503</c:v>
              </c:pt>
              <c:pt idx="680">
                <c:v>0.9900448536607538</c:v>
              </c:pt>
              <c:pt idx="681">
                <c:v>0.9845589249973856</c:v>
              </c:pt>
              <c:pt idx="682">
                <c:v>0.9939594942930202</c:v>
              </c:pt>
              <c:pt idx="683">
                <c:v>0.9588434614222489</c:v>
              </c:pt>
              <c:pt idx="684">
                <c:v>0.973899574789135</c:v>
              </c:pt>
              <c:pt idx="685">
                <c:v>0.8676850819311116</c:v>
              </c:pt>
              <c:pt idx="686">
                <c:v>0.8894635860119534</c:v>
              </c:pt>
              <c:pt idx="687">
                <c:v>0.6898365801670818</c:v>
              </c:pt>
              <c:pt idx="688">
                <c:v>0.6976571511084905</c:v>
              </c:pt>
              <c:pt idx="689">
                <c:v>0.9571552801244125</c:v>
              </c:pt>
              <c:pt idx="690">
                <c:v>0.9702989834990069</c:v>
              </c:pt>
              <c:pt idx="691">
                <c:v>0.9622048449108035</c:v>
              </c:pt>
              <c:pt idx="692">
                <c:v>0.9526368903146415</c:v>
              </c:pt>
              <c:pt idx="693">
                <c:v>0.9710562191587829</c:v>
              </c:pt>
              <c:pt idx="694">
                <c:v>0.9524451270260652</c:v>
              </c:pt>
              <c:pt idx="695">
                <c:v>0.9519914712150441</c:v>
              </c:pt>
              <c:pt idx="696">
                <c:v>0.9808447640145685</c:v>
              </c:pt>
              <c:pt idx="697">
                <c:v>0.8782704566106552</c:v>
              </c:pt>
              <c:pt idx="698">
                <c:v>0.9062932281866802</c:v>
              </c:pt>
              <c:pt idx="699">
                <c:v>0.9113861376866578</c:v>
              </c:pt>
              <c:pt idx="700">
                <c:v>0.9188185249125093</c:v>
              </c:pt>
              <c:pt idx="701">
                <c:v>0.9276089135038673</c:v>
              </c:pt>
              <c:pt idx="702">
                <c:v>0.9375967308516148</c:v>
              </c:pt>
              <c:pt idx="703">
                <c:v>0.9402883950756287</c:v>
              </c:pt>
              <c:pt idx="704">
                <c:v>0.9402347383383496</c:v>
              </c:pt>
              <c:pt idx="705">
                <c:v>0.8777859750762739</c:v>
              </c:pt>
              <c:pt idx="706">
                <c:v>0.8604244827990447</c:v>
              </c:pt>
              <c:pt idx="707">
                <c:v>0.8894277577946429</c:v>
              </c:pt>
              <c:pt idx="708">
                <c:v>0.8827866787155361</c:v>
              </c:pt>
              <c:pt idx="709">
                <c:v>0.9373745934503565</c:v>
              </c:pt>
              <c:pt idx="710">
                <c:v>0.9306984447898631</c:v>
              </c:pt>
              <c:pt idx="711">
                <c:v>0.9430716926036631</c:v>
              </c:pt>
              <c:pt idx="712">
                <c:v>0.9285751627813579</c:v>
              </c:pt>
              <c:pt idx="713">
                <c:v>0.9216570971658594</c:v>
              </c:pt>
              <c:pt idx="714">
                <c:v>0.9728612480448944</c:v>
              </c:pt>
              <c:pt idx="715">
                <c:v>0.9691050745723101</c:v>
              </c:pt>
              <c:pt idx="716">
                <c:v>0.8672366275921748</c:v>
              </c:pt>
              <c:pt idx="717">
                <c:v>0.8727687403982665</c:v>
              </c:pt>
              <c:pt idx="718">
                <c:v>0.9255125563966218</c:v>
              </c:pt>
              <c:pt idx="719">
                <c:v>0.9731030428201539</c:v>
              </c:pt>
              <c:pt idx="720">
                <c:v>0.9116783186493284</c:v>
              </c:pt>
              <c:pt idx="721">
                <c:v>0.9023179660567048</c:v>
              </c:pt>
              <c:pt idx="722">
                <c:v>0.8987094420315669</c:v>
              </c:pt>
              <c:pt idx="723">
                <c:v>0.9130254049855607</c:v>
              </c:pt>
              <c:pt idx="724">
                <c:v>0.8876541705107002</c:v>
              </c:pt>
              <c:pt idx="725">
                <c:v>0.9005640646574499</c:v>
              </c:pt>
              <c:pt idx="726">
                <c:v>0.9024219917298769</c:v>
              </c:pt>
              <c:pt idx="727">
                <c:v>0.8803567802272904</c:v>
              </c:pt>
              <c:pt idx="728">
                <c:v>0.9375966956515194</c:v>
              </c:pt>
              <c:pt idx="729">
                <c:v>1.0026240305959861</c:v>
              </c:pt>
              <c:pt idx="730">
                <c:v>1.013663900668848</c:v>
              </c:pt>
              <c:pt idx="731">
                <c:v>1.0090851233079292</c:v>
              </c:pt>
              <c:pt idx="732">
                <c:v>1.007413769994913</c:v>
              </c:pt>
              <c:pt idx="733">
                <c:v>1.0014319043077824</c:v>
              </c:pt>
              <c:pt idx="734">
                <c:v>1.0157728271480202</c:v>
              </c:pt>
              <c:pt idx="735">
                <c:v>1.021176505984508</c:v>
              </c:pt>
              <c:pt idx="736">
                <c:v>1.0261760325555687</c:v>
              </c:pt>
              <c:pt idx="737">
                <c:v>1.0159443699658746</c:v>
              </c:pt>
              <c:pt idx="738">
                <c:v>1.0284576253702649</c:v>
              </c:pt>
              <c:pt idx="739">
                <c:v>1.03891724447798</c:v>
              </c:pt>
              <c:pt idx="740">
                <c:v>1.0360147622670521</c:v>
              </c:pt>
              <c:pt idx="741">
                <c:v>0.9405644889622536</c:v>
              </c:pt>
              <c:pt idx="742">
                <c:v>0.9403584168579793</c:v>
              </c:pt>
              <c:pt idx="743">
                <c:v>0.9129304584552649</c:v>
              </c:pt>
              <c:pt idx="744">
                <c:v>0.9124300041964365</c:v>
              </c:pt>
              <c:pt idx="745">
                <c:v>0.9687679565239351</c:v>
              </c:pt>
              <c:pt idx="746">
                <c:v>0.8783496204340798</c:v>
              </c:pt>
              <c:pt idx="747">
                <c:v>0.884808546570728</c:v>
              </c:pt>
              <c:pt idx="748">
                <c:v>0.9461761224252371</c:v>
              </c:pt>
              <c:pt idx="749">
                <c:v>0.9587929501708407</c:v>
              </c:pt>
              <c:pt idx="750">
                <c:v>0.9477826881752734</c:v>
              </c:pt>
              <c:pt idx="751">
                <c:v>0.9687869396241638</c:v>
              </c:pt>
              <c:pt idx="752">
                <c:v>0.9668489275527057</c:v>
              </c:pt>
              <c:pt idx="753">
                <c:v>0.9600729169942849</c:v>
              </c:pt>
              <c:pt idx="754">
                <c:v>1.0089760096894733</c:v>
              </c:pt>
              <c:pt idx="755">
                <c:v>1.01952446427856</c:v>
              </c:pt>
              <c:pt idx="756">
                <c:v>0.9362392534793644</c:v>
              </c:pt>
              <c:pt idx="757">
                <c:v>0.9492874878231651</c:v>
              </c:pt>
              <c:pt idx="758">
                <c:v>1.0122696852054385</c:v>
              </c:pt>
              <c:pt idx="759">
                <c:v>0.9336414729333102</c:v>
              </c:pt>
              <c:pt idx="760">
                <c:v>1.0082761675336125</c:v>
              </c:pt>
              <c:pt idx="761">
                <c:v>0.9704336218293111</c:v>
              </c:pt>
              <c:pt idx="762">
                <c:v>0.9648664793267736</c:v>
              </c:pt>
              <c:pt idx="763">
                <c:v>0.9701031104817616</c:v>
              </c:pt>
              <c:pt idx="764">
                <c:v>0.9881174999311216</c:v>
              </c:pt>
              <c:pt idx="765">
                <c:v>0.9797609504095451</c:v>
              </c:pt>
              <c:pt idx="766">
                <c:v>0.9937175555709898</c:v>
              </c:pt>
              <c:pt idx="767">
                <c:v>1.001217397415937</c:v>
              </c:pt>
              <c:pt idx="768">
                <c:v>0.981269225127556</c:v>
              </c:pt>
              <c:pt idx="769">
                <c:v>0.9875638756169055</c:v>
              </c:pt>
              <c:pt idx="770">
                <c:v>0.9824904194131586</c:v>
              </c:pt>
              <c:pt idx="771">
                <c:v>0.9896039820301138</c:v>
              </c:pt>
              <c:pt idx="772">
                <c:v>0.9886547200994956</c:v>
              </c:pt>
              <c:pt idx="773">
                <c:v>0.9853277580139217</c:v>
              </c:pt>
              <c:pt idx="774">
                <c:v>0.9284874157222658</c:v>
              </c:pt>
              <c:pt idx="775">
                <c:v>0.9398000790656904</c:v>
              </c:pt>
              <c:pt idx="776">
                <c:v>1.0215197106692553</c:v>
              </c:pt>
              <c:pt idx="777">
                <c:v>1.012842215786596</c:v>
              </c:pt>
              <c:pt idx="778">
                <c:v>1.022131769287533</c:v>
              </c:pt>
              <c:pt idx="779">
                <c:v>0.9570560545715985</c:v>
              </c:pt>
              <c:pt idx="780">
                <c:v>0.9582834156929675</c:v>
              </c:pt>
              <c:pt idx="781">
                <c:v>0.9599970753969705</c:v>
              </c:pt>
              <c:pt idx="782">
                <c:v>0.9693531418680225</c:v>
              </c:pt>
              <c:pt idx="783">
                <c:v>0.9627442119746025</c:v>
              </c:pt>
              <c:pt idx="784">
                <c:v>0.9692116294821232</c:v>
              </c:pt>
              <c:pt idx="785">
                <c:v>0.9734043381293754</c:v>
              </c:pt>
              <c:pt idx="786">
                <c:v>0.9629105659039359</c:v>
              </c:pt>
              <c:pt idx="787">
                <c:v>0.9646211678780916</c:v>
              </c:pt>
              <c:pt idx="788">
                <c:v>0.9193981613987</c:v>
              </c:pt>
              <c:pt idx="789">
                <c:v>0.9236731588229525</c:v>
              </c:pt>
              <c:pt idx="790">
                <c:v>0.9056025704342281</c:v>
              </c:pt>
              <c:pt idx="791">
                <c:v>0.8404229343007769</c:v>
              </c:pt>
              <c:pt idx="792">
                <c:v>0.973865661040189</c:v>
              </c:pt>
              <c:pt idx="793">
                <c:v>0.971012491333667</c:v>
              </c:pt>
              <c:pt idx="794">
                <c:v>0.9868449838048436</c:v>
              </c:pt>
              <c:pt idx="795">
                <c:v>0.969719723469606</c:v>
              </c:pt>
              <c:pt idx="796">
                <c:v>0.7761388131031648</c:v>
              </c:pt>
              <c:pt idx="797">
                <c:v>0.8233071751923438</c:v>
              </c:pt>
              <c:pt idx="798">
                <c:v>0.8187073268535114</c:v>
              </c:pt>
              <c:pt idx="799">
                <c:v>0.8237871749553457</c:v>
              </c:pt>
              <c:pt idx="800">
                <c:v>0.823561012139921</c:v>
              </c:pt>
              <c:pt idx="801">
                <c:v>0.9974913205938374</c:v>
              </c:pt>
              <c:pt idx="802">
                <c:v>0.9973404295940179</c:v>
              </c:pt>
              <c:pt idx="803">
                <c:v>0.9479589728410889</c:v>
              </c:pt>
              <c:pt idx="804">
                <c:v>0.9486011492932551</c:v>
              </c:pt>
              <c:pt idx="805">
                <c:v>0.9482432421503049</c:v>
              </c:pt>
              <c:pt idx="806">
                <c:v>0.9485970559554625</c:v>
              </c:pt>
              <c:pt idx="807">
                <c:v>0.6769408327892693</c:v>
              </c:pt>
              <c:pt idx="808">
                <c:v>0.6908332087088309</c:v>
              </c:pt>
              <c:pt idx="809">
                <c:v>0.6957622072375433</c:v>
              </c:pt>
              <c:pt idx="810">
                <c:v>0.9694618178812827</c:v>
              </c:pt>
              <c:pt idx="811">
                <c:v>0.8962715774973699</c:v>
              </c:pt>
              <c:pt idx="812">
                <c:v>0.9929650786776919</c:v>
              </c:pt>
              <c:pt idx="813">
                <c:v>0.9906612532526716</c:v>
              </c:pt>
              <c:pt idx="814">
                <c:v>0.885726086755955</c:v>
              </c:pt>
              <c:pt idx="815">
                <c:v>0.8907515195664542</c:v>
              </c:pt>
              <c:pt idx="816">
                <c:v>0.9404199497110497</c:v>
              </c:pt>
              <c:pt idx="817">
                <c:v>0.9320265106043583</c:v>
              </c:pt>
              <c:pt idx="818">
                <c:v>0.9448464726593889</c:v>
              </c:pt>
              <c:pt idx="819">
                <c:v>0.9443248892157426</c:v>
              </c:pt>
              <c:pt idx="820">
                <c:v>0.9784387350746576</c:v>
              </c:pt>
              <c:pt idx="821">
                <c:v>0.8606936701664222</c:v>
              </c:pt>
              <c:pt idx="822">
                <c:v>0.9396089573644812</c:v>
              </c:pt>
              <c:pt idx="823">
                <c:v>0.9436431435264421</c:v>
              </c:pt>
              <c:pt idx="824">
                <c:v>0.9730567474069355</c:v>
              </c:pt>
              <c:pt idx="825">
                <c:v>0.9609284070570598</c:v>
              </c:pt>
              <c:pt idx="826">
                <c:v>0.8871897106415564</c:v>
              </c:pt>
              <c:pt idx="827">
                <c:v>0.9490098733855363</c:v>
              </c:pt>
              <c:pt idx="828">
                <c:v>0.9539638966898862</c:v>
              </c:pt>
              <c:pt idx="829">
                <c:v>0.737486380488553</c:v>
              </c:pt>
              <c:pt idx="830">
                <c:v>0.7767118204410327</c:v>
              </c:pt>
              <c:pt idx="831">
                <c:v>0.9002676114646995</c:v>
              </c:pt>
              <c:pt idx="832">
                <c:v>1.021167228372522</c:v>
              </c:pt>
              <c:pt idx="833">
                <c:v>1.0386969975365956</c:v>
              </c:pt>
              <c:pt idx="834">
                <c:v>1.0393582453262555</c:v>
              </c:pt>
              <c:pt idx="835">
                <c:v>1.0017170887433982</c:v>
              </c:pt>
              <c:pt idx="836">
                <c:v>0.9523538383108285</c:v>
              </c:pt>
              <c:pt idx="837">
                <c:v>0.9548219023522122</c:v>
              </c:pt>
              <c:pt idx="838">
                <c:v>0.9578587442460632</c:v>
              </c:pt>
              <c:pt idx="839">
                <c:v>0.9710215898457893</c:v>
              </c:pt>
              <c:pt idx="840">
                <c:v>0.9759977993330549</c:v>
              </c:pt>
              <c:pt idx="841">
                <c:v>0.9468944494522237</c:v>
              </c:pt>
              <c:pt idx="842">
                <c:v>0.9525574936293172</c:v>
              </c:pt>
              <c:pt idx="843">
                <c:v>0.9527373971151415</c:v>
              </c:pt>
              <c:pt idx="844">
                <c:v>0.9774551313324432</c:v>
              </c:pt>
              <c:pt idx="845">
                <c:v>1.022724476382842</c:v>
              </c:pt>
              <c:pt idx="846">
                <c:v>1.0225308876188293</c:v>
              </c:pt>
              <c:pt idx="847">
                <c:v>1.0139634507647017</c:v>
              </c:pt>
              <c:pt idx="848">
                <c:v>0.9954367347020305</c:v>
              </c:pt>
              <c:pt idx="849">
                <c:v>0.998522006846672</c:v>
              </c:pt>
              <c:pt idx="850">
                <c:v>0.946770513856418</c:v>
              </c:pt>
              <c:pt idx="851">
                <c:v>0.9389527847130685</c:v>
              </c:pt>
              <c:pt idx="852">
                <c:v>1.0412211901176924</c:v>
              </c:pt>
              <c:pt idx="853">
                <c:v>0.8051922352581793</c:v>
              </c:pt>
              <c:pt idx="854">
                <c:v>0.7976373467257731</c:v>
              </c:pt>
              <c:pt idx="855">
                <c:v>1.0060894786966925</c:v>
              </c:pt>
              <c:pt idx="856">
                <c:v>0.9990653825236921</c:v>
              </c:pt>
              <c:pt idx="857">
                <c:v>1.009075673871273</c:v>
              </c:pt>
              <c:pt idx="858">
                <c:v>0.9465925599021862</c:v>
              </c:pt>
              <c:pt idx="859">
                <c:v>0.7082907848615152</c:v>
              </c:pt>
              <c:pt idx="860">
                <c:v>0.7363930059463182</c:v>
              </c:pt>
              <c:pt idx="861">
                <c:v>0.9600934196087525</c:v>
              </c:pt>
              <c:pt idx="862">
                <c:v>0.959115349974015</c:v>
              </c:pt>
              <c:pt idx="863">
                <c:v>0.9584022601146287</c:v>
              </c:pt>
              <c:pt idx="864">
                <c:v>0.920142717449215</c:v>
              </c:pt>
              <c:pt idx="865">
                <c:v>0.9278037073396966</c:v>
              </c:pt>
              <c:pt idx="866">
                <c:v>0.9408360874436728</c:v>
              </c:pt>
              <c:pt idx="867">
                <c:v>1.0021285981660435</c:v>
              </c:pt>
              <c:pt idx="868">
                <c:v>0.9086320450669432</c:v>
              </c:pt>
              <c:pt idx="869">
                <c:v>0.9170790110985932</c:v>
              </c:pt>
              <c:pt idx="870">
                <c:v>0.9104017098155823</c:v>
              </c:pt>
              <c:pt idx="871">
                <c:v>1.0231005877351906</c:v>
              </c:pt>
              <c:pt idx="872">
                <c:v>1.034410969267169</c:v>
              </c:pt>
              <c:pt idx="873">
                <c:v>0.9940243898915999</c:v>
              </c:pt>
              <c:pt idx="874">
                <c:v>1.0022751419892924</c:v>
              </c:pt>
              <c:pt idx="875">
                <c:v>0.9253100910754585</c:v>
              </c:pt>
              <c:pt idx="876">
                <c:v>0.9541989983845989</c:v>
              </c:pt>
              <c:pt idx="877">
                <c:v>0.9542232262117404</c:v>
              </c:pt>
              <c:pt idx="878">
                <c:v>0.9542116239088102</c:v>
              </c:pt>
              <c:pt idx="879">
                <c:v>0.9613316146137514</c:v>
              </c:pt>
              <c:pt idx="880">
                <c:v>0.9406295169722283</c:v>
              </c:pt>
              <c:pt idx="881">
                <c:v>0.9417096931185533</c:v>
              </c:pt>
              <c:pt idx="882">
                <c:v>0.9432757901978392</c:v>
              </c:pt>
              <c:pt idx="883">
                <c:v>0.9881067122322942</c:v>
              </c:pt>
              <c:pt idx="884">
                <c:v>0.9672811302261733</c:v>
              </c:pt>
              <c:pt idx="885">
                <c:v>0.9557838413016759</c:v>
              </c:pt>
              <c:pt idx="886">
                <c:v>0.9719094431945441</c:v>
              </c:pt>
              <c:pt idx="887">
                <c:v>0.9733517508152718</c:v>
              </c:pt>
              <c:pt idx="888">
                <c:v>0.8035763648259331</c:v>
              </c:pt>
              <c:pt idx="889">
                <c:v>0.8560896909386094</c:v>
              </c:pt>
              <c:pt idx="890">
                <c:v>0.8612503288297393</c:v>
              </c:pt>
              <c:pt idx="891">
                <c:v>0.9770455129167936</c:v>
              </c:pt>
              <c:pt idx="892">
                <c:v>0.9276360774581299</c:v>
              </c:pt>
              <c:pt idx="893">
                <c:v>0.9290056054767959</c:v>
              </c:pt>
              <c:pt idx="894">
                <c:v>0.9306961054821596</c:v>
              </c:pt>
              <c:pt idx="895">
                <c:v>0.8502468227711615</c:v>
              </c:pt>
              <c:pt idx="896">
                <c:v>1.040072488984572</c:v>
              </c:pt>
              <c:pt idx="897">
                <c:v>0.958814033583022</c:v>
              </c:pt>
              <c:pt idx="898">
                <c:v>0.9212220203413114</c:v>
              </c:pt>
              <c:pt idx="899">
                <c:v>0.8710326705456606</c:v>
              </c:pt>
              <c:pt idx="900">
                <c:v>0.9513314654157452</c:v>
              </c:pt>
              <c:pt idx="901">
                <c:v>0.7978608468879583</c:v>
              </c:pt>
              <c:pt idx="902">
                <c:v>0.9542294704539651</c:v>
              </c:pt>
              <c:pt idx="903">
                <c:v>0.9069691347931281</c:v>
              </c:pt>
              <c:pt idx="904">
                <c:v>0.905594755282654</c:v>
              </c:pt>
              <c:pt idx="905">
                <c:v>0.9899244972027014</c:v>
              </c:pt>
              <c:pt idx="906">
                <c:v>0.9343751463272939</c:v>
              </c:pt>
              <c:pt idx="907">
                <c:v>0.9286862791577166</c:v>
              </c:pt>
              <c:pt idx="908">
                <c:v>0.690247914689021</c:v>
              </c:pt>
              <c:pt idx="909">
                <c:v>0.983203846657081</c:v>
              </c:pt>
              <c:pt idx="910">
                <c:v>1.0188435593603757</c:v>
              </c:pt>
              <c:pt idx="911">
                <c:v>1.0090932039164038</c:v>
              </c:pt>
              <c:pt idx="912">
                <c:v>0.9550493819005414</c:v>
              </c:pt>
              <c:pt idx="913">
                <c:v>0.911122442118679</c:v>
              </c:pt>
              <c:pt idx="914">
                <c:v>0.9286940677545121</c:v>
              </c:pt>
              <c:pt idx="915">
                <c:v>0.9746718098061274</c:v>
              </c:pt>
              <c:pt idx="916">
                <c:v>0.9862368454664234</c:v>
              </c:pt>
              <c:pt idx="917">
                <c:v>0.8048315513753445</c:v>
              </c:pt>
              <c:pt idx="918">
                <c:v>0.807771410551458</c:v>
              </c:pt>
              <c:pt idx="919">
                <c:v>0.7949480501762036</c:v>
              </c:pt>
              <c:pt idx="920">
                <c:v>0.8143411402273433</c:v>
              </c:pt>
              <c:pt idx="921">
                <c:v>0.511173590597558</c:v>
              </c:pt>
              <c:pt idx="922">
                <c:v>0.4842429051090472</c:v>
              </c:pt>
              <c:pt idx="923">
                <c:v>0.5015220051833376</c:v>
              </c:pt>
              <c:pt idx="924">
                <c:v>0.3767726329043589</c:v>
              </c:pt>
              <c:pt idx="925">
                <c:v>0.7795365443394018</c:v>
              </c:pt>
              <c:pt idx="926">
                <c:v>0.9490799039950254</c:v>
              </c:pt>
              <c:pt idx="927">
                <c:v>0.9475315390933944</c:v>
              </c:pt>
              <c:pt idx="928">
                <c:v>0.8726487361097907</c:v>
              </c:pt>
              <c:pt idx="929">
                <c:v>0.8818232016255712</c:v>
              </c:pt>
              <c:pt idx="930">
                <c:v>0.7765215721990631</c:v>
              </c:pt>
              <c:pt idx="931">
                <c:v>0.758172736011983</c:v>
              </c:pt>
              <c:pt idx="932">
                <c:v>0.7181793751981648</c:v>
              </c:pt>
              <c:pt idx="933">
                <c:v>0.743243813118818</c:v>
              </c:pt>
              <c:pt idx="934">
                <c:v>0.5816474945799461</c:v>
              </c:pt>
              <c:pt idx="935">
                <c:v>0.8132434607370602</c:v>
              </c:pt>
              <c:pt idx="936">
                <c:v>0.7603261947001451</c:v>
              </c:pt>
              <c:pt idx="937">
                <c:v>0.7974837740868636</c:v>
              </c:pt>
              <c:pt idx="938">
                <c:v>0.7891748846222716</c:v>
              </c:pt>
              <c:pt idx="939">
                <c:v>0.6724779576825206</c:v>
              </c:pt>
              <c:pt idx="940">
                <c:v>0.7589633365909001</c:v>
              </c:pt>
              <c:pt idx="941">
                <c:v>0.9923517237754608</c:v>
              </c:pt>
              <c:pt idx="942">
                <c:v>0.9611379650786502</c:v>
              </c:pt>
              <c:pt idx="943">
                <c:v>0.9465489765853181</c:v>
              </c:pt>
              <c:pt idx="944">
                <c:v>0.785867601723194</c:v>
              </c:pt>
              <c:pt idx="945">
                <c:v>0.9234464877020424</c:v>
              </c:pt>
              <c:pt idx="946">
                <c:v>1.0030828184694427</c:v>
              </c:pt>
              <c:pt idx="947">
                <c:v>0.905554417204325</c:v>
              </c:pt>
              <c:pt idx="948">
                <c:v>0.9035887920666386</c:v>
              </c:pt>
              <c:pt idx="949">
                <c:v>0.8957936479700608</c:v>
              </c:pt>
              <c:pt idx="950">
                <c:v>0.835592469485655</c:v>
              </c:pt>
              <c:pt idx="951">
                <c:v>0.8955911697930086</c:v>
              </c:pt>
              <c:pt idx="952">
                <c:v>0.8710847525973983</c:v>
              </c:pt>
              <c:pt idx="953">
                <c:v>0.8726858913260281</c:v>
              </c:pt>
              <c:pt idx="954">
                <c:v>0.8709634015105846</c:v>
              </c:pt>
              <c:pt idx="955">
                <c:v>0.8679750611651251</c:v>
              </c:pt>
              <c:pt idx="956">
                <c:v>0.9829510499388951</c:v>
              </c:pt>
              <c:pt idx="957">
                <c:v>0.9048464927791274</c:v>
              </c:pt>
              <c:pt idx="958">
                <c:v>0.9048463382466809</c:v>
              </c:pt>
              <c:pt idx="959">
                <c:v>0.9383573667791228</c:v>
              </c:pt>
              <c:pt idx="960">
                <c:v>0.9398304720687453</c:v>
              </c:pt>
              <c:pt idx="961">
                <c:v>0.9261529226861536</c:v>
              </c:pt>
              <c:pt idx="962">
                <c:v>0.9293301471364187</c:v>
              </c:pt>
              <c:pt idx="963">
                <c:v>0.8747055830964461</c:v>
              </c:pt>
              <c:pt idx="964">
                <c:v>0.9002338401055344</c:v>
              </c:pt>
              <c:pt idx="965">
                <c:v>0.8570734690708449</c:v>
              </c:pt>
              <c:pt idx="966">
                <c:v>0.9714016331832178</c:v>
              </c:pt>
              <c:pt idx="967">
                <c:v>0.9711053172617868</c:v>
              </c:pt>
              <c:pt idx="968">
                <c:v>0.9268477747224002</c:v>
              </c:pt>
              <c:pt idx="969">
                <c:v>0.9118074648887904</c:v>
              </c:pt>
              <c:pt idx="970">
                <c:v>0.9048457983581656</c:v>
              </c:pt>
              <c:pt idx="971">
                <c:v>0.9068227729936649</c:v>
              </c:pt>
              <c:pt idx="972">
                <c:v>0.6187920706824879</c:v>
              </c:pt>
              <c:pt idx="973">
                <c:v>0.6054418708619865</c:v>
              </c:pt>
              <c:pt idx="974">
                <c:v>0.5942435257630958</c:v>
              </c:pt>
              <c:pt idx="975">
                <c:v>0.9293158959984019</c:v>
              </c:pt>
              <c:pt idx="976">
                <c:v>0.9156894624628769</c:v>
              </c:pt>
              <c:pt idx="977">
                <c:v>0.9127700825608547</c:v>
              </c:pt>
              <c:pt idx="978">
                <c:v>0.9855498498431102</c:v>
              </c:pt>
              <c:pt idx="979">
                <c:v>0.5743010927121198</c:v>
              </c:pt>
              <c:pt idx="980">
                <c:v>0.6535549350993733</c:v>
              </c:pt>
              <c:pt idx="981">
                <c:v>0.9854310074064484</c:v>
              </c:pt>
              <c:pt idx="982">
                <c:v>0.9043759771017805</c:v>
              </c:pt>
              <c:pt idx="983">
                <c:v>0.8851386537722552</c:v>
              </c:pt>
              <c:pt idx="984">
                <c:v>0.9518191925462235</c:v>
              </c:pt>
              <c:pt idx="985">
                <c:v>0.9509440938979995</c:v>
              </c:pt>
              <c:pt idx="986">
                <c:v>0.9452102786313048</c:v>
              </c:pt>
              <c:pt idx="987">
                <c:v>1.0363850676954942</c:v>
              </c:pt>
              <c:pt idx="988">
                <c:v>1.0320828397406046</c:v>
              </c:pt>
              <c:pt idx="989">
                <c:v>1.0310745300462596</c:v>
              </c:pt>
              <c:pt idx="990">
                <c:v>1.0369872722727307</c:v>
              </c:pt>
              <c:pt idx="991">
                <c:v>1.0197861769621763</c:v>
              </c:pt>
              <c:pt idx="992">
                <c:v>1.0171596660902738</c:v>
              </c:pt>
              <c:pt idx="993">
                <c:v>1.0284478250692193</c:v>
              </c:pt>
              <c:pt idx="994">
                <c:v>1.0050055439945027</c:v>
              </c:pt>
              <c:pt idx="995">
                <c:v>0.8925290199526803</c:v>
              </c:pt>
              <c:pt idx="996">
                <c:v>0.936788954759278</c:v>
              </c:pt>
              <c:pt idx="997">
                <c:v>0.9238184606360536</c:v>
              </c:pt>
              <c:pt idx="998">
                <c:v>0.9238069591394255</c:v>
              </c:pt>
              <c:pt idx="999">
                <c:v>1.00957681814439</c:v>
              </c:pt>
              <c:pt idx="1000">
                <c:v>1.0098747128719536</c:v>
              </c:pt>
              <c:pt idx="1001">
                <c:v>1.0085909383532474</c:v>
              </c:pt>
              <c:pt idx="1002">
                <c:v>1.0195889997483263</c:v>
              </c:pt>
              <c:pt idx="1003">
                <c:v>0.9729341374804672</c:v>
              </c:pt>
              <c:pt idx="1004">
                <c:v>0.9757546998389026</c:v>
              </c:pt>
              <c:pt idx="1005">
                <c:v>0.9842564654373064</c:v>
              </c:pt>
              <c:pt idx="1006">
                <c:v>0.9231882195459636</c:v>
              </c:pt>
              <c:pt idx="1007">
                <c:v>0.912524726103105</c:v>
              </c:pt>
              <c:pt idx="1008">
                <c:v>0.906090282101003</c:v>
              </c:pt>
              <c:pt idx="1009">
                <c:v>0.9617246185092538</c:v>
              </c:pt>
              <c:pt idx="1010">
                <c:v>0.9990832826694795</c:v>
              </c:pt>
              <c:pt idx="1011">
                <c:v>0.9768030484175839</c:v>
              </c:pt>
              <c:pt idx="1012">
                <c:v>0.9729526716128087</c:v>
              </c:pt>
              <c:pt idx="1013">
                <c:v>0.9647038462867065</c:v>
              </c:pt>
              <c:pt idx="1014">
                <c:v>0.9747848175275988</c:v>
              </c:pt>
              <c:pt idx="1015">
                <c:v>0.9728407277372738</c:v>
              </c:pt>
              <c:pt idx="1016">
                <c:v>0.9544918232971895</c:v>
              </c:pt>
              <c:pt idx="1017">
                <c:v>0.93635298148026</c:v>
              </c:pt>
              <c:pt idx="1018">
                <c:v>0.9730751806461445</c:v>
              </c:pt>
              <c:pt idx="1019">
                <c:v>0.9734128466655856</c:v>
              </c:pt>
              <c:pt idx="1020">
                <c:v>0.9731301361315329</c:v>
              </c:pt>
              <c:pt idx="1021">
                <c:v>0.9734989154887371</c:v>
              </c:pt>
              <c:pt idx="1022">
                <c:v>0.988548095220821</c:v>
              </c:pt>
              <c:pt idx="1023">
                <c:v>0.9889856276195456</c:v>
              </c:pt>
              <c:pt idx="1024">
                <c:v>0.9903655900219812</c:v>
              </c:pt>
              <c:pt idx="1025">
                <c:v>0.9645509910254292</c:v>
              </c:pt>
              <c:pt idx="1026">
                <c:v>0.9155278719192639</c:v>
              </c:pt>
              <c:pt idx="1027">
                <c:v>0.6139106483739794</c:v>
              </c:pt>
              <c:pt idx="1028">
                <c:v>0.9966420705629417</c:v>
              </c:pt>
              <c:pt idx="1029">
                <c:v>0.9961653555976111</c:v>
              </c:pt>
              <c:pt idx="1030">
                <c:v>1.0016880652228497</c:v>
              </c:pt>
              <c:pt idx="1031">
                <c:v>0.9640204372611858</c:v>
              </c:pt>
              <c:pt idx="1032">
                <c:v>1.0155911687806343</c:v>
              </c:pt>
              <c:pt idx="1033">
                <c:v>0.9672475703010942</c:v>
              </c:pt>
              <c:pt idx="1034">
                <c:v>1.037811908372258</c:v>
              </c:pt>
              <c:pt idx="1035">
                <c:v>1.0418107853999747</c:v>
              </c:pt>
              <c:pt idx="1036">
                <c:v>0.9748925606028142</c:v>
              </c:pt>
              <c:pt idx="1037">
                <c:v>0.9819965880079036</c:v>
              </c:pt>
              <c:pt idx="1038">
                <c:v>0.9761214681018445</c:v>
              </c:pt>
              <c:pt idx="1039">
                <c:v>0.5544966217908164</c:v>
              </c:pt>
              <c:pt idx="1040">
                <c:v>0.952156523385957</c:v>
              </c:pt>
              <c:pt idx="1041">
                <c:v>0.9872854782478746</c:v>
              </c:pt>
              <c:pt idx="1042">
                <c:v>0.9833205682855736</c:v>
              </c:pt>
              <c:pt idx="1043">
                <c:v>0.941587788754148</c:v>
              </c:pt>
              <c:pt idx="1044">
                <c:v>0.9400703981427053</c:v>
              </c:pt>
              <c:pt idx="1045">
                <c:v>0.876671966883752</c:v>
              </c:pt>
              <c:pt idx="1046">
                <c:v>0.8584003803408214</c:v>
              </c:pt>
              <c:pt idx="1047">
                <c:v>0.840502998974656</c:v>
              </c:pt>
              <c:pt idx="1048">
                <c:v>0.6860695928043166</c:v>
              </c:pt>
              <c:pt idx="1049">
                <c:v>0.664168047685389</c:v>
              </c:pt>
              <c:pt idx="1050">
                <c:v>0.6921912295557231</c:v>
              </c:pt>
              <c:pt idx="1051">
                <c:v>0.9054250928932092</c:v>
              </c:pt>
              <c:pt idx="1052">
                <c:v>0.9049949342609866</c:v>
              </c:pt>
              <c:pt idx="1053">
                <c:v>0.9995969126814628</c:v>
              </c:pt>
              <c:pt idx="1054">
                <c:v>0.9688599747304455</c:v>
              </c:pt>
              <c:pt idx="1055">
                <c:v>0.9716539299748885</c:v>
              </c:pt>
              <c:pt idx="1056">
                <c:v>0.966126925886709</c:v>
              </c:pt>
              <c:pt idx="1057">
                <c:v>0.8645025030234376</c:v>
              </c:pt>
              <c:pt idx="1058">
                <c:v>0.9297584224287185</c:v>
              </c:pt>
              <c:pt idx="1059">
                <c:v>0.9432696958743438</c:v>
              </c:pt>
              <c:pt idx="1060">
                <c:v>0.9471657193297832</c:v>
              </c:pt>
              <c:pt idx="1061">
                <c:v>0.9554058372372695</c:v>
              </c:pt>
              <c:pt idx="1062">
                <c:v>0.9383978595607241</c:v>
              </c:pt>
              <c:pt idx="1063">
                <c:v>0.9597945658918793</c:v>
              </c:pt>
              <c:pt idx="1064">
                <c:v>0.950410680084636</c:v>
              </c:pt>
              <c:pt idx="1065">
                <c:v>0.9597681001339405</c:v>
              </c:pt>
              <c:pt idx="1066">
                <c:v>0.9323601351868164</c:v>
              </c:pt>
              <c:pt idx="1067">
                <c:v>0.9048463344440619</c:v>
              </c:pt>
              <c:pt idx="1068">
                <c:v>0.9551243052095849</c:v>
              </c:pt>
              <c:pt idx="1069">
                <c:v>0.9460616588633296</c:v>
              </c:pt>
              <c:pt idx="1070">
                <c:v>0.9608749149395233</c:v>
              </c:pt>
              <c:pt idx="1071">
                <c:v>0.9729126511042083</c:v>
              </c:pt>
              <c:pt idx="1072">
                <c:v>0.9645322819662687</c:v>
              </c:pt>
              <c:pt idx="1073">
                <c:v>0.9559081866101615</c:v>
              </c:pt>
              <c:pt idx="1074">
                <c:v>0.9396770970367936</c:v>
              </c:pt>
              <c:pt idx="1075">
                <c:v>0.9225730157861852</c:v>
              </c:pt>
              <c:pt idx="1076">
                <c:v>0.9274337564296395</c:v>
              </c:pt>
              <c:pt idx="1077">
                <c:v>0.8315894924170583</c:v>
              </c:pt>
              <c:pt idx="1078">
                <c:v>0.8217242945955741</c:v>
              </c:pt>
              <c:pt idx="1079">
                <c:v>0.8692134614025835</c:v>
              </c:pt>
              <c:pt idx="1080">
                <c:v>0.9401992140139428</c:v>
              </c:pt>
              <c:pt idx="1081">
                <c:v>0.949626718270847</c:v>
              </c:pt>
              <c:pt idx="1082">
                <c:v>0.9503345810923065</c:v>
              </c:pt>
              <c:pt idx="1083">
                <c:v>0.9485314472634118</c:v>
              </c:pt>
              <c:pt idx="1084">
                <c:v>0.9617023765486926</c:v>
              </c:pt>
              <c:pt idx="1085">
                <c:v>0.9468047195643328</c:v>
              </c:pt>
              <c:pt idx="1086">
                <c:v>0.9570312315703898</c:v>
              </c:pt>
              <c:pt idx="1087">
                <c:v>0.9990245274781384</c:v>
              </c:pt>
              <c:pt idx="1088">
                <c:v>0.8353464856238068</c:v>
              </c:pt>
              <c:pt idx="1089">
                <c:v>0.8404223731091809</c:v>
              </c:pt>
              <c:pt idx="1090">
                <c:v>0.9542600862251385</c:v>
              </c:pt>
              <c:pt idx="1091">
                <c:v>0.4113746137512734</c:v>
              </c:pt>
              <c:pt idx="1092">
                <c:v>1.0144031381264624</c:v>
              </c:pt>
              <c:pt idx="1093">
                <c:v>0.37626487745142023</c:v>
              </c:pt>
              <c:pt idx="1094">
                <c:v>0.3811017104542741</c:v>
              </c:pt>
              <c:pt idx="1095">
                <c:v>0.951780193362975</c:v>
              </c:pt>
              <c:pt idx="1096">
                <c:v>1.0223881649177244</c:v>
              </c:pt>
              <c:pt idx="1097">
                <c:v>1.0060489052181703</c:v>
              </c:pt>
              <c:pt idx="1098">
                <c:v>0.984820927731051</c:v>
              </c:pt>
              <c:pt idx="1099">
                <c:v>0.9794072815204576</c:v>
              </c:pt>
              <c:pt idx="1100">
                <c:v>0.9856121307403821</c:v>
              </c:pt>
              <c:pt idx="1101">
                <c:v>0.9995424078083038</c:v>
              </c:pt>
              <c:pt idx="1102">
                <c:v>0.99857806044652</c:v>
              </c:pt>
              <c:pt idx="1103">
                <c:v>0.9579541612396373</c:v>
              </c:pt>
              <c:pt idx="1104">
                <c:v>1.0415216001732401</c:v>
              </c:pt>
              <c:pt idx="1105">
                <c:v>1.0413534816944003</c:v>
              </c:pt>
              <c:pt idx="1106">
                <c:v>0.964531329101386</c:v>
              </c:pt>
              <c:pt idx="1107">
                <c:v>0.9330338772555977</c:v>
              </c:pt>
              <c:pt idx="1108">
                <c:v>1.0245034836793825</c:v>
              </c:pt>
              <c:pt idx="1109">
                <c:v>1.0142476753203464</c:v>
              </c:pt>
              <c:pt idx="1110">
                <c:v>0.6411280309365575</c:v>
              </c:pt>
              <c:pt idx="1111">
                <c:v>0.8005787020982053</c:v>
              </c:pt>
              <c:pt idx="1112">
                <c:v>0.8161945506557658</c:v>
              </c:pt>
              <c:pt idx="1113">
                <c:v>0.8568829461890615</c:v>
              </c:pt>
              <c:pt idx="1114">
                <c:v>1.0042537332954942</c:v>
              </c:pt>
              <c:pt idx="1115">
                <c:v>1.0359078501301642</c:v>
              </c:pt>
              <c:pt idx="1116">
                <c:v>1.0140778661835708</c:v>
              </c:pt>
              <c:pt idx="1117">
                <c:v>0.9833104044522759</c:v>
              </c:pt>
              <c:pt idx="1118">
                <c:v>0.9885893402568083</c:v>
              </c:pt>
              <c:pt idx="1119">
                <c:v>0.9870038217075557</c:v>
              </c:pt>
              <c:pt idx="1120">
                <c:v>0.7830667451547361</c:v>
              </c:pt>
              <c:pt idx="1121">
                <c:v>0.7978072719507432</c:v>
              </c:pt>
              <c:pt idx="1122">
                <c:v>0.815599310225446</c:v>
              </c:pt>
              <c:pt idx="1123">
                <c:v>0.9777476967104991</c:v>
              </c:pt>
              <c:pt idx="1124">
                <c:v>0.8293628203923805</c:v>
              </c:pt>
              <c:pt idx="1125">
                <c:v>0.9848237144987955</c:v>
              </c:pt>
              <c:pt idx="1126">
                <c:v>0.92869831678213</c:v>
              </c:pt>
              <c:pt idx="1127">
                <c:v>0.9799024494707126</c:v>
              </c:pt>
              <c:pt idx="1128">
                <c:v>0.9830665589827092</c:v>
              </c:pt>
              <c:pt idx="1129">
                <c:v>0.9637115055638477</c:v>
              </c:pt>
              <c:pt idx="1130">
                <c:v>0.994903913034249</c:v>
              </c:pt>
              <c:pt idx="1131">
                <c:v>0.9971116791709734</c:v>
              </c:pt>
              <c:pt idx="1132">
                <c:v>0.9860785635321203</c:v>
              </c:pt>
              <c:pt idx="1133">
                <c:v>0.97035773379846</c:v>
              </c:pt>
              <c:pt idx="1134">
                <c:v>1.014046943031032</c:v>
              </c:pt>
              <c:pt idx="1135">
                <c:v>0.8307117006954772</c:v>
              </c:pt>
              <c:pt idx="1136">
                <c:v>0.9431333716788595</c:v>
              </c:pt>
              <c:pt idx="1137">
                <c:v>0.9545877716290047</c:v>
              </c:pt>
              <c:pt idx="1138">
                <c:v>0.8378738045436679</c:v>
              </c:pt>
              <c:pt idx="1139">
                <c:v>0.8295937549696324</c:v>
              </c:pt>
              <c:pt idx="1140">
                <c:v>0.902319193295237</c:v>
              </c:pt>
              <c:pt idx="1141">
                <c:v>0.890533336065204</c:v>
              </c:pt>
              <c:pt idx="1142">
                <c:v>1.0178981604599528</c:v>
              </c:pt>
              <c:pt idx="1143">
                <c:v>1.0301186150637636</c:v>
              </c:pt>
              <c:pt idx="1144">
                <c:v>1.0291582401947728</c:v>
              </c:pt>
              <c:pt idx="1145">
                <c:v>1.025697525313886</c:v>
              </c:pt>
              <c:pt idx="1146">
                <c:v>1.0288311163396948</c:v>
              </c:pt>
              <c:pt idx="1147">
                <c:v>0.9014973497757659</c:v>
              </c:pt>
              <c:pt idx="1148">
                <c:v>0.9691498233873322</c:v>
              </c:pt>
              <c:pt idx="1149">
                <c:v>0.8466335263477418</c:v>
              </c:pt>
              <c:pt idx="1150">
                <c:v>0.7742117819583617</c:v>
              </c:pt>
              <c:pt idx="1151">
                <c:v>0.7479917643413945</c:v>
              </c:pt>
              <c:pt idx="1152">
                <c:v>0.9812993980754698</c:v>
              </c:pt>
              <c:pt idx="1153">
                <c:v>0.922339699080251</c:v>
              </c:pt>
              <c:pt idx="1154">
                <c:v>0.921472579677442</c:v>
              </c:pt>
              <c:pt idx="1155">
                <c:v>0.8522538517871823</c:v>
              </c:pt>
              <c:pt idx="1156">
                <c:v>0.9241562000742161</c:v>
              </c:pt>
              <c:pt idx="1157">
                <c:v>0.9286717635951621</c:v>
              </c:pt>
              <c:pt idx="1158">
                <c:v>0.9257266114398184</c:v>
              </c:pt>
              <c:pt idx="1159">
                <c:v>0.9366065308401506</c:v>
              </c:pt>
              <c:pt idx="1160">
                <c:v>1.0254488552789238</c:v>
              </c:pt>
              <c:pt idx="1161">
                <c:v>1.0359858663106216</c:v>
              </c:pt>
              <c:pt idx="1162">
                <c:v>1.0371573569245918</c:v>
              </c:pt>
              <c:pt idx="1163">
                <c:v>1.037293436511187</c:v>
              </c:pt>
              <c:pt idx="1164">
                <c:v>0.9577602874872085</c:v>
              </c:pt>
              <c:pt idx="1165">
                <c:v>0.9723110177778277</c:v>
              </c:pt>
              <c:pt idx="1166">
                <c:v>1.039835613399947</c:v>
              </c:pt>
              <c:pt idx="1167">
                <c:v>0.9389970051985564</c:v>
              </c:pt>
              <c:pt idx="1168">
                <c:v>0.9240147373180306</c:v>
              </c:pt>
              <c:pt idx="1169">
                <c:v>0.9979859002336251</c:v>
              </c:pt>
              <c:pt idx="1170">
                <c:v>1.0221259146783</c:v>
              </c:pt>
              <c:pt idx="1171">
                <c:v>0.9747285445781574</c:v>
              </c:pt>
              <c:pt idx="1172">
                <c:v>0.978764510313696</c:v>
              </c:pt>
              <c:pt idx="1173">
                <c:v>0.9132603128405501</c:v>
              </c:pt>
              <c:pt idx="1174">
                <c:v>0.9403418817300035</c:v>
              </c:pt>
              <c:pt idx="1175">
                <c:v>0.7245934024502809</c:v>
              </c:pt>
              <c:pt idx="1176">
                <c:v>0.9609263209825415</c:v>
              </c:pt>
              <c:pt idx="1177">
                <c:v>0.3819748693337269</c:v>
              </c:pt>
              <c:pt idx="1178">
                <c:v>0.9683106288433994</c:v>
              </c:pt>
              <c:pt idx="1179">
                <c:v>0.9590557264559115</c:v>
              </c:pt>
              <c:pt idx="1180">
                <c:v>0.9642072287830434</c:v>
              </c:pt>
              <c:pt idx="1181">
                <c:v>1.0226417188335675</c:v>
              </c:pt>
              <c:pt idx="1182">
                <c:v>0.9156583945491473</c:v>
              </c:pt>
              <c:pt idx="1183">
                <c:v>0.9885844801687317</c:v>
              </c:pt>
              <c:pt idx="1184">
                <c:v>0.9846091765369571</c:v>
              </c:pt>
              <c:pt idx="1185">
                <c:v>0.9812044829742551</c:v>
              </c:pt>
              <c:pt idx="1186">
                <c:v>0.8191051329418926</c:v>
              </c:pt>
              <c:pt idx="1187">
                <c:v>0.7908549636565382</c:v>
              </c:pt>
              <c:pt idx="1188">
                <c:v>1.0217037977410508</c:v>
              </c:pt>
              <c:pt idx="1189">
                <c:v>1.029451014628997</c:v>
              </c:pt>
              <c:pt idx="1190">
                <c:v>1.0295592789313184</c:v>
              </c:pt>
              <c:pt idx="1191">
                <c:v>0.8666531464976279</c:v>
              </c:pt>
              <c:pt idx="1192">
                <c:v>0.9576604825172482</c:v>
              </c:pt>
              <c:pt idx="1193">
                <c:v>0.9578717436778645</c:v>
              </c:pt>
              <c:pt idx="1194">
                <c:v>0.991326794462503</c:v>
              </c:pt>
              <c:pt idx="1195">
                <c:v>0.6501865964696022</c:v>
              </c:pt>
              <c:pt idx="1196">
                <c:v>0.7296421528924855</c:v>
              </c:pt>
              <c:pt idx="1197">
                <c:v>0.8911368775750522</c:v>
              </c:pt>
              <c:pt idx="1198">
                <c:v>0.8840343224329367</c:v>
              </c:pt>
              <c:pt idx="1199">
                <c:v>0.8508596424420151</c:v>
              </c:pt>
              <c:pt idx="1200">
                <c:v>0.7712366583692394</c:v>
              </c:pt>
              <c:pt idx="1201">
                <c:v>0.9293597334774936</c:v>
              </c:pt>
              <c:pt idx="1202">
                <c:v>0.9269664340133694</c:v>
              </c:pt>
              <c:pt idx="1203">
                <c:v>0.7758239900278415</c:v>
              </c:pt>
              <c:pt idx="1204">
                <c:v>0.7957894475026364</c:v>
              </c:pt>
              <c:pt idx="1205">
                <c:v>0.8821973686367972</c:v>
              </c:pt>
              <c:pt idx="1206">
                <c:v>0.944196558442869</c:v>
              </c:pt>
              <c:pt idx="1207">
                <c:v>1.0117929196504272</c:v>
              </c:pt>
              <c:pt idx="1208">
                <c:v>1.0046924292202677</c:v>
              </c:pt>
              <c:pt idx="1209">
                <c:v>1.0084444582360625</c:v>
              </c:pt>
              <c:pt idx="1210">
                <c:v>0.8699602030586886</c:v>
              </c:pt>
              <c:pt idx="1211">
                <c:v>0.9619429544087992</c:v>
              </c:pt>
              <c:pt idx="1212">
                <c:v>0.6745461812749184</c:v>
              </c:pt>
              <c:pt idx="1213">
                <c:v>0.6512695726709241</c:v>
              </c:pt>
              <c:pt idx="1214">
                <c:v>0.657496932264373</c:v>
              </c:pt>
              <c:pt idx="1215">
                <c:v>0.9304681505172476</c:v>
              </c:pt>
              <c:pt idx="1216">
                <c:v>0.9048463002001494</c:v>
              </c:pt>
              <c:pt idx="1217">
                <c:v>0.9236107112844717</c:v>
              </c:pt>
              <c:pt idx="1218">
                <c:v>1.003832085808131</c:v>
              </c:pt>
              <c:pt idx="1219">
                <c:v>0.8006454821488779</c:v>
              </c:pt>
              <c:pt idx="1220">
                <c:v>0.9769189989288358</c:v>
              </c:pt>
              <c:pt idx="1221">
                <c:v>0.9745036887855886</c:v>
              </c:pt>
              <c:pt idx="1222">
                <c:v>0.7826312241602753</c:v>
              </c:pt>
              <c:pt idx="1223">
                <c:v>0.8128493758508814</c:v>
              </c:pt>
              <c:pt idx="1224">
                <c:v>0.9716593845583968</c:v>
              </c:pt>
              <c:pt idx="1225">
                <c:v>0.9475146269477254</c:v>
              </c:pt>
              <c:pt idx="1226">
                <c:v>0.8213263222213408</c:v>
              </c:pt>
              <c:pt idx="1227">
                <c:v>1.0279937026175072</c:v>
              </c:pt>
              <c:pt idx="1228">
                <c:v>0.8291011411242477</c:v>
              </c:pt>
              <c:pt idx="1229">
                <c:v>0.9602038999107653</c:v>
              </c:pt>
              <c:pt idx="1230">
                <c:v>0.8117534631235394</c:v>
              </c:pt>
              <c:pt idx="1231">
                <c:v>0.9450165680914453</c:v>
              </c:pt>
              <c:pt idx="1232">
                <c:v>0.9488994257836553</c:v>
              </c:pt>
              <c:pt idx="1233">
                <c:v>0.9500950411911712</c:v>
              </c:pt>
              <c:pt idx="1234">
                <c:v>0.8455492133570787</c:v>
              </c:pt>
              <c:pt idx="1235">
                <c:v>0.9785083923513971</c:v>
              </c:pt>
              <c:pt idx="1236">
                <c:v>1.0116231863032228</c:v>
              </c:pt>
              <c:pt idx="1237">
                <c:v>0.3997494012440906</c:v>
              </c:pt>
              <c:pt idx="1238">
                <c:v>0.9956278210366192</c:v>
              </c:pt>
              <c:pt idx="1239">
                <c:v>0.9308492050842853</c:v>
              </c:pt>
              <c:pt idx="1240">
                <c:v>0.992301780313175</c:v>
              </c:pt>
              <c:pt idx="1241">
                <c:v>1.0102311396932644</c:v>
              </c:pt>
              <c:pt idx="1242">
                <c:v>0.7062965726485041</c:v>
              </c:pt>
              <c:pt idx="1243">
                <c:v>0.9394459479179389</c:v>
              </c:pt>
              <c:pt idx="1244">
                <c:v>0.7466503405435266</c:v>
              </c:pt>
              <c:pt idx="1245">
                <c:v>0.9006885282881867</c:v>
              </c:pt>
              <c:pt idx="1246">
                <c:v>0.5872698737186391</c:v>
              </c:pt>
              <c:pt idx="1247">
                <c:v>0.9890375252667615</c:v>
              </c:pt>
              <c:pt idx="1248">
                <c:v>0.36635413853176174</c:v>
              </c:pt>
              <c:pt idx="1249">
                <c:v>0.3160988549608968</c:v>
              </c:pt>
              <c:pt idx="1250">
                <c:v>0.18838778648839696</c:v>
              </c:pt>
              <c:pt idx="1251">
                <c:v>0.5164111380253499</c:v>
              </c:pt>
              <c:pt idx="1252">
                <c:v>0.43224785046256203</c:v>
              </c:pt>
              <c:pt idx="1253">
                <c:v>0.3316135614969844</c:v>
              </c:pt>
              <c:pt idx="1254">
                <c:v>0.3255820757705103</c:v>
              </c:pt>
              <c:pt idx="1255">
                <c:v>0.5258493606969449</c:v>
              </c:pt>
              <c:pt idx="1256">
                <c:v>0.3954644667257031</c:v>
              </c:pt>
              <c:pt idx="1257">
                <c:v>0.5238807712169095</c:v>
              </c:pt>
              <c:pt idx="1258">
                <c:v>0.8955093006208916</c:v>
              </c:pt>
              <c:pt idx="1259">
                <c:v>0.8816406097431326</c:v>
              </c:pt>
              <c:pt idx="1260">
                <c:v>0.9210102263615314</c:v>
              </c:pt>
              <c:pt idx="1261">
                <c:v>0.9150264830678244</c:v>
              </c:pt>
              <c:pt idx="1262">
                <c:v>0.8921823036541756</c:v>
              </c:pt>
              <c:pt idx="1263">
                <c:v>0.901610709160037</c:v>
              </c:pt>
              <c:pt idx="1264">
                <c:v>0.9133914741803759</c:v>
              </c:pt>
              <c:pt idx="1265">
                <c:v>0.9011733753474046</c:v>
              </c:pt>
              <c:pt idx="1266">
                <c:v>0.35863804923125037</c:v>
              </c:pt>
              <c:pt idx="1267">
                <c:v>0.39045465404567803</c:v>
              </c:pt>
              <c:pt idx="1268">
                <c:v>0.3799633282889123</c:v>
              </c:pt>
              <c:pt idx="1269">
                <c:v>0.4115037641354583</c:v>
              </c:pt>
              <c:pt idx="1270">
                <c:v>0.25044458443651746</c:v>
              </c:pt>
              <c:pt idx="1271">
                <c:v>0.23602715254238366</c:v>
              </c:pt>
              <c:pt idx="1272">
                <c:v>0.1942487281214017</c:v>
              </c:pt>
              <c:pt idx="1273">
                <c:v>0.22358209808690488</c:v>
              </c:pt>
              <c:pt idx="1274">
                <c:v>0.21037254892416252</c:v>
              </c:pt>
              <c:pt idx="1275">
                <c:v>0.08263354780927205</c:v>
              </c:pt>
              <c:pt idx="1276">
                <c:v>0.06988768120563973</c:v>
              </c:pt>
              <c:pt idx="1277">
                <c:v>0.396639008795954</c:v>
              </c:pt>
              <c:pt idx="1278">
                <c:v>0.33881282798433787</c:v>
              </c:pt>
              <c:pt idx="1279">
                <c:v>0.2487485801472275</c:v>
              </c:pt>
              <c:pt idx="1280">
                <c:v>0.19531901209128888</c:v>
              </c:pt>
              <c:pt idx="1281">
                <c:v>0.3418314283205755</c:v>
              </c:pt>
              <c:pt idx="1282">
                <c:v>0.37047113892311984</c:v>
              </c:pt>
              <c:pt idx="1283">
                <c:v>0.3619105732253688</c:v>
              </c:pt>
              <c:pt idx="1284">
                <c:v>0.20084916225739846</c:v>
              </c:pt>
              <c:pt idx="1285">
                <c:v>0.15819309456704184</c:v>
              </c:pt>
              <c:pt idx="1286">
                <c:v>0.16101176764624572</c:v>
              </c:pt>
              <c:pt idx="1287">
                <c:v>0.24514107410274294</c:v>
              </c:pt>
              <c:pt idx="1288">
                <c:v>0.22021311488661371</c:v>
              </c:pt>
              <c:pt idx="1289">
                <c:v>0.27142097073411847</c:v>
              </c:pt>
              <c:pt idx="1290">
                <c:v>0.3778187205164753</c:v>
              </c:pt>
              <c:pt idx="1291">
                <c:v>0.3388061551783296</c:v>
              </c:pt>
              <c:pt idx="1292">
                <c:v>0.3451114192038594</c:v>
              </c:pt>
              <c:pt idx="1293">
                <c:v>0.4019706170105835</c:v>
              </c:pt>
              <c:pt idx="1294">
                <c:v>0.42713158095398296</c:v>
              </c:pt>
              <c:pt idx="1295">
                <c:v>0.5502400081106135</c:v>
              </c:pt>
              <c:pt idx="1296">
                <c:v>0.5173039673914078</c:v>
              </c:pt>
              <c:pt idx="1297">
                <c:v>0.6410131234847186</c:v>
              </c:pt>
              <c:pt idx="1298">
                <c:v>0.5931616757042042</c:v>
              </c:pt>
              <c:pt idx="1299">
                <c:v>0.6010038848928916</c:v>
              </c:pt>
              <c:pt idx="1300">
                <c:v>0.737159476849494</c:v>
              </c:pt>
              <c:pt idx="1301">
                <c:v>0.7274922873990273</c:v>
              </c:pt>
              <c:pt idx="1302">
                <c:v>0.7426437611950537</c:v>
              </c:pt>
              <c:pt idx="1303">
                <c:v>0.7177920793634076</c:v>
              </c:pt>
              <c:pt idx="1304">
                <c:v>0.550020594355875</c:v>
              </c:pt>
              <c:pt idx="1305">
                <c:v>0.5506366191560691</c:v>
              </c:pt>
              <c:pt idx="1306">
                <c:v>0.5501176677850513</c:v>
              </c:pt>
              <c:pt idx="1307">
                <c:v>0.8880154874951912</c:v>
              </c:pt>
              <c:pt idx="1308">
                <c:v>0.9002328868995786</c:v>
              </c:pt>
              <c:pt idx="1309">
                <c:v>0.9208052924517656</c:v>
              </c:pt>
              <c:pt idx="1310">
                <c:v>0.879412759919978</c:v>
              </c:pt>
              <c:pt idx="1311">
                <c:v>0.8878955435881888</c:v>
              </c:pt>
              <c:pt idx="1312">
                <c:v>0.8824757833915946</c:v>
              </c:pt>
              <c:pt idx="1313">
                <c:v>0.8287224509396889</c:v>
              </c:pt>
              <c:pt idx="1314">
                <c:v>0.8437044350574764</c:v>
              </c:pt>
              <c:pt idx="1315">
                <c:v>0.8137996523876068</c:v>
              </c:pt>
              <c:pt idx="1316">
                <c:v>0.8364686649472333</c:v>
              </c:pt>
              <c:pt idx="1317">
                <c:v>0.8614826394797471</c:v>
              </c:pt>
              <c:pt idx="1318">
                <c:v>0.8612107710365248</c:v>
              </c:pt>
              <c:pt idx="1319">
                <c:v>0.8596081262183937</c:v>
              </c:pt>
              <c:pt idx="1320">
                <c:v>0.8287662356963827</c:v>
              </c:pt>
              <c:pt idx="1321">
                <c:v>0.921148184221849</c:v>
              </c:pt>
              <c:pt idx="1322">
                <c:v>0.9692113553988256</c:v>
              </c:pt>
              <c:pt idx="1323">
                <c:v>0.9659954857461687</c:v>
              </c:pt>
              <c:pt idx="1324">
                <c:v>0.9701397714499733</c:v>
              </c:pt>
              <c:pt idx="1325">
                <c:v>0.8448071998968297</c:v>
              </c:pt>
              <c:pt idx="1326">
                <c:v>0.8625946189154129</c:v>
              </c:pt>
              <c:pt idx="1327">
                <c:v>0.8351915473896511</c:v>
              </c:pt>
              <c:pt idx="1328">
                <c:v>0.717935032151093</c:v>
              </c:pt>
              <c:pt idx="1329">
                <c:v>0.7384271090659279</c:v>
              </c:pt>
              <c:pt idx="1330">
                <c:v>0.8245013922558752</c:v>
              </c:pt>
              <c:pt idx="1331">
                <c:v>0.8243876885482946</c:v>
              </c:pt>
              <c:pt idx="1332">
                <c:v>1.02285763581463</c:v>
              </c:pt>
              <c:pt idx="1333">
                <c:v>1.0349697590549163</c:v>
              </c:pt>
              <c:pt idx="1334">
                <c:v>1.0193245571331715</c:v>
              </c:pt>
              <c:pt idx="1335">
                <c:v>1.032745905416818</c:v>
              </c:pt>
              <c:pt idx="1336">
                <c:v>0.8489357537273584</c:v>
              </c:pt>
              <c:pt idx="1337">
                <c:v>0.8503541851344104</c:v>
              </c:pt>
              <c:pt idx="1338">
                <c:v>0.8769861522019277</c:v>
              </c:pt>
              <c:pt idx="1339">
                <c:v>0.8056868267602791</c:v>
              </c:pt>
              <c:pt idx="1340">
                <c:v>0.8054336493178335</c:v>
              </c:pt>
              <c:pt idx="1341">
                <c:v>0.805708969238195</c:v>
              </c:pt>
              <c:pt idx="1342">
                <c:v>0.9943059172003805</c:v>
              </c:pt>
              <c:pt idx="1343">
                <c:v>0.9866939569759142</c:v>
              </c:pt>
              <c:pt idx="1344">
                <c:v>0.9790006718897578</c:v>
              </c:pt>
              <c:pt idx="1345">
                <c:v>0.8160510100722718</c:v>
              </c:pt>
              <c:pt idx="1346">
                <c:v>0.8165284482240436</c:v>
              </c:pt>
              <c:pt idx="1347">
                <c:v>0.8162721776265287</c:v>
              </c:pt>
              <c:pt idx="1348">
                <c:v>0.9038672062757259</c:v>
              </c:pt>
              <c:pt idx="1349">
                <c:v>0.8218738537766326</c:v>
              </c:pt>
              <c:pt idx="1350">
                <c:v>0.8838770799048736</c:v>
              </c:pt>
              <c:pt idx="1351">
                <c:v>0.8832362978139768</c:v>
              </c:pt>
              <c:pt idx="1352">
                <c:v>0.8830198587381678</c:v>
              </c:pt>
              <c:pt idx="1353">
                <c:v>1.0083166335212692</c:v>
              </c:pt>
              <c:pt idx="1354">
                <c:v>1.0091466672981673</c:v>
              </c:pt>
              <c:pt idx="1355">
                <c:v>1.0074220850125595</c:v>
              </c:pt>
              <c:pt idx="1356">
                <c:v>0.9714751950653385</c:v>
              </c:pt>
              <c:pt idx="1357">
                <c:v>0.9756191575435018</c:v>
              </c:pt>
              <c:pt idx="1358">
                <c:v>0.976948431934406</c:v>
              </c:pt>
              <c:pt idx="1359">
                <c:v>0.9115391776666747</c:v>
              </c:pt>
              <c:pt idx="1360">
                <c:v>0.5555430862293327</c:v>
              </c:pt>
              <c:pt idx="1361">
                <c:v>0.43931634263130837</c:v>
              </c:pt>
              <c:pt idx="1362">
                <c:v>0.8442227594347185</c:v>
              </c:pt>
              <c:pt idx="1363">
                <c:v>0.8445184028557773</c:v>
              </c:pt>
              <c:pt idx="1364">
                <c:v>0.9867292870006148</c:v>
              </c:pt>
              <c:pt idx="1365">
                <c:v>0.9918548656784271</c:v>
              </c:pt>
              <c:pt idx="1366">
                <c:v>0.9772693202073053</c:v>
              </c:pt>
              <c:pt idx="1367">
                <c:v>0.5369116558547817</c:v>
              </c:pt>
              <c:pt idx="1368">
                <c:v>0.8766980787079414</c:v>
              </c:pt>
              <c:pt idx="1369">
                <c:v>0.8662565861013266</c:v>
              </c:pt>
              <c:pt idx="1370">
                <c:v>0.8510443396967509</c:v>
              </c:pt>
              <c:pt idx="1371">
                <c:v>0.8664133129368237</c:v>
              </c:pt>
              <c:pt idx="1372">
                <c:v>0.8443148636842098</c:v>
              </c:pt>
              <c:pt idx="1373">
                <c:v>0.8701626730256068</c:v>
              </c:pt>
              <c:pt idx="1374">
                <c:v>0.8543474766793725</c:v>
              </c:pt>
              <c:pt idx="1375">
                <c:v>0.8412096828473279</c:v>
              </c:pt>
              <c:pt idx="1376">
                <c:v>0.9189448188405883</c:v>
              </c:pt>
              <c:pt idx="1377">
                <c:v>0.9055845983346507</c:v>
              </c:pt>
              <c:pt idx="1378">
                <c:v>0.9109680333493163</c:v>
              </c:pt>
              <c:pt idx="1379">
                <c:v>0.27717995016348085</c:v>
              </c:pt>
              <c:pt idx="1380">
                <c:v>0.1825457564784013</c:v>
              </c:pt>
              <c:pt idx="1381">
                <c:v>0.32468039408100346</c:v>
              </c:pt>
              <c:pt idx="1382">
                <c:v>0.4276645355198188</c:v>
              </c:pt>
              <c:pt idx="1383">
                <c:v>0.49358178135923003</c:v>
              </c:pt>
              <c:pt idx="1384">
                <c:v>0.9588360013871273</c:v>
              </c:pt>
              <c:pt idx="1385">
                <c:v>0.9713970502601693</c:v>
              </c:pt>
              <c:pt idx="1386">
                <c:v>0.95998236401038</c:v>
              </c:pt>
              <c:pt idx="1387">
                <c:v>0.9749470608249508</c:v>
              </c:pt>
              <c:pt idx="1388">
                <c:v>0.9586808991572272</c:v>
              </c:pt>
              <c:pt idx="1389">
                <c:v>0.9674983355156035</c:v>
              </c:pt>
              <c:pt idx="1390">
                <c:v>0.9609818626398788</c:v>
              </c:pt>
              <c:pt idx="1391">
                <c:v>0.9605423168362303</c:v>
              </c:pt>
              <c:pt idx="1392">
                <c:v>0.9408863495976733</c:v>
              </c:pt>
              <c:pt idx="1393">
                <c:v>0.9654932304659793</c:v>
              </c:pt>
              <c:pt idx="1394">
                <c:v>0.960543572607204</c:v>
              </c:pt>
              <c:pt idx="1395">
                <c:v>0.8667104514368982</c:v>
              </c:pt>
              <c:pt idx="1396">
                <c:v>0.869134702245168</c:v>
              </c:pt>
              <c:pt idx="1397">
                <c:v>0.8583694541313001</c:v>
              </c:pt>
              <c:pt idx="1398">
                <c:v>0.8649125593054572</c:v>
              </c:pt>
              <c:pt idx="1399">
                <c:v>0.9214684562489147</c:v>
              </c:pt>
              <c:pt idx="1400">
                <c:v>0.8245396237245602</c:v>
              </c:pt>
              <c:pt idx="1401">
                <c:v>0.8460432706706527</c:v>
              </c:pt>
              <c:pt idx="1402">
                <c:v>0.8358827399067973</c:v>
              </c:pt>
              <c:pt idx="1403">
                <c:v>0.8846280609627222</c:v>
              </c:pt>
              <c:pt idx="1404">
                <c:v>0.8811388822510626</c:v>
              </c:pt>
              <c:pt idx="1405">
                <c:v>0.29278687011727506</c:v>
              </c:pt>
              <c:pt idx="1406">
                <c:v>0.6191654551555302</c:v>
              </c:pt>
              <c:pt idx="1407">
                <c:v>0.641041300676233</c:v>
              </c:pt>
              <c:pt idx="1408">
                <c:v>0.5950478419873824</c:v>
              </c:pt>
              <c:pt idx="1409">
                <c:v>0.9787434403802339</c:v>
              </c:pt>
              <c:pt idx="1410">
                <c:v>1.008704068129592</c:v>
              </c:pt>
              <c:pt idx="1411">
                <c:v>0.9248022975240638</c:v>
              </c:pt>
              <c:pt idx="1412">
                <c:v>0.9023321586606322</c:v>
              </c:pt>
              <c:pt idx="1413">
                <c:v>0.8891542470824141</c:v>
              </c:pt>
              <c:pt idx="1414">
                <c:v>0.9456189725699137</c:v>
              </c:pt>
              <c:pt idx="1415">
                <c:v>0.9278744073154123</c:v>
              </c:pt>
              <c:pt idx="1416">
                <c:v>0.9381217746232507</c:v>
              </c:pt>
              <c:pt idx="1417">
                <c:v>0.7843075214514712</c:v>
              </c:pt>
              <c:pt idx="1418">
                <c:v>0.7818070823682034</c:v>
              </c:pt>
              <c:pt idx="1419">
                <c:v>0.7857405304147355</c:v>
              </c:pt>
              <c:pt idx="1420">
                <c:v>1.0548507281045758</c:v>
              </c:pt>
              <c:pt idx="1421">
                <c:v>1.0497443265494522</c:v>
              </c:pt>
              <c:pt idx="1422">
                <c:v>1.0541522739361002</c:v>
              </c:pt>
              <c:pt idx="1423">
                <c:v>0.9746206449794326</c:v>
              </c:pt>
              <c:pt idx="1424">
                <c:v>0.9190191895528125</c:v>
              </c:pt>
              <c:pt idx="1425">
                <c:v>0.8149474373626528</c:v>
              </c:pt>
              <c:pt idx="1426">
                <c:v>0.8077837126657113</c:v>
              </c:pt>
              <c:pt idx="1427">
                <c:v>0.8255619468508956</c:v>
              </c:pt>
              <c:pt idx="1428">
                <c:v>0.8680691057995058</c:v>
              </c:pt>
              <c:pt idx="1429">
                <c:v>0.8750486165898308</c:v>
              </c:pt>
              <c:pt idx="1430">
                <c:v>0.8716823690797424</c:v>
              </c:pt>
              <c:pt idx="1431">
                <c:v>0.8415629109715547</c:v>
              </c:pt>
              <c:pt idx="1432">
                <c:v>0.7752627212484734</c:v>
              </c:pt>
              <c:pt idx="1433">
                <c:v>0.8265999943941074</c:v>
              </c:pt>
              <c:pt idx="1434">
                <c:v>0.8482129603639184</c:v>
              </c:pt>
              <c:pt idx="1435">
                <c:v>0.8463080572295554</c:v>
              </c:pt>
              <c:pt idx="1436">
                <c:v>0.9212322169859616</c:v>
              </c:pt>
              <c:pt idx="1437">
                <c:v>0.8769955989942948</c:v>
              </c:pt>
              <c:pt idx="1438">
                <c:v>0.8897181439445436</c:v>
              </c:pt>
              <c:pt idx="1439">
                <c:v>0.8903562737885261</c:v>
              </c:pt>
              <c:pt idx="1440">
                <c:v>0.8710025524752494</c:v>
              </c:pt>
              <c:pt idx="1441">
                <c:v>0.4967786193510853</c:v>
              </c:pt>
              <c:pt idx="1442">
                <c:v>0.37026273239490964</c:v>
              </c:pt>
              <c:pt idx="1443">
                <c:v>0.8860869860827432</c:v>
              </c:pt>
              <c:pt idx="1444">
                <c:v>0.985045657880559</c:v>
              </c:pt>
              <c:pt idx="1445">
                <c:v>0.9841056490980263</c:v>
              </c:pt>
              <c:pt idx="1446">
                <c:v>0.8309425151440083</c:v>
              </c:pt>
              <c:pt idx="1447">
                <c:v>0.826376527065722</c:v>
              </c:pt>
              <c:pt idx="1448">
                <c:v>0.7986816939054384</c:v>
              </c:pt>
              <c:pt idx="1449">
                <c:v>0.9817592253726075</c:v>
              </c:pt>
              <c:pt idx="1450">
                <c:v>0.9189967735720512</c:v>
              </c:pt>
              <c:pt idx="1451">
                <c:v>0.8466746694142159</c:v>
              </c:pt>
              <c:pt idx="1452">
                <c:v>0.8495637910272212</c:v>
              </c:pt>
              <c:pt idx="1453">
                <c:v>0.9208663946726003</c:v>
              </c:pt>
              <c:pt idx="1454">
                <c:v>0.9266071210618936</c:v>
              </c:pt>
              <c:pt idx="1455">
                <c:v>0.9090364484232032</c:v>
              </c:pt>
              <c:pt idx="1456">
                <c:v>1.0348642868502316</c:v>
              </c:pt>
              <c:pt idx="1457">
                <c:v>1.026789687105743</c:v>
              </c:pt>
              <c:pt idx="1458">
                <c:v>1.015471702541576</c:v>
              </c:pt>
              <c:pt idx="1459">
                <c:v>0.9317342603935443</c:v>
              </c:pt>
              <c:pt idx="1460">
                <c:v>0.9272211103535386</c:v>
              </c:pt>
              <c:pt idx="1461">
                <c:v>0.9253452287641324</c:v>
              </c:pt>
              <c:pt idx="1462">
                <c:v>0.8140628041391695</c:v>
              </c:pt>
              <c:pt idx="1463">
                <c:v>0.8158174093321106</c:v>
              </c:pt>
              <c:pt idx="1464">
                <c:v>0.8305006052826681</c:v>
              </c:pt>
              <c:pt idx="1465">
                <c:v>0.805919868195637</c:v>
              </c:pt>
              <c:pt idx="1466">
                <c:v>0.7987946078579569</c:v>
              </c:pt>
              <c:pt idx="1467">
                <c:v>0.8237502610157106</c:v>
              </c:pt>
              <c:pt idx="1468">
                <c:v>0.8379666750951026</c:v>
              </c:pt>
              <c:pt idx="1469">
                <c:v>0.8541925983220536</c:v>
              </c:pt>
              <c:pt idx="1470">
                <c:v>0.8278905508759203</c:v>
              </c:pt>
              <c:pt idx="1471">
                <c:v>0.9324260671828278</c:v>
              </c:pt>
              <c:pt idx="1472">
                <c:v>0.9268584343822504</c:v>
              </c:pt>
              <c:pt idx="1473">
                <c:v>0.8001010023391785</c:v>
              </c:pt>
              <c:pt idx="1474">
                <c:v>0.8052070898557534</c:v>
              </c:pt>
              <c:pt idx="1475">
                <c:v>0.10662814693616195</c:v>
              </c:pt>
              <c:pt idx="1476">
                <c:v>0.08196528334939711</c:v>
              </c:pt>
              <c:pt idx="1477">
                <c:v>0.14525267860570223</c:v>
              </c:pt>
              <c:pt idx="1478">
                <c:v>0.9175633891295465</c:v>
              </c:pt>
              <c:pt idx="1479">
                <c:v>0.8972051303928684</c:v>
              </c:pt>
              <c:pt idx="1480">
                <c:v>0.9055639554070596</c:v>
              </c:pt>
              <c:pt idx="1481">
                <c:v>0.9295385394019257</c:v>
              </c:pt>
              <c:pt idx="1482">
                <c:v>0.9289807082253122</c:v>
              </c:pt>
              <c:pt idx="1483">
                <c:v>0.9162609159242902</c:v>
              </c:pt>
              <c:pt idx="1484">
                <c:v>0.9151062039382876</c:v>
              </c:pt>
              <c:pt idx="1485">
                <c:v>0.9525238070748713</c:v>
              </c:pt>
              <c:pt idx="1486">
                <c:v>0.9405103562933913</c:v>
              </c:pt>
              <c:pt idx="1487">
                <c:v>0.9146566984110279</c:v>
              </c:pt>
              <c:pt idx="1488">
                <c:v>0.9242330935234542</c:v>
              </c:pt>
              <c:pt idx="1489">
                <c:v>0.948804620617562</c:v>
              </c:pt>
              <c:pt idx="1490">
                <c:v>0.9498628693595171</c:v>
              </c:pt>
              <c:pt idx="1491">
                <c:v>0.9405262943390096</c:v>
              </c:pt>
              <c:pt idx="1492">
                <c:v>0.9353389371210672</c:v>
              </c:pt>
              <c:pt idx="1493">
                <c:v>0.9351383448759015</c:v>
              </c:pt>
              <c:pt idx="1494">
                <c:v>0.5826276377756061</c:v>
              </c:pt>
              <c:pt idx="1495">
                <c:v>0.5814402352620104</c:v>
              </c:pt>
              <c:pt idx="1496">
                <c:v>0.5496419331691722</c:v>
              </c:pt>
              <c:pt idx="1497">
                <c:v>0.9245342567635312</c:v>
              </c:pt>
              <c:pt idx="1498">
                <c:v>1.0257691937197473</c:v>
              </c:pt>
              <c:pt idx="1499">
                <c:v>1.0428350892931921</c:v>
              </c:pt>
              <c:pt idx="1500">
                <c:v>0.9243646810854802</c:v>
              </c:pt>
              <c:pt idx="1501">
                <c:v>0.9248879506072316</c:v>
              </c:pt>
              <c:pt idx="1502">
                <c:v>0.9261391598033334</c:v>
              </c:pt>
              <c:pt idx="1503">
                <c:v>0.9285549661053214</c:v>
              </c:pt>
              <c:pt idx="1504">
                <c:v>0.9300714360300995</c:v>
              </c:pt>
              <c:pt idx="1505">
                <c:v>0.9082037304044007</c:v>
              </c:pt>
              <c:pt idx="1506">
                <c:v>0.9818926705786705</c:v>
              </c:pt>
              <c:pt idx="1507">
                <c:v>0.9873990812572015</c:v>
              </c:pt>
              <c:pt idx="1508">
                <c:v>0.9869630399696204</c:v>
              </c:pt>
              <c:pt idx="1509">
                <c:v>0.46912988612724804</c:v>
              </c:pt>
              <c:pt idx="1510">
                <c:v>0.5061708434495553</c:v>
              </c:pt>
              <c:pt idx="1511">
                <c:v>0.5594787492893242</c:v>
              </c:pt>
              <c:pt idx="1512">
                <c:v>0.6031550984056682</c:v>
              </c:pt>
              <c:pt idx="1513">
                <c:v>0.8692968035995012</c:v>
              </c:pt>
              <c:pt idx="1514">
                <c:v>0.8685202474560574</c:v>
              </c:pt>
              <c:pt idx="1515">
                <c:v>0.8631335027122051</c:v>
              </c:pt>
              <c:pt idx="1516">
                <c:v>0.8694171883472673</c:v>
              </c:pt>
              <c:pt idx="1517">
                <c:v>0.6108776405584136</c:v>
              </c:pt>
              <c:pt idx="1518">
                <c:v>0.8671684225589025</c:v>
              </c:pt>
              <c:pt idx="1519">
                <c:v>0.8721388605469712</c:v>
              </c:pt>
              <c:pt idx="1520">
                <c:v>0.9270837988903307</c:v>
              </c:pt>
              <c:pt idx="1521">
                <c:v>0.9334504609211136</c:v>
              </c:pt>
              <c:pt idx="1522">
                <c:v>0.8893756099148035</c:v>
              </c:pt>
              <c:pt idx="1523">
                <c:v>0.8862673649427424</c:v>
              </c:pt>
              <c:pt idx="1524">
                <c:v>0.5083444748937506</c:v>
              </c:pt>
              <c:pt idx="1525">
                <c:v>0.8891435603394843</c:v>
              </c:pt>
              <c:pt idx="1526">
                <c:v>0.8474798830539592</c:v>
              </c:pt>
              <c:pt idx="1527">
                <c:v>0.8663447136440893</c:v>
              </c:pt>
              <c:pt idx="1528">
                <c:v>0.7472873857654322</c:v>
              </c:pt>
              <c:pt idx="1529">
                <c:v>0.7358467051830249</c:v>
              </c:pt>
              <c:pt idx="1530">
                <c:v>0.7684231531818426</c:v>
              </c:pt>
              <c:pt idx="1531">
                <c:v>0.8051747034446674</c:v>
              </c:pt>
              <c:pt idx="1532">
                <c:v>0.7918430878636129</c:v>
              </c:pt>
              <c:pt idx="1533">
                <c:v>0.8165527346485272</c:v>
              </c:pt>
              <c:pt idx="1534">
                <c:v>0.8943177581541579</c:v>
              </c:pt>
              <c:pt idx="1535">
                <c:v>0.8949770100037446</c:v>
              </c:pt>
              <c:pt idx="1536">
                <c:v>0.8965580332277</c:v>
              </c:pt>
              <c:pt idx="1537">
                <c:v>0.962072187643792</c:v>
              </c:pt>
              <c:pt idx="1538">
                <c:v>0.953797336913802</c:v>
              </c:pt>
              <c:pt idx="1539">
                <c:v>0.9537015057862822</c:v>
              </c:pt>
              <c:pt idx="1540">
                <c:v>0.9524643814137957</c:v>
              </c:pt>
              <c:pt idx="1541">
                <c:v>0.8825802077848884</c:v>
              </c:pt>
              <c:pt idx="1542">
                <c:v>0.8160317657797127</c:v>
              </c:pt>
              <c:pt idx="1543">
                <c:v>0.8494839734913997</c:v>
              </c:pt>
              <c:pt idx="1544">
                <c:v>0.8522385269877101</c:v>
              </c:pt>
              <c:pt idx="1545">
                <c:v>0.8542213119755004</c:v>
              </c:pt>
              <c:pt idx="1546">
                <c:v>0.8107065463972084</c:v>
              </c:pt>
              <c:pt idx="1547">
                <c:v>0.8091534952286243</c:v>
              </c:pt>
              <c:pt idx="1548">
                <c:v>0.8169401849778073</c:v>
              </c:pt>
              <c:pt idx="1549">
                <c:v>0.9928921590293195</c:v>
              </c:pt>
              <c:pt idx="1550">
                <c:v>0.9928829663099744</c:v>
              </c:pt>
              <c:pt idx="1551">
                <c:v>0.9928999520797357</c:v>
              </c:pt>
              <c:pt idx="1552">
                <c:v>1.0045317700186804</c:v>
              </c:pt>
              <c:pt idx="1553">
                <c:v>1.017931561443795</c:v>
              </c:pt>
              <c:pt idx="1554">
                <c:v>1.0071559403187602</c:v>
              </c:pt>
              <c:pt idx="1555">
                <c:v>0.8974186192964394</c:v>
              </c:pt>
              <c:pt idx="1556">
                <c:v>0.9814327668596946</c:v>
              </c:pt>
              <c:pt idx="1557">
                <c:v>0.9791252155614881</c:v>
              </c:pt>
              <c:pt idx="1558">
                <c:v>0.9773681219316901</c:v>
              </c:pt>
              <c:pt idx="1559">
                <c:v>0.6383394058820521</c:v>
              </c:pt>
              <c:pt idx="1560">
                <c:v>0.6563758415774912</c:v>
              </c:pt>
              <c:pt idx="1561">
                <c:v>0.6996789871340987</c:v>
              </c:pt>
              <c:pt idx="1562">
                <c:v>0.9302689019305915</c:v>
              </c:pt>
              <c:pt idx="1563">
                <c:v>0.9396433398719469</c:v>
              </c:pt>
              <c:pt idx="1564">
                <c:v>0.9905309294555937</c:v>
              </c:pt>
              <c:pt idx="1565">
                <c:v>0.9891793048500214</c:v>
              </c:pt>
              <c:pt idx="1566">
                <c:v>0.9869051041069505</c:v>
              </c:pt>
              <c:pt idx="1567">
                <c:v>0.9397986828191842</c:v>
              </c:pt>
              <c:pt idx="1568">
                <c:v>0.9478479747862626</c:v>
              </c:pt>
              <c:pt idx="1569">
                <c:v>0.9461802217142876</c:v>
              </c:pt>
              <c:pt idx="1570">
                <c:v>0.9547138842566472</c:v>
              </c:pt>
              <c:pt idx="1571">
                <c:v>0.9578082258731937</c:v>
              </c:pt>
              <c:pt idx="1572">
                <c:v>0.9577683707195493</c:v>
              </c:pt>
              <c:pt idx="1573">
                <c:v>0.8594296618683976</c:v>
              </c:pt>
              <c:pt idx="1574">
                <c:v>1.0061698856080512</c:v>
              </c:pt>
              <c:pt idx="1575">
                <c:v>0.9962663962560055</c:v>
              </c:pt>
              <c:pt idx="1576">
                <c:v>1.0002317578007178</c:v>
              </c:pt>
              <c:pt idx="1577">
                <c:v>0.8956839371210353</c:v>
              </c:pt>
              <c:pt idx="1578">
                <c:v>0.9058105266779651</c:v>
              </c:pt>
              <c:pt idx="1579">
                <c:v>0.9537850334498317</c:v>
              </c:pt>
              <c:pt idx="1580">
                <c:v>0.9282473459768802</c:v>
              </c:pt>
              <c:pt idx="1581">
                <c:v>0.9277534106605669</c:v>
              </c:pt>
              <c:pt idx="1582">
                <c:v>0.9396371748857814</c:v>
              </c:pt>
              <c:pt idx="1583">
                <c:v>0.5727481938721805</c:v>
              </c:pt>
              <c:pt idx="1584">
                <c:v>0.6057400244096358</c:v>
              </c:pt>
              <c:pt idx="1585">
                <c:v>0.9451454980286299</c:v>
              </c:pt>
              <c:pt idx="1586">
                <c:v>0.9945431148805836</c:v>
              </c:pt>
              <c:pt idx="1587">
                <c:v>1.0035859781140402</c:v>
              </c:pt>
              <c:pt idx="1588">
                <c:v>0.9894911674964109</c:v>
              </c:pt>
              <c:pt idx="1589">
                <c:v>1.0055907438456204</c:v>
              </c:pt>
              <c:pt idx="1590">
                <c:v>0.9247801636999654</c:v>
              </c:pt>
              <c:pt idx="1591">
                <c:v>0.916713632606636</c:v>
              </c:pt>
              <c:pt idx="1592">
                <c:v>0.8962010150675939</c:v>
              </c:pt>
              <c:pt idx="1593">
                <c:v>0.9518295499521241</c:v>
              </c:pt>
              <c:pt idx="1594">
                <c:v>0.9351120227530112</c:v>
              </c:pt>
              <c:pt idx="1595">
                <c:v>0.9377281940368144</c:v>
              </c:pt>
              <c:pt idx="1596">
                <c:v>0.9389952452883711</c:v>
              </c:pt>
              <c:pt idx="1597">
                <c:v>0.9393087008872938</c:v>
              </c:pt>
              <c:pt idx="1598">
                <c:v>0.9508176094305687</c:v>
              </c:pt>
              <c:pt idx="1599">
                <c:v>0.9581398504573694</c:v>
              </c:pt>
              <c:pt idx="1600">
                <c:v>0.7067567089971151</c:v>
              </c:pt>
              <c:pt idx="1601">
                <c:v>0.7031578817950501</c:v>
              </c:pt>
              <c:pt idx="1602">
                <c:v>0.9330485802152451</c:v>
              </c:pt>
              <c:pt idx="1603">
                <c:v>0.9298775855607009</c:v>
              </c:pt>
              <c:pt idx="1604">
                <c:v>0.9418958017103621</c:v>
              </c:pt>
              <c:pt idx="1605">
                <c:v>0.9568307541986608</c:v>
              </c:pt>
              <c:pt idx="1606">
                <c:v>0.961986145695218</c:v>
              </c:pt>
              <c:pt idx="1607">
                <c:v>0.9648142281794165</c:v>
              </c:pt>
              <c:pt idx="1608">
                <c:v>0.9514525379285629</c:v>
              </c:pt>
              <c:pt idx="1609">
                <c:v>0.9618638426555117</c:v>
              </c:pt>
              <c:pt idx="1610">
                <c:v>0.9401912073120419</c:v>
              </c:pt>
              <c:pt idx="1611">
                <c:v>0.9380204837112084</c:v>
              </c:pt>
              <c:pt idx="1612">
                <c:v>0.8959930466887871</c:v>
              </c:pt>
              <c:pt idx="1613">
                <c:v>0.8987344648090313</c:v>
              </c:pt>
              <c:pt idx="1614">
                <c:v>0.9094269499045465</c:v>
              </c:pt>
              <c:pt idx="1615">
                <c:v>0.96334836926881</c:v>
              </c:pt>
              <c:pt idx="1616">
                <c:v>0.9453638105229327</c:v>
              </c:pt>
              <c:pt idx="1617">
                <c:v>0.9488260695807839</c:v>
              </c:pt>
              <c:pt idx="1618">
                <c:v>0.9399149143473248</c:v>
              </c:pt>
              <c:pt idx="1619">
                <c:v>0.9282117192781796</c:v>
              </c:pt>
              <c:pt idx="1620">
                <c:v>0.9285901268906601</c:v>
              </c:pt>
              <c:pt idx="1621">
                <c:v>0.9200422502989297</c:v>
              </c:pt>
              <c:pt idx="1622">
                <c:v>0.9168202801577123</c:v>
              </c:pt>
              <c:pt idx="1623">
                <c:v>1.034333211592868</c:v>
              </c:pt>
              <c:pt idx="1624">
                <c:v>1.0428382121275104</c:v>
              </c:pt>
              <c:pt idx="1625">
                <c:v>0.8842942398958246</c:v>
              </c:pt>
              <c:pt idx="1626">
                <c:v>0.8801970371052105</c:v>
              </c:pt>
              <c:pt idx="1627">
                <c:v>0.8933467106316301</c:v>
              </c:pt>
              <c:pt idx="1628">
                <c:v>0.8937738032727147</c:v>
              </c:pt>
              <c:pt idx="1629">
                <c:v>1.025551084494608</c:v>
              </c:pt>
              <c:pt idx="1630">
                <c:v>1.0233066930489167</c:v>
              </c:pt>
              <c:pt idx="1631">
                <c:v>1.0262156992479956</c:v>
              </c:pt>
              <c:pt idx="1632">
                <c:v>0.9508651365520266</c:v>
              </c:pt>
              <c:pt idx="1633">
                <c:v>0.9808244232653425</c:v>
              </c:pt>
              <c:pt idx="1634">
                <c:v>0.9825293511436534</c:v>
              </c:pt>
              <c:pt idx="1635">
                <c:v>0.9662347969622254</c:v>
              </c:pt>
              <c:pt idx="1636">
                <c:v>0.9657922761962096</c:v>
              </c:pt>
              <c:pt idx="1637">
                <c:v>0.9589498832703026</c:v>
              </c:pt>
              <c:pt idx="1638">
                <c:v>0.9642142771682515</c:v>
              </c:pt>
              <c:pt idx="1639">
                <c:v>0.9540245279581021</c:v>
              </c:pt>
              <c:pt idx="1640">
                <c:v>0.9641450793088356</c:v>
              </c:pt>
              <c:pt idx="1641">
                <c:v>0.959664065188527</c:v>
              </c:pt>
              <c:pt idx="1642">
                <c:v>0.9555928452484261</c:v>
              </c:pt>
              <c:pt idx="1643">
                <c:v>0.9425919554189546</c:v>
              </c:pt>
              <c:pt idx="1644">
                <c:v>0.9563300161774398</c:v>
              </c:pt>
              <c:pt idx="1645">
                <c:v>0.9557022259998299</c:v>
              </c:pt>
              <c:pt idx="1646">
                <c:v>0.8727204651088962</c:v>
              </c:pt>
              <c:pt idx="1647">
                <c:v>0.7394053049672019</c:v>
              </c:pt>
              <c:pt idx="1648">
                <c:v>0.7235921848899054</c:v>
              </c:pt>
              <c:pt idx="1649">
                <c:v>0.7023186169860148</c:v>
              </c:pt>
              <c:pt idx="1650">
                <c:v>0.8159990815909284</c:v>
              </c:pt>
              <c:pt idx="1651">
                <c:v>0.7896128459664374</c:v>
              </c:pt>
              <c:pt idx="1652">
                <c:v>0.8044164084512418</c:v>
              </c:pt>
              <c:pt idx="1653">
                <c:v>0.8763855855345024</c:v>
              </c:pt>
              <c:pt idx="1654">
                <c:v>0.8710422419323713</c:v>
              </c:pt>
              <c:pt idx="1655">
                <c:v>1.0169337527923241</c:v>
              </c:pt>
              <c:pt idx="1656">
                <c:v>1.012787810840354</c:v>
              </c:pt>
              <c:pt idx="1657">
                <c:v>0.9347314175037422</c:v>
              </c:pt>
              <c:pt idx="1658">
                <c:v>0.9346166353040712</c:v>
              </c:pt>
              <c:pt idx="1659">
                <c:v>0.8435816868713792</c:v>
              </c:pt>
              <c:pt idx="1660">
                <c:v>0.8450490622449915</c:v>
              </c:pt>
              <c:pt idx="1661">
                <c:v>0.8375212456115846</c:v>
              </c:pt>
              <c:pt idx="1662">
                <c:v>0.9175761083283416</c:v>
              </c:pt>
              <c:pt idx="1663">
                <c:v>1.0151386147999337</c:v>
              </c:pt>
              <c:pt idx="1664">
                <c:v>0.6533010790707411</c:v>
              </c:pt>
              <c:pt idx="1665">
                <c:v>0.8222520393878545</c:v>
              </c:pt>
              <c:pt idx="1666">
                <c:v>0.8005298543841917</c:v>
              </c:pt>
              <c:pt idx="1667">
                <c:v>0.7897841423296612</c:v>
              </c:pt>
              <c:pt idx="1668">
                <c:v>0.9843986848135348</c:v>
              </c:pt>
              <c:pt idx="1669">
                <c:v>1.0027092416432661</c:v>
              </c:pt>
              <c:pt idx="1670">
                <c:v>0.9850147851042148</c:v>
              </c:pt>
              <c:pt idx="1671">
                <c:v>1.0095175821420703</c:v>
              </c:pt>
              <c:pt idx="1672">
                <c:v>0.9905360361422467</c:v>
              </c:pt>
              <c:pt idx="1673">
                <c:v>0.8654041823510125</c:v>
              </c:pt>
              <c:pt idx="1674">
                <c:v>0.9047905382375538</c:v>
              </c:pt>
              <c:pt idx="1675">
                <c:v>0.9024354600656903</c:v>
              </c:pt>
              <c:pt idx="1676">
                <c:v>0.874588342402394</c:v>
              </c:pt>
              <c:pt idx="1677">
                <c:v>0.8763540513902864</c:v>
              </c:pt>
              <c:pt idx="1678">
                <c:v>0.8819480023077098</c:v>
              </c:pt>
              <c:pt idx="1679">
                <c:v>0.9764896922708566</c:v>
              </c:pt>
              <c:pt idx="1680">
                <c:v>0.9698718558935279</c:v>
              </c:pt>
              <c:pt idx="1681">
                <c:v>0.9538366607717643</c:v>
              </c:pt>
              <c:pt idx="1682">
                <c:v>0.9764183150284124</c:v>
              </c:pt>
              <c:pt idx="1683">
                <c:v>0.963614697186733</c:v>
              </c:pt>
              <c:pt idx="1684">
                <c:v>0.9715361385089412</c:v>
              </c:pt>
              <c:pt idx="1685">
                <c:v>0.9247480244243061</c:v>
              </c:pt>
              <c:pt idx="1686">
                <c:v>0.9262018070040084</c:v>
              </c:pt>
              <c:pt idx="1687">
                <c:v>0.9248068719420565</c:v>
              </c:pt>
              <c:pt idx="1688">
                <c:v>0.9310639983513018</c:v>
              </c:pt>
              <c:pt idx="1689">
                <c:v>0.9239530877122623</c:v>
              </c:pt>
              <c:pt idx="1690">
                <c:v>0.911167662299726</c:v>
              </c:pt>
              <c:pt idx="1691">
                <c:v>0.9135860830180629</c:v>
              </c:pt>
              <c:pt idx="1692">
                <c:v>0.9265842157647788</c:v>
              </c:pt>
              <c:pt idx="1693">
                <c:v>0.911467991085246</c:v>
              </c:pt>
              <c:pt idx="1694">
                <c:v>0.9561188448743182</c:v>
              </c:pt>
              <c:pt idx="1695">
                <c:v>0.9593625628727187</c:v>
              </c:pt>
              <c:pt idx="1696">
                <c:v>0.9588835245385555</c:v>
              </c:pt>
              <c:pt idx="1697">
                <c:v>0.9633839623166957</c:v>
              </c:pt>
              <c:pt idx="1698">
                <c:v>1.0392768319041659</c:v>
              </c:pt>
              <c:pt idx="1699">
                <c:v>1.028016082260982</c:v>
              </c:pt>
              <c:pt idx="1700">
                <c:v>0.9553722138633922</c:v>
              </c:pt>
              <c:pt idx="1701">
                <c:v>0.9648943852622269</c:v>
              </c:pt>
              <c:pt idx="1702">
                <c:v>0.9642247811708639</c:v>
              </c:pt>
              <c:pt idx="1703">
                <c:v>0.9049550044847523</c:v>
              </c:pt>
              <c:pt idx="1704">
                <c:v>0.9315987757447936</c:v>
              </c:pt>
              <c:pt idx="1705">
                <c:v>0.9517244541195246</c:v>
              </c:pt>
              <c:pt idx="1706">
                <c:v>0.93836108385381</c:v>
              </c:pt>
              <c:pt idx="1707">
                <c:v>1.011285558418037</c:v>
              </c:pt>
              <c:pt idx="1708">
                <c:v>0.9566143616561722</c:v>
              </c:pt>
              <c:pt idx="1709">
                <c:v>0.956025616740559</c:v>
              </c:pt>
              <c:pt idx="1710">
                <c:v>0.9648416783089914</c:v>
              </c:pt>
              <c:pt idx="1711">
                <c:v>0.9644083418806269</c:v>
              </c:pt>
              <c:pt idx="1712">
                <c:v>0.9635848846542352</c:v>
              </c:pt>
              <c:pt idx="1713">
                <c:v>0.9453154650932161</c:v>
              </c:pt>
              <c:pt idx="1714">
                <c:v>0.9537400352828151</c:v>
              </c:pt>
              <c:pt idx="1715">
                <c:v>0.6873696981888421</c:v>
              </c:pt>
              <c:pt idx="1716">
                <c:v>0.9564057970519062</c:v>
              </c:pt>
              <c:pt idx="1717">
                <c:v>0.9599375917870053</c:v>
              </c:pt>
              <c:pt idx="1718">
                <c:v>0.9459693258820181</c:v>
              </c:pt>
              <c:pt idx="1719">
                <c:v>1.033592342176639</c:v>
              </c:pt>
              <c:pt idx="1720">
                <c:v>1.0381173600492994</c:v>
              </c:pt>
              <c:pt idx="1721">
                <c:v>1.0306299207762935</c:v>
              </c:pt>
              <c:pt idx="1722">
                <c:v>1.0429434948440142</c:v>
              </c:pt>
              <c:pt idx="1723">
                <c:v>0.9021267531330155</c:v>
              </c:pt>
              <c:pt idx="1724">
                <c:v>0.7333649949744743</c:v>
              </c:pt>
              <c:pt idx="1725">
                <c:v>0.7004344098397152</c:v>
              </c:pt>
              <c:pt idx="1726">
                <c:v>0.8952292266784891</c:v>
              </c:pt>
              <c:pt idx="1727">
                <c:v>0.4729456897423204</c:v>
              </c:pt>
              <c:pt idx="1728">
                <c:v>0.1230540823586113</c:v>
              </c:pt>
              <c:pt idx="1729">
                <c:v>0.24971016888664666</c:v>
              </c:pt>
              <c:pt idx="1730">
                <c:v>0.923397005062982</c:v>
              </c:pt>
              <c:pt idx="1731">
                <c:v>0.9222431503520317</c:v>
              </c:pt>
              <c:pt idx="1732">
                <c:v>0.9235208426479696</c:v>
              </c:pt>
              <c:pt idx="1733">
                <c:v>1.0023102654773781</c:v>
              </c:pt>
              <c:pt idx="1734">
                <c:v>1.0064303207051293</c:v>
              </c:pt>
              <c:pt idx="1735">
                <c:v>1.000071753166488</c:v>
              </c:pt>
              <c:pt idx="1736">
                <c:v>0.5657358633477346</c:v>
              </c:pt>
              <c:pt idx="1737">
                <c:v>0.5928309980539485</c:v>
              </c:pt>
              <c:pt idx="1738">
                <c:v>0.5471911135188596</c:v>
              </c:pt>
              <c:pt idx="1739">
                <c:v>1.0084442669463103</c:v>
              </c:pt>
              <c:pt idx="1740">
                <c:v>1.0096716845991125</c:v>
              </c:pt>
              <c:pt idx="1741">
                <c:v>0.9622527304234447</c:v>
              </c:pt>
              <c:pt idx="1742">
                <c:v>0.9596219850355434</c:v>
              </c:pt>
              <c:pt idx="1743">
                <c:v>0.9419380070754244</c:v>
              </c:pt>
              <c:pt idx="1744">
                <c:v>0.88056914003434</c:v>
              </c:pt>
              <c:pt idx="1745">
                <c:v>0.5232885357809384</c:v>
              </c:pt>
              <c:pt idx="1746">
                <c:v>0.6100473701782995</c:v>
              </c:pt>
              <c:pt idx="1747">
                <c:v>0.9735380542023825</c:v>
              </c:pt>
              <c:pt idx="1748">
                <c:v>0.8855656202287028</c:v>
              </c:pt>
              <c:pt idx="1749">
                <c:v>0.8960611431233507</c:v>
              </c:pt>
              <c:pt idx="1750">
                <c:v>0.8840355197969243</c:v>
              </c:pt>
              <c:pt idx="1751">
                <c:v>0.7129581480975511</c:v>
              </c:pt>
              <c:pt idx="1752">
                <c:v>0.7129748591572528</c:v>
              </c:pt>
              <c:pt idx="1753">
                <c:v>0.7158938179997181</c:v>
              </c:pt>
              <c:pt idx="1754">
                <c:v>0.7806195363226408</c:v>
              </c:pt>
              <c:pt idx="1755">
                <c:v>0.7714856455907463</c:v>
              </c:pt>
              <c:pt idx="1756">
                <c:v>0.769694687839687</c:v>
              </c:pt>
              <c:pt idx="1757">
                <c:v>0.7590083365213561</c:v>
              </c:pt>
              <c:pt idx="1758">
                <c:v>0.9007077329929203</c:v>
              </c:pt>
              <c:pt idx="1759">
                <c:v>0.9044666253356097</c:v>
              </c:pt>
              <c:pt idx="1760">
                <c:v>1.012150214029283</c:v>
              </c:pt>
              <c:pt idx="1761">
                <c:v>0.9972683893165394</c:v>
              </c:pt>
              <c:pt idx="1762">
                <c:v>0.9956071082205825</c:v>
              </c:pt>
              <c:pt idx="1763">
                <c:v>0.9878055149817755</c:v>
              </c:pt>
              <c:pt idx="1764">
                <c:v>0.9819567319490823</c:v>
              </c:pt>
              <c:pt idx="1765">
                <c:v>1.022778331933456</c:v>
              </c:pt>
              <c:pt idx="1766">
                <c:v>1.0262229912013232</c:v>
              </c:pt>
              <c:pt idx="1767">
                <c:v>1.0411657344297278</c:v>
              </c:pt>
              <c:pt idx="1768">
                <c:v>0.6425899354311903</c:v>
              </c:pt>
              <c:pt idx="1769">
                <c:v>0.8836621424455993</c:v>
              </c:pt>
              <c:pt idx="1770">
                <c:v>0.8787311426106784</c:v>
              </c:pt>
              <c:pt idx="1771">
                <c:v>0.8783095923579924</c:v>
              </c:pt>
              <c:pt idx="1772">
                <c:v>0.863706945457931</c:v>
              </c:pt>
              <c:pt idx="1773">
                <c:v>0.8629278235786227</c:v>
              </c:pt>
              <c:pt idx="1774">
                <c:v>0.8858093877432751</c:v>
              </c:pt>
              <c:pt idx="1775">
                <c:v>0.8143046790510347</c:v>
              </c:pt>
              <c:pt idx="1776">
                <c:v>0.7983004931664787</c:v>
              </c:pt>
              <c:pt idx="1777">
                <c:v>0.815374807512741</c:v>
              </c:pt>
              <c:pt idx="1778">
                <c:v>0.9621243668622564</c:v>
              </c:pt>
              <c:pt idx="1779">
                <c:v>0.9603081133297771</c:v>
              </c:pt>
              <c:pt idx="1780">
                <c:v>0.9576328241946512</c:v>
              </c:pt>
              <c:pt idx="1781">
                <c:v>0.9237048640109067</c:v>
              </c:pt>
              <c:pt idx="1782">
                <c:v>0.9162909362023365</c:v>
              </c:pt>
              <c:pt idx="1783">
                <c:v>0.9246934048361173</c:v>
              </c:pt>
              <c:pt idx="1784">
                <c:v>0.9421801854073878</c:v>
              </c:pt>
              <c:pt idx="1785">
                <c:v>0.9337290340721447</c:v>
              </c:pt>
              <c:pt idx="1786">
                <c:v>1.0270878802682948</c:v>
              </c:pt>
              <c:pt idx="1787">
                <c:v>1.018636168702961</c:v>
              </c:pt>
              <c:pt idx="1788">
                <c:v>1.0104313427194318</c:v>
              </c:pt>
              <c:pt idx="1789">
                <c:v>1.003850026294474</c:v>
              </c:pt>
              <c:pt idx="1790">
                <c:v>0.9995617019282982</c:v>
              </c:pt>
              <c:pt idx="1791">
                <c:v>0.8629070442630412</c:v>
              </c:pt>
              <c:pt idx="1792">
                <c:v>1.0161382966199362</c:v>
              </c:pt>
              <c:pt idx="1793">
                <c:v>0.945797540223591</c:v>
              </c:pt>
              <c:pt idx="1794">
                <c:v>0.8571142718410932</c:v>
              </c:pt>
              <c:pt idx="1795">
                <c:v>0.8743451693284977</c:v>
              </c:pt>
              <c:pt idx="1796">
                <c:v>0.8467445347413302</c:v>
              </c:pt>
              <c:pt idx="1797">
                <c:v>0.9485278453856165</c:v>
              </c:pt>
              <c:pt idx="1798">
                <c:v>0.9551342264822533</c:v>
              </c:pt>
              <c:pt idx="1799">
                <c:v>0.9419256836204231</c:v>
              </c:pt>
              <c:pt idx="1800">
                <c:v>0.9454845966559622</c:v>
              </c:pt>
              <c:pt idx="1801">
                <c:v>0.9477504706770595</c:v>
              </c:pt>
              <c:pt idx="1802">
                <c:v>0.877696182837624</c:v>
              </c:pt>
              <c:pt idx="1803">
                <c:v>0.8602696401963668</c:v>
              </c:pt>
              <c:pt idx="1804">
                <c:v>0.9436914339187394</c:v>
              </c:pt>
              <c:pt idx="1805">
                <c:v>0.9827122004157827</c:v>
              </c:pt>
              <c:pt idx="1806">
                <c:v>0.984440264101301</c:v>
              </c:pt>
              <c:pt idx="1807">
                <c:v>1.0598232264892373</c:v>
              </c:pt>
              <c:pt idx="1808">
                <c:v>1.0430473959317506</c:v>
              </c:pt>
              <c:pt idx="1809">
                <c:v>1.0558882685570528</c:v>
              </c:pt>
              <c:pt idx="1810">
                <c:v>1.0429712096858765</c:v>
              </c:pt>
              <c:pt idx="1811">
                <c:v>1.0406716754333827</c:v>
              </c:pt>
              <c:pt idx="1812">
                <c:v>1.0593577749530037</c:v>
              </c:pt>
              <c:pt idx="1813">
                <c:v>0.9887822742113357</c:v>
              </c:pt>
              <c:pt idx="1814">
                <c:v>1.0295510534782688</c:v>
              </c:pt>
              <c:pt idx="1815">
                <c:v>1.0348957793245588</c:v>
              </c:pt>
              <c:pt idx="1816">
                <c:v>1.0239406475850377</c:v>
              </c:pt>
              <c:pt idx="1817">
                <c:v>1.0270562512830141</c:v>
              </c:pt>
              <c:pt idx="1818">
                <c:v>1.0377218960606895</c:v>
              </c:pt>
              <c:pt idx="1819">
                <c:v>1.0284641059076105</c:v>
              </c:pt>
              <c:pt idx="1820">
                <c:v>1.0415490005957706</c:v>
              </c:pt>
              <c:pt idx="1821">
                <c:v>0.9241097127238348</c:v>
              </c:pt>
              <c:pt idx="1822">
                <c:v>0.9684580953942317</c:v>
              </c:pt>
              <c:pt idx="1823">
                <c:v>0.886080215621976</c:v>
              </c:pt>
              <c:pt idx="1824">
                <c:v>0.9580784525320986</c:v>
              </c:pt>
              <c:pt idx="1825">
                <c:v>0.9628869731257033</c:v>
              </c:pt>
              <c:pt idx="1826">
                <c:v>0.9672206964774451</c:v>
              </c:pt>
              <c:pt idx="1827">
                <c:v>0.9645678904202235</c:v>
              </c:pt>
              <c:pt idx="1828">
                <c:v>0.7747246910669423</c:v>
              </c:pt>
              <c:pt idx="1829">
                <c:v>0.8228065158539388</c:v>
              </c:pt>
              <c:pt idx="1830">
                <c:v>0.7750275380496241</c:v>
              </c:pt>
              <c:pt idx="1831">
                <c:v>0.8235464860315759</c:v>
              </c:pt>
              <c:pt idx="1832">
                <c:v>0.9573296638903349</c:v>
              </c:pt>
              <c:pt idx="1833">
                <c:v>0.9439186878597481</c:v>
              </c:pt>
              <c:pt idx="1834">
                <c:v>0.9413517387008049</c:v>
              </c:pt>
              <c:pt idx="1835">
                <c:v>0.8873187842092356</c:v>
              </c:pt>
              <c:pt idx="1836">
                <c:v>0.8891614411964466</c:v>
              </c:pt>
              <c:pt idx="1837">
                <c:v>0.8860676766834739</c:v>
              </c:pt>
              <c:pt idx="1838">
                <c:v>0.8772220421697383</c:v>
              </c:pt>
              <c:pt idx="1839">
                <c:v>0.7911254910896794</c:v>
              </c:pt>
              <c:pt idx="1840">
                <c:v>0.7997024447516601</c:v>
              </c:pt>
              <c:pt idx="1841">
                <c:v>0.7935504269967315</c:v>
              </c:pt>
              <c:pt idx="1842">
                <c:v>1.0249211817494004</c:v>
              </c:pt>
              <c:pt idx="1843">
                <c:v>1.022047598410007</c:v>
              </c:pt>
              <c:pt idx="1844">
                <c:v>1.033054105735795</c:v>
              </c:pt>
              <c:pt idx="1845">
                <c:v>1.0349137415112935</c:v>
              </c:pt>
              <c:pt idx="1846">
                <c:v>1.018036352476729</c:v>
              </c:pt>
              <c:pt idx="1847">
                <c:v>1.01140295063487</c:v>
              </c:pt>
              <c:pt idx="1848">
                <c:v>1.0177949354313105</c:v>
              </c:pt>
              <c:pt idx="1849">
                <c:v>0.9554959686580036</c:v>
              </c:pt>
              <c:pt idx="1850">
                <c:v>0.9758796593210017</c:v>
              </c:pt>
              <c:pt idx="1851">
                <c:v>0.9784992051469005</c:v>
              </c:pt>
              <c:pt idx="1852">
                <c:v>0.9779023300116431</c:v>
              </c:pt>
              <c:pt idx="1853">
                <c:v>0.9087668589183715</c:v>
              </c:pt>
              <c:pt idx="1854">
                <c:v>0.9209855328354888</c:v>
              </c:pt>
              <c:pt idx="1855">
                <c:v>0.9213941358834521</c:v>
              </c:pt>
              <c:pt idx="1856">
                <c:v>0.9129215265171426</c:v>
              </c:pt>
              <c:pt idx="1857">
                <c:v>0.8991891825904427</c:v>
              </c:pt>
              <c:pt idx="1858">
                <c:v>0.8833279270336793</c:v>
              </c:pt>
              <c:pt idx="1859">
                <c:v>0.8604238233323834</c:v>
              </c:pt>
              <c:pt idx="1860">
                <c:v>0.7695792366389932</c:v>
              </c:pt>
              <c:pt idx="1861">
                <c:v>0.7691201338292307</c:v>
              </c:pt>
              <c:pt idx="1862">
                <c:v>0.6731161335142228</c:v>
              </c:pt>
              <c:pt idx="1863">
                <c:v>0.9033612981498184</c:v>
              </c:pt>
              <c:pt idx="1864">
                <c:v>0.9075787561019426</c:v>
              </c:pt>
              <c:pt idx="1865">
                <c:v>0.904424074867035</c:v>
              </c:pt>
              <c:pt idx="1866">
                <c:v>0.8985933216752545</c:v>
              </c:pt>
              <c:pt idx="1867">
                <c:v>0.8942882187010521</c:v>
              </c:pt>
              <c:pt idx="1868">
                <c:v>0.971593002607082</c:v>
              </c:pt>
              <c:pt idx="1869">
                <c:v>0.9499196896457675</c:v>
              </c:pt>
              <c:pt idx="1870">
                <c:v>0.9402580004625738</c:v>
              </c:pt>
              <c:pt idx="1871">
                <c:v>0.9397549911561753</c:v>
              </c:pt>
              <c:pt idx="1872">
                <c:v>0.943735338187802</c:v>
              </c:pt>
              <c:pt idx="1873">
                <c:v>0.9398756968323821</c:v>
              </c:pt>
              <c:pt idx="1874">
                <c:v>0.940944116177488</c:v>
              </c:pt>
              <c:pt idx="1875">
                <c:v>0.9454405251557426</c:v>
              </c:pt>
              <c:pt idx="1876">
                <c:v>0.884219251241349</c:v>
              </c:pt>
              <c:pt idx="1877">
                <c:v>1.0575557574383079</c:v>
              </c:pt>
              <c:pt idx="1878">
                <c:v>1.0561965404807245</c:v>
              </c:pt>
              <c:pt idx="1879">
                <c:v>1.049873958687656</c:v>
              </c:pt>
              <c:pt idx="1880">
                <c:v>0.63633217388698</c:v>
              </c:pt>
              <c:pt idx="1881">
                <c:v>0.635492154474638</c:v>
              </c:pt>
              <c:pt idx="1882">
                <c:v>0.8762986808645168</c:v>
              </c:pt>
              <c:pt idx="1883">
                <c:v>0.876002083226618</c:v>
              </c:pt>
              <c:pt idx="1884">
                <c:v>0.9266960037230554</c:v>
              </c:pt>
              <c:pt idx="1885">
                <c:v>0.8424720081771526</c:v>
              </c:pt>
              <c:pt idx="1886">
                <c:v>1.0305389155391462</c:v>
              </c:pt>
              <c:pt idx="1887">
                <c:v>1.013221356856569</c:v>
              </c:pt>
              <c:pt idx="1888">
                <c:v>1.032607699241434</c:v>
              </c:pt>
              <c:pt idx="1889">
                <c:v>1.0008658117918117</c:v>
              </c:pt>
              <c:pt idx="1890">
                <c:v>0.9899308697199841</c:v>
              </c:pt>
              <c:pt idx="1891">
                <c:v>1.0055308526695306</c:v>
              </c:pt>
              <c:pt idx="1892">
                <c:v>0.9415961411928744</c:v>
              </c:pt>
              <c:pt idx="1893">
                <c:v>0.9332147734943154</c:v>
              </c:pt>
              <c:pt idx="1894">
                <c:v>1.0131963088151934</c:v>
              </c:pt>
              <c:pt idx="1895">
                <c:v>0.4839214834419577</c:v>
              </c:pt>
              <c:pt idx="1896">
                <c:v>1.0125310405947208</c:v>
              </c:pt>
              <c:pt idx="1897">
                <c:v>0.9328740496856482</c:v>
              </c:pt>
              <c:pt idx="1898">
                <c:v>0.9268804834839018</c:v>
              </c:pt>
              <c:pt idx="1899">
                <c:v>0.9288296334240946</c:v>
              </c:pt>
              <c:pt idx="1900">
                <c:v>0.9376153693730572</c:v>
              </c:pt>
              <c:pt idx="1901">
                <c:v>0.9447624329788232</c:v>
              </c:pt>
              <c:pt idx="1902">
                <c:v>0.9724316110779571</c:v>
              </c:pt>
              <c:pt idx="1903">
                <c:v>0.8476561548643433</c:v>
              </c:pt>
              <c:pt idx="1904">
                <c:v>0.8481454787525754</c:v>
              </c:pt>
              <c:pt idx="1905">
                <c:v>0.8403735455589735</c:v>
              </c:pt>
              <c:pt idx="1906">
                <c:v>0.8626145400490834</c:v>
              </c:pt>
              <c:pt idx="1907">
                <c:v>0.8797900334262095</c:v>
              </c:pt>
              <c:pt idx="1908">
                <c:v>0.8941947885620867</c:v>
              </c:pt>
              <c:pt idx="1909">
                <c:v>0.8817035731852673</c:v>
              </c:pt>
              <c:pt idx="1910">
                <c:v>0.8735750181377707</c:v>
              </c:pt>
              <c:pt idx="1911">
                <c:v>0.9011093999752102</c:v>
              </c:pt>
              <c:pt idx="1912">
                <c:v>1.0183688198885905</c:v>
              </c:pt>
              <c:pt idx="1913">
                <c:v>1.0243744083970139</c:v>
              </c:pt>
              <c:pt idx="1914">
                <c:v>0.9490196547228978</c:v>
              </c:pt>
              <c:pt idx="1915">
                <c:v>0.9516836846729594</c:v>
              </c:pt>
              <c:pt idx="1916">
                <c:v>0.9664127695074397</c:v>
              </c:pt>
              <c:pt idx="1917">
                <c:v>0.9395794165958518</c:v>
              </c:pt>
              <c:pt idx="1918">
                <c:v>0.705171876988674</c:v>
              </c:pt>
              <c:pt idx="1919">
                <c:v>0.7135708133672934</c:v>
              </c:pt>
              <c:pt idx="1920">
                <c:v>0.6728735110525143</c:v>
              </c:pt>
              <c:pt idx="1921">
                <c:v>1.0580983238390234</c:v>
              </c:pt>
              <c:pt idx="1922">
                <c:v>1.061355224114519</c:v>
              </c:pt>
              <c:pt idx="1923">
                <c:v>1.0611301103661623</c:v>
              </c:pt>
              <c:pt idx="1924">
                <c:v>0.8593292191509502</c:v>
              </c:pt>
              <c:pt idx="1925">
                <c:v>0.8367883360509918</c:v>
              </c:pt>
              <c:pt idx="1926">
                <c:v>1.00585028709318</c:v>
              </c:pt>
              <c:pt idx="1927">
                <c:v>0.7136505802488025</c:v>
              </c:pt>
              <c:pt idx="1928">
                <c:v>0.7333037415105224</c:v>
              </c:pt>
              <c:pt idx="1929">
                <c:v>0.89603644889763</c:v>
              </c:pt>
              <c:pt idx="1930">
                <c:v>0.967237567294972</c:v>
              </c:pt>
              <c:pt idx="1931">
                <c:v>0.9538562060527797</c:v>
              </c:pt>
              <c:pt idx="1932">
                <c:v>0.9415470860993056</c:v>
              </c:pt>
              <c:pt idx="1933">
                <c:v>0.9345032382795333</c:v>
              </c:pt>
              <c:pt idx="1934">
                <c:v>0.9288061590538322</c:v>
              </c:pt>
              <c:pt idx="1935">
                <c:v>0.8826572488918869</c:v>
              </c:pt>
              <c:pt idx="1936">
                <c:v>0.8818698025693621</c:v>
              </c:pt>
              <c:pt idx="1937">
                <c:v>0.8667197259879393</c:v>
              </c:pt>
              <c:pt idx="1938">
                <c:v>0.8473363187890902</c:v>
              </c:pt>
              <c:pt idx="1939">
                <c:v>0.9152376554516786</c:v>
              </c:pt>
              <c:pt idx="1940">
                <c:v>0.9226808878706876</c:v>
              </c:pt>
              <c:pt idx="1941">
                <c:v>0.9135683992735956</c:v>
              </c:pt>
              <c:pt idx="1942">
                <c:v>0.9184129375404575</c:v>
              </c:pt>
              <c:pt idx="1943">
                <c:v>0.8975706171581712</c:v>
              </c:pt>
              <c:pt idx="1944">
                <c:v>0.9814027980795937</c:v>
              </c:pt>
              <c:pt idx="1945">
                <c:v>0.9661313354990192</c:v>
              </c:pt>
              <c:pt idx="1946">
                <c:v>0.9781605396939802</c:v>
              </c:pt>
              <c:pt idx="1947">
                <c:v>0.9551869584804104</c:v>
              </c:pt>
              <c:pt idx="1948">
                <c:v>0.9531180789784898</c:v>
              </c:pt>
              <c:pt idx="1949">
                <c:v>0.952395571160568</c:v>
              </c:pt>
              <c:pt idx="1950">
                <c:v>0.9425187636739941</c:v>
              </c:pt>
              <c:pt idx="1951">
                <c:v>0.9468891953644163</c:v>
              </c:pt>
              <c:pt idx="1952">
                <c:v>0.9563319405688517</c:v>
              </c:pt>
              <c:pt idx="1953">
                <c:v>0.9613367103096382</c:v>
              </c:pt>
              <c:pt idx="1954">
                <c:v>0.6481915963796369</c:v>
              </c:pt>
              <c:pt idx="1955">
                <c:v>0.9134082347503142</c:v>
              </c:pt>
              <c:pt idx="1956">
                <c:v>0.8975348426827069</c:v>
              </c:pt>
              <c:pt idx="1957">
                <c:v>0.932490431319079</c:v>
              </c:pt>
              <c:pt idx="1958">
                <c:v>0.9273933027192273</c:v>
              </c:pt>
              <c:pt idx="1959">
                <c:v>0.9314273359085138</c:v>
              </c:pt>
              <c:pt idx="1960">
                <c:v>0.966137982686706</c:v>
              </c:pt>
              <c:pt idx="1961">
                <c:v>0.9185840738882117</c:v>
              </c:pt>
              <c:pt idx="1962">
                <c:v>0.9252410235893709</c:v>
              </c:pt>
              <c:pt idx="1963">
                <c:v>0.9057878469708893</c:v>
              </c:pt>
              <c:pt idx="1964">
                <c:v>0.9031380100257547</c:v>
              </c:pt>
              <c:pt idx="1965">
                <c:v>0.92261443093796</c:v>
              </c:pt>
              <c:pt idx="1966">
                <c:v>0.8746070740023004</c:v>
              </c:pt>
              <c:pt idx="1967">
                <c:v>0.8783887048640838</c:v>
              </c:pt>
              <c:pt idx="1968">
                <c:v>0.9401849553020563</c:v>
              </c:pt>
              <c:pt idx="1969">
                <c:v>0.9318232615303789</c:v>
              </c:pt>
              <c:pt idx="1970">
                <c:v>0.9606500382053627</c:v>
              </c:pt>
              <c:pt idx="1971">
                <c:v>0.9967405799132417</c:v>
              </c:pt>
              <c:pt idx="1972">
                <c:v>0.9977640824962644</c:v>
              </c:pt>
              <c:pt idx="1973">
                <c:v>0.9825115852870989</c:v>
              </c:pt>
              <c:pt idx="1974">
                <c:v>0.9847167686497845</c:v>
              </c:pt>
              <c:pt idx="1975">
                <c:v>0.9841173873276071</c:v>
              </c:pt>
              <c:pt idx="1976">
                <c:v>0.9815273376886393</c:v>
              </c:pt>
              <c:pt idx="1977">
                <c:v>0.9657377194899001</c:v>
              </c:pt>
              <c:pt idx="1978">
                <c:v>0.9305502166172105</c:v>
              </c:pt>
              <c:pt idx="1979">
                <c:v>0.9213351252041583</c:v>
              </c:pt>
              <c:pt idx="1980">
                <c:v>0.9295940810255087</c:v>
              </c:pt>
              <c:pt idx="1981">
                <c:v>0.9676620995701829</c:v>
              </c:pt>
              <c:pt idx="1982">
                <c:v>0.9702709273468207</c:v>
              </c:pt>
              <c:pt idx="1983">
                <c:v>0.9588851954151939</c:v>
              </c:pt>
              <c:pt idx="1984">
                <c:v>0.8834006146716193</c:v>
              </c:pt>
              <c:pt idx="1985">
                <c:v>1.0377356989077486</c:v>
              </c:pt>
              <c:pt idx="1986">
                <c:v>1.0455770233913126</c:v>
              </c:pt>
              <c:pt idx="1987">
                <c:v>1.0350783099314491</c:v>
              </c:pt>
              <c:pt idx="1988">
                <c:v>0.9826924904271683</c:v>
              </c:pt>
              <c:pt idx="1989">
                <c:v>0.9791449454417624</c:v>
              </c:pt>
              <c:pt idx="1990">
                <c:v>0.9655740208002654</c:v>
              </c:pt>
              <c:pt idx="1991">
                <c:v>0.9385630311273848</c:v>
              </c:pt>
              <c:pt idx="1992">
                <c:v>0.9322799214874875</c:v>
              </c:pt>
              <c:pt idx="1993">
                <c:v>0.9428184797434684</c:v>
              </c:pt>
              <c:pt idx="1994">
                <c:v>0.9590066833325909</c:v>
              </c:pt>
              <c:pt idx="1995">
                <c:v>0.962953581175692</c:v>
              </c:pt>
              <c:pt idx="1996">
                <c:v>0.9788369827025136</c:v>
              </c:pt>
              <c:pt idx="1997">
                <c:v>0.9715800565343513</c:v>
              </c:pt>
              <c:pt idx="1998">
                <c:v>1.008698680203315</c:v>
              </c:pt>
              <c:pt idx="1999">
                <c:v>0.9632980726184822</c:v>
              </c:pt>
              <c:pt idx="2000">
                <c:v>0.7947750026337732</c:v>
              </c:pt>
              <c:pt idx="2001">
                <c:v>0.795345885759146</c:v>
              </c:pt>
              <c:pt idx="2002">
                <c:v>0.7992255509767227</c:v>
              </c:pt>
              <c:pt idx="2003">
                <c:v>1.0543592934882657</c:v>
              </c:pt>
              <c:pt idx="2004">
                <c:v>0.9055848937023275</c:v>
              </c:pt>
              <c:pt idx="2005">
                <c:v>0.899631843426319</c:v>
              </c:pt>
              <c:pt idx="2006">
                <c:v>0.9103837084319658</c:v>
              </c:pt>
              <c:pt idx="2007">
                <c:v>0.9330426622118665</c:v>
              </c:pt>
              <c:pt idx="2008">
                <c:v>0.9346922687454597</c:v>
              </c:pt>
              <c:pt idx="2009">
                <c:v>0.9346294779502428</c:v>
              </c:pt>
              <c:pt idx="2010">
                <c:v>0.8955869576488389</c:v>
              </c:pt>
              <c:pt idx="2011">
                <c:v>0.8797628047619358</c:v>
              </c:pt>
              <c:pt idx="2012">
                <c:v>1.0022894528332489</c:v>
              </c:pt>
              <c:pt idx="2013">
                <c:v>0.99788911329799</c:v>
              </c:pt>
              <c:pt idx="2014">
                <c:v>0.9795978054448463</c:v>
              </c:pt>
              <c:pt idx="2015">
                <c:v>0.6383177675855525</c:v>
              </c:pt>
              <c:pt idx="2016">
                <c:v>0.8996300689573358</c:v>
              </c:pt>
              <c:pt idx="2017">
                <c:v>1.0251757526432934</c:v>
              </c:pt>
              <c:pt idx="2018">
                <c:v>0.9059307176513971</c:v>
              </c:pt>
              <c:pt idx="2019">
                <c:v>0.9389067975184427</c:v>
              </c:pt>
              <c:pt idx="2020">
                <c:v>0.9355930463529715</c:v>
              </c:pt>
              <c:pt idx="2021">
                <c:v>0.9358244624991129</c:v>
              </c:pt>
              <c:pt idx="2022">
                <c:v>0.9261103743237202</c:v>
              </c:pt>
              <c:pt idx="2023">
                <c:v>0.9344989000253777</c:v>
              </c:pt>
              <c:pt idx="2024">
                <c:v>0.9235114705806203</c:v>
              </c:pt>
              <c:pt idx="2025">
                <c:v>0.9199550108525271</c:v>
              </c:pt>
              <c:pt idx="2026">
                <c:v>0.917394348727252</c:v>
              </c:pt>
              <c:pt idx="2027">
                <c:v>0.9283515734430846</c:v>
              </c:pt>
              <c:pt idx="2028">
                <c:v>1.027649495899564</c:v>
              </c:pt>
              <c:pt idx="2029">
                <c:v>1.0277294691430996</c:v>
              </c:pt>
              <c:pt idx="2030">
                <c:v>1.0279153137922197</c:v>
              </c:pt>
              <c:pt idx="2031">
                <c:v>1.0071736195220118</c:v>
              </c:pt>
              <c:pt idx="2032">
                <c:v>1.0055736340852706</c:v>
              </c:pt>
              <c:pt idx="2033">
                <c:v>1.006056600870187</c:v>
              </c:pt>
              <c:pt idx="2034">
                <c:v>0.9968829814280423</c:v>
              </c:pt>
              <c:pt idx="2035">
                <c:v>0.8997595551723726</c:v>
              </c:pt>
              <c:pt idx="2036">
                <c:v>0.9609633110346507</c:v>
              </c:pt>
              <c:pt idx="2037">
                <c:v>0.9446260555935799</c:v>
              </c:pt>
              <c:pt idx="2038">
                <c:v>1.0128543494221454</c:v>
              </c:pt>
              <c:pt idx="2039">
                <c:v>1.0094113638247633</c:v>
              </c:pt>
              <c:pt idx="2040">
                <c:v>1.0004886911881883</c:v>
              </c:pt>
              <c:pt idx="2041">
                <c:v>0.9970646332009446</c:v>
              </c:pt>
              <c:pt idx="2042">
                <c:v>0.996004033825983</c:v>
              </c:pt>
              <c:pt idx="2043">
                <c:v>0.9868198734779028</c:v>
              </c:pt>
              <c:pt idx="2044">
                <c:v>0.9900469287791263</c:v>
              </c:pt>
              <c:pt idx="2045">
                <c:v>0.9450900391948341</c:v>
              </c:pt>
              <c:pt idx="2046">
                <c:v>0.934138002681192</c:v>
              </c:pt>
              <c:pt idx="2047">
                <c:v>0.9438422153702524</c:v>
              </c:pt>
              <c:pt idx="2048">
                <c:v>1.0284371048547447</c:v>
              </c:pt>
              <c:pt idx="2049">
                <c:v>0.9362029366112693</c:v>
              </c:pt>
              <c:pt idx="2050">
                <c:v>0.9474636346652603</c:v>
              </c:pt>
              <c:pt idx="2051">
                <c:v>0.946878826124958</c:v>
              </c:pt>
              <c:pt idx="2052">
                <c:v>0.9548670821324295</c:v>
              </c:pt>
              <c:pt idx="2053">
                <c:v>0.9575050173039462</c:v>
              </c:pt>
              <c:pt idx="2054">
                <c:v>0.9604246578871467</c:v>
              </c:pt>
              <c:pt idx="2055">
                <c:v>0.9541616378620451</c:v>
              </c:pt>
              <c:pt idx="2056">
                <c:v>0.9612649416352977</c:v>
              </c:pt>
              <c:pt idx="2057">
                <c:v>0.9788156886376959</c:v>
              </c:pt>
              <c:pt idx="2058">
                <c:v>0.9506938550338452</c:v>
              </c:pt>
              <c:pt idx="2059">
                <c:v>0.9578834769773866</c:v>
              </c:pt>
              <c:pt idx="2060">
                <c:v>0.6737309872563603</c:v>
              </c:pt>
              <c:pt idx="2061">
                <c:v>0.7192018587057669</c:v>
              </c:pt>
              <c:pt idx="2062">
                <c:v>0.7374729854876135</c:v>
              </c:pt>
              <c:pt idx="2063">
                <c:v>0.8768011759241774</c:v>
              </c:pt>
              <c:pt idx="2064">
                <c:v>0.9394909032693073</c:v>
              </c:pt>
              <c:pt idx="2065">
                <c:v>0.8603418100832977</c:v>
              </c:pt>
              <c:pt idx="2066">
                <c:v>0.867670240092628</c:v>
              </c:pt>
              <c:pt idx="2067">
                <c:v>0.8752060528826584</c:v>
              </c:pt>
              <c:pt idx="2068">
                <c:v>0.748287926465454</c:v>
              </c:pt>
              <c:pt idx="2069">
                <c:v>0.6732775427582065</c:v>
              </c:pt>
              <c:pt idx="2070">
                <c:v>0.9904857864216958</c:v>
              </c:pt>
              <c:pt idx="2071">
                <c:v>0.9732342032333213</c:v>
              </c:pt>
              <c:pt idx="2072">
                <c:v>0.9814143461883195</c:v>
              </c:pt>
              <c:pt idx="2073">
                <c:v>1.0277271927847944</c:v>
              </c:pt>
              <c:pt idx="2074">
                <c:v>1.013499489288988</c:v>
              </c:pt>
              <c:pt idx="2075">
                <c:v>1.0312816536151979</c:v>
              </c:pt>
              <c:pt idx="2076">
                <c:v>1.0333487661240741</c:v>
              </c:pt>
              <c:pt idx="2077">
                <c:v>1.0071820767365858</c:v>
              </c:pt>
              <c:pt idx="2078">
                <c:v>1.0072332701183146</c:v>
              </c:pt>
              <c:pt idx="2079">
                <c:v>1.0072208909520497</c:v>
              </c:pt>
              <c:pt idx="2080">
                <c:v>1.0053126641770376</c:v>
              </c:pt>
              <c:pt idx="2081">
                <c:v>0.9652271715218941</c:v>
              </c:pt>
              <c:pt idx="2082">
                <c:v>0.9658566326199683</c:v>
              </c:pt>
              <c:pt idx="2083">
                <c:v>0.7883277818203809</c:v>
              </c:pt>
              <c:pt idx="2084">
                <c:v>0.6019753432562183</c:v>
              </c:pt>
              <c:pt idx="2085">
                <c:v>0.35179879803911407</c:v>
              </c:pt>
              <c:pt idx="2086">
                <c:v>0.3483636041111439</c:v>
              </c:pt>
              <c:pt idx="2087">
                <c:v>0.14827492999128672</c:v>
              </c:pt>
              <c:pt idx="2088">
                <c:v>0.6913050233091753</c:v>
              </c:pt>
              <c:pt idx="2089">
                <c:v>0.690781297202671</c:v>
              </c:pt>
              <c:pt idx="2090">
                <c:v>0.6618759816465498</c:v>
              </c:pt>
              <c:pt idx="2091">
                <c:v>0.5428085204292675</c:v>
              </c:pt>
              <c:pt idx="2092">
                <c:v>0.9270469023476019</c:v>
              </c:pt>
              <c:pt idx="2093">
                <c:v>0.9375390888574752</c:v>
              </c:pt>
              <c:pt idx="2094">
                <c:v>0.9465130425069912</c:v>
              </c:pt>
              <c:pt idx="2095">
                <c:v>0.9275440040255514</c:v>
              </c:pt>
              <c:pt idx="2096">
                <c:v>1.010926923007026</c:v>
              </c:pt>
              <c:pt idx="2097">
                <c:v>1.004349671069515</c:v>
              </c:pt>
              <c:pt idx="2098">
                <c:v>1.010135276174898</c:v>
              </c:pt>
              <c:pt idx="2099">
                <c:v>1.0104468764130388</c:v>
              </c:pt>
              <c:pt idx="2100">
                <c:v>0.9422460745421041</c:v>
              </c:pt>
              <c:pt idx="2101">
                <c:v>0.9396298982128735</c:v>
              </c:pt>
              <c:pt idx="2102">
                <c:v>0.9405656525176929</c:v>
              </c:pt>
              <c:pt idx="2103">
                <c:v>0.7519284133584686</c:v>
              </c:pt>
              <c:pt idx="2104">
                <c:v>0.9462869257161669</c:v>
              </c:pt>
              <c:pt idx="2105">
                <c:v>0.8680051607568722</c:v>
              </c:pt>
              <c:pt idx="2106">
                <c:v>0.9336930254341835</c:v>
              </c:pt>
              <c:pt idx="2107">
                <c:v>0.9578004961911984</c:v>
              </c:pt>
              <c:pt idx="2108">
                <c:v>1.001020427383322</c:v>
              </c:pt>
              <c:pt idx="2109">
                <c:v>1.0053014497093502</c:v>
              </c:pt>
              <c:pt idx="2110">
                <c:v>0.5056153524531073</c:v>
              </c:pt>
              <c:pt idx="2111">
                <c:v>0.5099069072455324</c:v>
              </c:pt>
              <c:pt idx="2112">
                <c:v>0.4135467439638894</c:v>
              </c:pt>
              <c:pt idx="2113">
                <c:v>0.2593353099602419</c:v>
              </c:pt>
              <c:pt idx="2114">
                <c:v>0.7051235756499155</c:v>
              </c:pt>
              <c:pt idx="2115">
                <c:v>0.6246361275580937</c:v>
              </c:pt>
              <c:pt idx="2116">
                <c:v>0.7065576414411701</c:v>
              </c:pt>
              <c:pt idx="2117">
                <c:v>0.9649348069403046</c:v>
              </c:pt>
              <c:pt idx="2118">
                <c:v>0.9592662741068703</c:v>
              </c:pt>
              <c:pt idx="2119">
                <c:v>0.9822595590623888</c:v>
              </c:pt>
              <c:pt idx="2120">
                <c:v>0.881802691577931</c:v>
              </c:pt>
              <c:pt idx="2121">
                <c:v>0.9000266944836867</c:v>
              </c:pt>
              <c:pt idx="2122">
                <c:v>0.7112326116812125</c:v>
              </c:pt>
              <c:pt idx="2123">
                <c:v>0.7954076585286087</c:v>
              </c:pt>
              <c:pt idx="2124">
                <c:v>1.018992887037734</c:v>
              </c:pt>
              <c:pt idx="2125">
                <c:v>0.8612328444613194</c:v>
              </c:pt>
              <c:pt idx="2126">
                <c:v>0.75508433277761</c:v>
              </c:pt>
              <c:pt idx="2127">
                <c:v>0.7601832311140194</c:v>
              </c:pt>
              <c:pt idx="2128">
                <c:v>0.8812569880153971</c:v>
              </c:pt>
              <c:pt idx="2129">
                <c:v>0.8797979958511758</c:v>
              </c:pt>
              <c:pt idx="2130">
                <c:v>0.8790577618030753</c:v>
              </c:pt>
              <c:pt idx="2131">
                <c:v>0.8793136440687249</c:v>
              </c:pt>
              <c:pt idx="2132">
                <c:v>0.7968318901473519</c:v>
              </c:pt>
              <c:pt idx="2133">
                <c:v>0.8052355874551933</c:v>
              </c:pt>
              <c:pt idx="2134">
                <c:v>0.9204617894762264</c:v>
              </c:pt>
              <c:pt idx="2135">
                <c:v>0.6527901753410206</c:v>
              </c:pt>
              <c:pt idx="2136">
                <c:v>0.783718730194447</c:v>
              </c:pt>
              <c:pt idx="2137">
                <c:v>0.8381311876945421</c:v>
              </c:pt>
              <c:pt idx="2138">
                <c:v>0.8052835208203569</c:v>
              </c:pt>
              <c:pt idx="2139">
                <c:v>0.8028979536366921</c:v>
              </c:pt>
              <c:pt idx="2140">
                <c:v>0.8179162809353185</c:v>
              </c:pt>
              <c:pt idx="2141">
                <c:v>0.8148288146095815</c:v>
              </c:pt>
              <c:pt idx="2142">
                <c:v>0.9517454136022223</c:v>
              </c:pt>
              <c:pt idx="2143">
                <c:v>0.9158471876885219</c:v>
              </c:pt>
              <c:pt idx="2144">
                <c:v>0.9636026535715957</c:v>
              </c:pt>
              <c:pt idx="2145">
                <c:v>0.9720250148374693</c:v>
              </c:pt>
              <c:pt idx="2146">
                <c:v>0.9541107133278136</c:v>
              </c:pt>
              <c:pt idx="2147">
                <c:v>0.9381065798688003</c:v>
              </c:pt>
              <c:pt idx="2148">
                <c:v>0.9433464158476113</c:v>
              </c:pt>
              <c:pt idx="2149">
                <c:v>0.9446278168518886</c:v>
              </c:pt>
              <c:pt idx="2150">
                <c:v>0.9110442700875913</c:v>
              </c:pt>
              <c:pt idx="2151">
                <c:v>0.9140691382613297</c:v>
              </c:pt>
              <c:pt idx="2152">
                <c:v>1.063504810983054</c:v>
              </c:pt>
              <c:pt idx="2153">
                <c:v>1.0578566227998598</c:v>
              </c:pt>
              <c:pt idx="2154">
                <c:v>1.0631307619574089</c:v>
              </c:pt>
              <c:pt idx="2155">
                <c:v>0.9521755360126237</c:v>
              </c:pt>
              <c:pt idx="2156">
                <c:v>0.9592926829907181</c:v>
              </c:pt>
              <c:pt idx="2157">
                <c:v>0.9206184912711897</c:v>
              </c:pt>
              <c:pt idx="2158">
                <c:v>0.9138979244744607</c:v>
              </c:pt>
              <c:pt idx="2159">
                <c:v>1.0075959564778603</c:v>
              </c:pt>
              <c:pt idx="2160">
                <c:v>1.0085445602565557</c:v>
              </c:pt>
              <c:pt idx="2161">
                <c:v>0.9322285478752109</c:v>
              </c:pt>
              <c:pt idx="2162">
                <c:v>0.9364994183535305</c:v>
              </c:pt>
              <c:pt idx="2163">
                <c:v>0.9606265232701129</c:v>
              </c:pt>
              <c:pt idx="2164">
                <c:v>1.0069305624586797</c:v>
              </c:pt>
              <c:pt idx="2165">
                <c:v>0.8570894195064321</c:v>
              </c:pt>
              <c:pt idx="2166">
                <c:v>0.8914732402075972</c:v>
              </c:pt>
              <c:pt idx="2167">
                <c:v>0.8876892590882071</c:v>
              </c:pt>
              <c:pt idx="2168">
                <c:v>0.9481083904077577</c:v>
              </c:pt>
              <c:pt idx="2169">
                <c:v>0.9383156348243709</c:v>
              </c:pt>
              <c:pt idx="2170">
                <c:v>0.9330762589118414</c:v>
              </c:pt>
              <c:pt idx="2171">
                <c:v>0.9826589950947024</c:v>
              </c:pt>
              <c:pt idx="2172">
                <c:v>0.9950525158100729</c:v>
              </c:pt>
              <c:pt idx="2173">
                <c:v>0.990187687269362</c:v>
              </c:pt>
              <c:pt idx="2174">
                <c:v>0.7708815814937235</c:v>
              </c:pt>
              <c:pt idx="2175">
                <c:v>0.8206627879801462</c:v>
              </c:pt>
              <c:pt idx="2176">
                <c:v>0.787706187154075</c:v>
              </c:pt>
              <c:pt idx="2177">
                <c:v>0.7818625016292324</c:v>
              </c:pt>
              <c:pt idx="2178">
                <c:v>0.7993125216677212</c:v>
              </c:pt>
              <c:pt idx="2179">
                <c:v>0.9687405020187431</c:v>
              </c:pt>
              <c:pt idx="2180">
                <c:v>0.980819026677515</c:v>
              </c:pt>
              <c:pt idx="2181">
                <c:v>0.9602824246860485</c:v>
              </c:pt>
              <c:pt idx="2182">
                <c:v>0.9643969841547534</c:v>
              </c:pt>
              <c:pt idx="2183">
                <c:v>0.9615452147603288</c:v>
              </c:pt>
              <c:pt idx="2184">
                <c:v>0.7391630959563291</c:v>
              </c:pt>
              <c:pt idx="2185">
                <c:v>0.7794574778923745</c:v>
              </c:pt>
              <c:pt idx="2186">
                <c:v>0.9393019476735056</c:v>
              </c:pt>
              <c:pt idx="2187">
                <c:v>0.7547481611473608</c:v>
              </c:pt>
              <c:pt idx="2188">
                <c:v>0.7374989788157879</c:v>
              </c:pt>
              <c:pt idx="2189">
                <c:v>0.7549468386302328</c:v>
              </c:pt>
              <c:pt idx="2190">
                <c:v>0.7654992104741549</c:v>
              </c:pt>
              <c:pt idx="2191">
                <c:v>0.9290808021017307</c:v>
              </c:pt>
              <c:pt idx="2192">
                <c:v>1.0040157521865842</c:v>
              </c:pt>
              <c:pt idx="2193">
                <c:v>0.7898841495926244</c:v>
              </c:pt>
              <c:pt idx="2194">
                <c:v>0.9231850897181818</c:v>
              </c:pt>
              <c:pt idx="2195">
                <c:v>0.9257959481702404</c:v>
              </c:pt>
              <c:pt idx="2196">
                <c:v>0.9417927695374617</c:v>
              </c:pt>
              <c:pt idx="2197">
                <c:v>0.8814686861730248</c:v>
              </c:pt>
              <c:pt idx="2198">
                <c:v>0.938680679593458</c:v>
              </c:pt>
              <c:pt idx="2199">
                <c:v>0.9179046324568423</c:v>
              </c:pt>
              <c:pt idx="2200">
                <c:v>0.927590690101891</c:v>
              </c:pt>
              <c:pt idx="2201">
                <c:v>0.9594723487830906</c:v>
              </c:pt>
              <c:pt idx="2202">
                <c:v>0.9821306409422526</c:v>
              </c:pt>
              <c:pt idx="2203">
                <c:v>1.0068008307050673</c:v>
              </c:pt>
              <c:pt idx="2204">
                <c:v>0.9621309889266334</c:v>
              </c:pt>
              <c:pt idx="2205">
                <c:v>0.9456721468471939</c:v>
              </c:pt>
              <c:pt idx="2206">
                <c:v>0.7331616628020655</c:v>
              </c:pt>
              <c:pt idx="2207">
                <c:v>0.6989403437482925</c:v>
              </c:pt>
              <c:pt idx="2208">
                <c:v>0.949123534799561</c:v>
              </c:pt>
              <c:pt idx="2209">
                <c:v>0.8715523870746351</c:v>
              </c:pt>
              <c:pt idx="2210">
                <c:v>0.8446118339435691</c:v>
              </c:pt>
              <c:pt idx="2211">
                <c:v>0.8578254556805863</c:v>
              </c:pt>
              <c:pt idx="2212">
                <c:v>0.8139314611348624</c:v>
              </c:pt>
              <c:pt idx="2213">
                <c:v>0.7968587834312184</c:v>
              </c:pt>
              <c:pt idx="2214">
                <c:v>0.8198394573600455</c:v>
              </c:pt>
              <c:pt idx="2215">
                <c:v>0.336848723670031</c:v>
              </c:pt>
              <c:pt idx="2216">
                <c:v>0.4916099698648241</c:v>
              </c:pt>
              <c:pt idx="2217">
                <c:v>0.8786853451982444</c:v>
              </c:pt>
              <c:pt idx="2218">
                <c:v>0.3775019151145602</c:v>
              </c:pt>
              <c:pt idx="2219">
                <c:v>0.9546861697449468</c:v>
              </c:pt>
              <c:pt idx="2220">
                <c:v>0.9539898244966881</c:v>
              </c:pt>
              <c:pt idx="2221">
                <c:v>0.9525382566408803</c:v>
              </c:pt>
              <c:pt idx="2222">
                <c:v>0.9687100065507548</c:v>
              </c:pt>
              <c:pt idx="2223">
                <c:v>0.8847018441037962</c:v>
              </c:pt>
              <c:pt idx="2224">
                <c:v>0.8972689489102361</c:v>
              </c:pt>
              <c:pt idx="2225">
                <c:v>0.8936096153501717</c:v>
              </c:pt>
              <c:pt idx="2226">
                <c:v>0.8902257660018557</c:v>
              </c:pt>
              <c:pt idx="2227">
                <c:v>0.5844304917402697</c:v>
              </c:pt>
              <c:pt idx="2228">
                <c:v>0.8825709041021677</c:v>
              </c:pt>
              <c:pt idx="2229">
                <c:v>0.8905642126092826</c:v>
              </c:pt>
              <c:pt idx="2230">
                <c:v>0.8912997269978947</c:v>
              </c:pt>
              <c:pt idx="2231">
                <c:v>0.8336473803856439</c:v>
              </c:pt>
              <c:pt idx="2232">
                <c:v>0.83665518978365</c:v>
              </c:pt>
              <c:pt idx="2233">
                <c:v>0.8226982218484808</c:v>
              </c:pt>
              <c:pt idx="2234">
                <c:v>0.870521899622557</c:v>
              </c:pt>
              <c:pt idx="2235">
                <c:v>0.9377651355955104</c:v>
              </c:pt>
              <c:pt idx="2236">
                <c:v>0.9383468327774007</c:v>
              </c:pt>
              <c:pt idx="2237">
                <c:v>0.8543977823879841</c:v>
              </c:pt>
              <c:pt idx="2238">
                <c:v>0.9688853185467674</c:v>
              </c:pt>
              <c:pt idx="2239">
                <c:v>0.9687378420261044</c:v>
              </c:pt>
              <c:pt idx="2240">
                <c:v>0.9454411806761246</c:v>
              </c:pt>
              <c:pt idx="2241">
                <c:v>0.9444327030400493</c:v>
              </c:pt>
              <c:pt idx="2242">
                <c:v>0.6722143184153458</c:v>
              </c:pt>
              <c:pt idx="2243">
                <c:v>0.65006383419222</c:v>
              </c:pt>
              <c:pt idx="2244">
                <c:v>1.0420193364532653</c:v>
              </c:pt>
              <c:pt idx="2245">
                <c:v>1.03591078639244</c:v>
              </c:pt>
              <c:pt idx="2246">
                <c:v>0.9589809018470116</c:v>
              </c:pt>
              <c:pt idx="2247">
                <c:v>0.9556640412957855</c:v>
              </c:pt>
              <c:pt idx="2248">
                <c:v>0.9193955774516166</c:v>
              </c:pt>
              <c:pt idx="2249">
                <c:v>0.8950707219504734</c:v>
              </c:pt>
              <c:pt idx="2250">
                <c:v>0.8938620830476502</c:v>
              </c:pt>
              <c:pt idx="2251">
                <c:v>0.9142706352102858</c:v>
              </c:pt>
              <c:pt idx="2252">
                <c:v>0.9146911947048365</c:v>
              </c:pt>
              <c:pt idx="2253">
                <c:v>0.8790832865252546</c:v>
              </c:pt>
              <c:pt idx="2254">
                <c:v>0.8770174252271956</c:v>
              </c:pt>
              <c:pt idx="2255">
                <c:v>0.866553418784459</c:v>
              </c:pt>
              <c:pt idx="2256">
                <c:v>0.8934413828729038</c:v>
              </c:pt>
              <c:pt idx="2257">
                <c:v>0.8864368675701495</c:v>
              </c:pt>
              <c:pt idx="2258">
                <c:v>0.9836168809716755</c:v>
              </c:pt>
              <c:pt idx="2259">
                <c:v>0.9816675891734962</c:v>
              </c:pt>
              <c:pt idx="2260">
                <c:v>0.8629261061880336</c:v>
              </c:pt>
              <c:pt idx="2261">
                <c:v>0.8422348949531011</c:v>
              </c:pt>
              <c:pt idx="2262">
                <c:v>0.8901411349308411</c:v>
              </c:pt>
              <c:pt idx="2263">
                <c:v>0.8928326886247507</c:v>
              </c:pt>
              <c:pt idx="2264">
                <c:v>0.8822141265588174</c:v>
              </c:pt>
              <c:pt idx="2265">
                <c:v>0.9129941850755808</c:v>
              </c:pt>
              <c:pt idx="2266">
                <c:v>0.4855512036816229</c:v>
              </c:pt>
              <c:pt idx="2267">
                <c:v>0.6268185528501844</c:v>
              </c:pt>
              <c:pt idx="2268">
                <c:v>0.6316000039498189</c:v>
              </c:pt>
              <c:pt idx="2269">
                <c:v>0.5858510369013579</c:v>
              </c:pt>
              <c:pt idx="2270">
                <c:v>0.6467646893110779</c:v>
              </c:pt>
              <c:pt idx="2271">
                <c:v>0.648962409525575</c:v>
              </c:pt>
              <c:pt idx="2272">
                <c:v>1.0428233876089497</c:v>
              </c:pt>
              <c:pt idx="2273">
                <c:v>1.0608120931481946</c:v>
              </c:pt>
              <c:pt idx="2274">
                <c:v>0.8962295911014247</c:v>
              </c:pt>
              <c:pt idx="2275">
                <c:v>0.8262723213646735</c:v>
              </c:pt>
              <c:pt idx="2276">
                <c:v>0.8491055493699291</c:v>
              </c:pt>
              <c:pt idx="2277">
                <c:v>0.8239727492501245</c:v>
              </c:pt>
              <c:pt idx="2278">
                <c:v>1.0620190528776674</c:v>
              </c:pt>
              <c:pt idx="2279">
                <c:v>1.043804060818707</c:v>
              </c:pt>
              <c:pt idx="2280">
                <c:v>1.0607686764943367</c:v>
              </c:pt>
              <c:pt idx="2281">
                <c:v>1.0483328704873547</c:v>
              </c:pt>
              <c:pt idx="2282">
                <c:v>0.9391104727246522</c:v>
              </c:pt>
              <c:pt idx="2283">
                <c:v>0.9889158978157276</c:v>
              </c:pt>
              <c:pt idx="2284">
                <c:v>0.9759707986471008</c:v>
              </c:pt>
              <c:pt idx="2285">
                <c:v>0.9923011081469182</c:v>
              </c:pt>
              <c:pt idx="2286">
                <c:v>0.9183356805582635</c:v>
              </c:pt>
              <c:pt idx="2287">
                <c:v>0.9131070283454257</c:v>
              </c:pt>
              <c:pt idx="2288">
                <c:v>0.9334602375962073</c:v>
              </c:pt>
              <c:pt idx="2289">
                <c:v>0.9070535869008218</c:v>
              </c:pt>
              <c:pt idx="2290">
                <c:v>0.9033946939329348</c:v>
              </c:pt>
              <c:pt idx="2291">
                <c:v>1.0016820343612869</c:v>
              </c:pt>
              <c:pt idx="2292">
                <c:v>0.9215334014068761</c:v>
              </c:pt>
              <c:pt idx="2293">
                <c:v>0.9320106183397794</c:v>
              </c:pt>
              <c:pt idx="2294">
                <c:v>0.91933110541638</c:v>
              </c:pt>
              <c:pt idx="2295">
                <c:v>0.9227690452817567</c:v>
              </c:pt>
              <c:pt idx="2296">
                <c:v>0.8235532393180018</c:v>
              </c:pt>
              <c:pt idx="2297">
                <c:v>0.9946989258045402</c:v>
              </c:pt>
              <c:pt idx="2298">
                <c:v>1.0002145228006294</c:v>
              </c:pt>
              <c:pt idx="2299">
                <c:v>0.7887370157368733</c:v>
              </c:pt>
              <c:pt idx="2300">
                <c:v>0.7852726636673568</c:v>
              </c:pt>
              <c:pt idx="2301">
                <c:v>0.8397736861133157</c:v>
              </c:pt>
              <c:pt idx="2302">
                <c:v>1.012028267638579</c:v>
              </c:pt>
              <c:pt idx="2303">
                <c:v>1.0117610293715498</c:v>
              </c:pt>
              <c:pt idx="2304">
                <c:v>1.0109884957304691</c:v>
              </c:pt>
              <c:pt idx="2305">
                <c:v>0.9784603253467302</c:v>
              </c:pt>
              <c:pt idx="2306">
                <c:v>1.0572491058452547</c:v>
              </c:pt>
              <c:pt idx="2307">
                <c:v>1.040751415232002</c:v>
              </c:pt>
              <c:pt idx="2308">
                <c:v>1.0554897568510542</c:v>
              </c:pt>
              <c:pt idx="2309">
                <c:v>1.0444529525635258</c:v>
              </c:pt>
              <c:pt idx="2310">
                <c:v>0.8705108013998908</c:v>
              </c:pt>
              <c:pt idx="2311">
                <c:v>1.0585149710648902</c:v>
              </c:pt>
              <c:pt idx="2312">
                <c:v>0.7145572733009484</c:v>
              </c:pt>
              <c:pt idx="2313">
                <c:v>0.666408850554948</c:v>
              </c:pt>
              <c:pt idx="2314">
                <c:v>0.7100877742228661</c:v>
              </c:pt>
              <c:pt idx="2315">
                <c:v>0.9349103251145007</c:v>
              </c:pt>
              <c:pt idx="2316">
                <c:v>0.9329277045286648</c:v>
              </c:pt>
              <c:pt idx="2317">
                <c:v>0.8588917310751998</c:v>
              </c:pt>
              <c:pt idx="2318">
                <c:v>0.937809934453549</c:v>
              </c:pt>
              <c:pt idx="2319">
                <c:v>0.9371695372630962</c:v>
              </c:pt>
              <c:pt idx="2320">
                <c:v>1.0115047239029662</c:v>
              </c:pt>
              <c:pt idx="2321">
                <c:v>0.9230958785435586</c:v>
              </c:pt>
              <c:pt idx="2322">
                <c:v>0.930300078581952</c:v>
              </c:pt>
              <c:pt idx="2323">
                <c:v>1.0361424287749215</c:v>
              </c:pt>
              <c:pt idx="2324">
                <c:v>1.014642635708462</c:v>
              </c:pt>
              <c:pt idx="2325">
                <c:v>0.9305801080033261</c:v>
              </c:pt>
              <c:pt idx="2326">
                <c:v>0.8732138823139135</c:v>
              </c:pt>
              <c:pt idx="2327">
                <c:v>0.8974311056722292</c:v>
              </c:pt>
              <c:pt idx="2328">
                <c:v>0.8904960142941941</c:v>
              </c:pt>
              <c:pt idx="2329">
                <c:v>1.0517538551215828</c:v>
              </c:pt>
              <c:pt idx="2330">
                <c:v>0.9229929659134574</c:v>
              </c:pt>
              <c:pt idx="2331">
                <c:v>0.9838058030479686</c:v>
              </c:pt>
              <c:pt idx="2332">
                <c:v>0.9962928240641433</c:v>
              </c:pt>
              <c:pt idx="2333">
                <c:v>0.993751340339285</c:v>
              </c:pt>
              <c:pt idx="2334">
                <c:v>0.9723758825240849</c:v>
              </c:pt>
              <c:pt idx="2335">
                <c:v>0.9268725292137115</c:v>
              </c:pt>
              <c:pt idx="2336">
                <c:v>0.9485742203178966</c:v>
              </c:pt>
              <c:pt idx="2337">
                <c:v>0.9564681922565562</c:v>
              </c:pt>
              <c:pt idx="2338">
                <c:v>0.9312391038441127</c:v>
              </c:pt>
              <c:pt idx="2339">
                <c:v>0.9302005480513836</c:v>
              </c:pt>
              <c:pt idx="2340">
                <c:v>0.9211820383352037</c:v>
              </c:pt>
              <c:pt idx="2341">
                <c:v>1.0068021346277696</c:v>
              </c:pt>
              <c:pt idx="2342">
                <c:v>0.8955161383894139</c:v>
              </c:pt>
              <c:pt idx="2343">
                <c:v>0.9818805474688893</c:v>
              </c:pt>
              <c:pt idx="2344">
                <c:v>0.9713057987448998</c:v>
              </c:pt>
              <c:pt idx="2345">
                <c:v>0.9598389785739078</c:v>
              </c:pt>
              <c:pt idx="2346">
                <c:v>0.9608583353845547</c:v>
              </c:pt>
              <c:pt idx="2347">
                <c:v>0.9461389609021094</c:v>
              </c:pt>
              <c:pt idx="2348">
                <c:v>0.8778182463184195</c:v>
              </c:pt>
              <c:pt idx="2349">
                <c:v>0.8639106946532015</c:v>
              </c:pt>
              <c:pt idx="2350">
                <c:v>1.0003032289519198</c:v>
              </c:pt>
              <c:pt idx="2351">
                <c:v>0.9856349297306869</c:v>
              </c:pt>
              <c:pt idx="2352">
                <c:v>0.9864676638975147</c:v>
              </c:pt>
              <c:pt idx="2353">
                <c:v>0.980827438216253</c:v>
              </c:pt>
              <c:pt idx="2354">
                <c:v>0.9762837471616852</c:v>
              </c:pt>
              <c:pt idx="2355">
                <c:v>0.9742836706187356</c:v>
              </c:pt>
              <c:pt idx="2356">
                <c:v>1.043685977313704</c:v>
              </c:pt>
              <c:pt idx="2357">
                <c:v>1.0498473031761577</c:v>
              </c:pt>
              <c:pt idx="2358">
                <c:v>0.9594399448527255</c:v>
              </c:pt>
              <c:pt idx="2359">
                <c:v>0.9828698881517196</c:v>
              </c:pt>
              <c:pt idx="2360">
                <c:v>0.9854286772595529</c:v>
              </c:pt>
              <c:pt idx="2361">
                <c:v>0.9926124865090802</c:v>
              </c:pt>
              <c:pt idx="2362">
                <c:v>1.0047308775065504</c:v>
              </c:pt>
              <c:pt idx="2363">
                <c:v>1.0022244027947482</c:v>
              </c:pt>
              <c:pt idx="2364">
                <c:v>1.0094950356223658</c:v>
              </c:pt>
              <c:pt idx="2365">
                <c:v>0.9797256534449699</c:v>
              </c:pt>
              <c:pt idx="2366">
                <c:v>0.9664069935553005</c:v>
              </c:pt>
              <c:pt idx="2367">
                <c:v>0.9727211172380328</c:v>
              </c:pt>
              <c:pt idx="2368">
                <c:v>1.0135083009629346</c:v>
              </c:pt>
              <c:pt idx="2369">
                <c:v>1.0249247436369213</c:v>
              </c:pt>
              <c:pt idx="2370">
                <c:v>0.7836954813069137</c:v>
              </c:pt>
              <c:pt idx="2371">
                <c:v>1.0083653301125475</c:v>
              </c:pt>
              <c:pt idx="2372">
                <c:v>1.0249650707757643</c:v>
              </c:pt>
              <c:pt idx="2373">
                <c:v>1.0284678234652902</c:v>
              </c:pt>
              <c:pt idx="2374">
                <c:v>1.0257263289505487</c:v>
              </c:pt>
              <c:pt idx="2375">
                <c:v>0.966457727459768</c:v>
              </c:pt>
              <c:pt idx="2376">
                <c:v>0.9131797734023986</c:v>
              </c:pt>
              <c:pt idx="2377">
                <c:v>0.9080306206864264</c:v>
              </c:pt>
              <c:pt idx="2378">
                <c:v>0.9098649420463332</c:v>
              </c:pt>
              <c:pt idx="2379">
                <c:v>0.9081481808933441</c:v>
              </c:pt>
              <c:pt idx="2380">
                <c:v>0.9156160849871946</c:v>
              </c:pt>
              <c:pt idx="2381">
                <c:v>0.9174322809801717</c:v>
              </c:pt>
              <c:pt idx="2382">
                <c:v>0.911272077516963</c:v>
              </c:pt>
              <c:pt idx="2383">
                <c:v>0.9475138335946266</c:v>
              </c:pt>
              <c:pt idx="2384">
                <c:v>0.948363091954194</c:v>
              </c:pt>
              <c:pt idx="2385">
                <c:v>0.9417333158200585</c:v>
              </c:pt>
              <c:pt idx="2386">
                <c:v>0.9259649283839808</c:v>
              </c:pt>
              <c:pt idx="2387">
                <c:v>0.9515437272008604</c:v>
              </c:pt>
              <c:pt idx="2388">
                <c:v>0.9354170116493221</c:v>
              </c:pt>
              <c:pt idx="2389">
                <c:v>0.9072581040226738</c:v>
              </c:pt>
              <c:pt idx="2390">
                <c:v>0.9342043196294298</c:v>
              </c:pt>
              <c:pt idx="2391">
                <c:v>0.8237278566569242</c:v>
              </c:pt>
              <c:pt idx="2392">
                <c:v>0.8235317784592052</c:v>
              </c:pt>
              <c:pt idx="2393">
                <c:v>0.8249653620605861</c:v>
              </c:pt>
              <c:pt idx="2394">
                <c:v>0.9875758385441948</c:v>
              </c:pt>
              <c:pt idx="2395">
                <c:v>0.9909704133098816</c:v>
              </c:pt>
              <c:pt idx="2396">
                <c:v>0.7530959165333625</c:v>
              </c:pt>
              <c:pt idx="2397">
                <c:v>0.9672117391946379</c:v>
              </c:pt>
              <c:pt idx="2398">
                <c:v>0.9679591830210027</c:v>
              </c:pt>
              <c:pt idx="2399">
                <c:v>0.9601186327296879</c:v>
              </c:pt>
              <c:pt idx="2400">
                <c:v>1.0315989259755005</c:v>
              </c:pt>
              <c:pt idx="2401">
                <c:v>0.9076517814552407</c:v>
              </c:pt>
              <c:pt idx="2402">
                <c:v>1.0062568049349117</c:v>
              </c:pt>
              <c:pt idx="2403">
                <c:v>0.942269540984876</c:v>
              </c:pt>
              <c:pt idx="2404">
                <c:v>0.893425756642325</c:v>
              </c:pt>
              <c:pt idx="2405">
                <c:v>0.8949269534310067</c:v>
              </c:pt>
              <c:pt idx="2406">
                <c:v>0.21332358646938868</c:v>
              </c:pt>
              <c:pt idx="2407">
                <c:v>0.08656922308393378</c:v>
              </c:pt>
              <c:pt idx="2408">
                <c:v>0.682335306559607</c:v>
              </c:pt>
              <c:pt idx="2409">
                <c:v>0.6587211382479059</c:v>
              </c:pt>
              <c:pt idx="2410">
                <c:v>1.0038943673423646</c:v>
              </c:pt>
              <c:pt idx="2411">
                <c:v>1.0114674396062802</c:v>
              </c:pt>
              <c:pt idx="2412">
                <c:v>1.0072429427725806</c:v>
              </c:pt>
              <c:pt idx="2413">
                <c:v>0.7154490354776998</c:v>
              </c:pt>
              <c:pt idx="2414">
                <c:v>0.9913191170889049</c:v>
              </c:pt>
              <c:pt idx="2415">
                <c:v>0.9957524338875013</c:v>
              </c:pt>
              <c:pt idx="2416">
                <c:v>0.9688279066052805</c:v>
              </c:pt>
              <c:pt idx="2417">
                <c:v>0.9710014648713097</c:v>
              </c:pt>
              <c:pt idx="2418">
                <c:v>0.9541908120909017</c:v>
              </c:pt>
              <c:pt idx="2419">
                <c:v>1.0303667415551283</c:v>
              </c:pt>
              <c:pt idx="2420">
                <c:v>0.8671594533234201</c:v>
              </c:pt>
              <c:pt idx="2421">
                <c:v>0.9145063987789425</c:v>
              </c:pt>
              <c:pt idx="2422">
                <c:v>0.8920572459659589</c:v>
              </c:pt>
              <c:pt idx="2423">
                <c:v>0.7712676335889327</c:v>
              </c:pt>
              <c:pt idx="2424">
                <c:v>0.7596523342085065</c:v>
              </c:pt>
              <c:pt idx="2425">
                <c:v>0.7563563954726537</c:v>
              </c:pt>
              <c:pt idx="2426">
                <c:v>0.9487503567998468</c:v>
              </c:pt>
              <c:pt idx="2427">
                <c:v>0.887885436014367</c:v>
              </c:pt>
              <c:pt idx="2428">
                <c:v>0.8919810154014971</c:v>
              </c:pt>
              <c:pt idx="2429">
                <c:v>0.868783865401034</c:v>
              </c:pt>
              <c:pt idx="2430">
                <c:v>0.9786926708294192</c:v>
              </c:pt>
              <c:pt idx="2431">
                <c:v>1.0585277381545906</c:v>
              </c:pt>
              <c:pt idx="2432">
                <c:v>1.050037579132144</c:v>
              </c:pt>
              <c:pt idx="2433">
                <c:v>1.0637270702245547</c:v>
              </c:pt>
              <c:pt idx="2434">
                <c:v>0.7037412945062719</c:v>
              </c:pt>
              <c:pt idx="2435">
                <c:v>0.924839378788729</c:v>
              </c:pt>
              <c:pt idx="2436">
                <c:v>0.9342906571599008</c:v>
              </c:pt>
              <c:pt idx="2437">
                <c:v>0.9619580044528844</c:v>
              </c:pt>
              <c:pt idx="2438">
                <c:v>0.9607064305887076</c:v>
              </c:pt>
              <c:pt idx="2439">
                <c:v>0.9050146078951986</c:v>
              </c:pt>
              <c:pt idx="2440">
                <c:v>0.8910124700898291</c:v>
              </c:pt>
              <c:pt idx="2441">
                <c:v>1.0419085192403923</c:v>
              </c:pt>
              <c:pt idx="2442">
                <c:v>0.9304247635039736</c:v>
              </c:pt>
              <c:pt idx="2443">
                <c:v>1.0089946968043177</c:v>
              </c:pt>
              <c:pt idx="2444">
                <c:v>0.6848682113097765</c:v>
              </c:pt>
              <c:pt idx="2445">
                <c:v>0.6912071736694055</c:v>
              </c:pt>
              <c:pt idx="2446">
                <c:v>0.6791128703896584</c:v>
              </c:pt>
              <c:pt idx="2447">
                <c:v>0.6605687217027041</c:v>
              </c:pt>
              <c:pt idx="2448">
                <c:v>0.6632409047976995</c:v>
              </c:pt>
              <c:pt idx="2449">
                <c:v>0.809382642294831</c:v>
              </c:pt>
              <c:pt idx="2450">
                <c:v>0.8857949179712085</c:v>
              </c:pt>
              <c:pt idx="2451">
                <c:v>1.0598850670755822</c:v>
              </c:pt>
              <c:pt idx="2452">
                <c:v>1.0583158117468554</c:v>
              </c:pt>
              <c:pt idx="2453">
                <c:v>1.0348759410984034</c:v>
              </c:pt>
              <c:pt idx="2454">
                <c:v>0.9589467612592468</c:v>
              </c:pt>
              <c:pt idx="2455">
                <c:v>0.9640532367705088</c:v>
              </c:pt>
              <c:pt idx="2456">
                <c:v>0.89386843443279</c:v>
              </c:pt>
              <c:pt idx="2457">
                <c:v>0.7440287404741572</c:v>
              </c:pt>
              <c:pt idx="2458">
                <c:v>0.7338361715704664</c:v>
              </c:pt>
              <c:pt idx="2459">
                <c:v>1.0202647021332927</c:v>
              </c:pt>
              <c:pt idx="2460">
                <c:v>0.9846238713158101</c:v>
              </c:pt>
              <c:pt idx="2461">
                <c:v>0.9491952029523235</c:v>
              </c:pt>
              <c:pt idx="2462">
                <c:v>0.9481448107824767</c:v>
              </c:pt>
              <c:pt idx="2463">
                <c:v>0.9937472348389911</c:v>
              </c:pt>
              <c:pt idx="2464">
                <c:v>1.0020179183491311</c:v>
              </c:pt>
              <c:pt idx="2465">
                <c:v>0.9651813120076532</c:v>
              </c:pt>
              <c:pt idx="2466">
                <c:v>1.0460126028679027</c:v>
              </c:pt>
              <c:pt idx="2467">
                <c:v>0.7654145275644509</c:v>
              </c:pt>
              <c:pt idx="2468">
                <c:v>0.7107405914749817</c:v>
              </c:pt>
              <c:pt idx="2469">
                <c:v>0.9492740701728457</c:v>
              </c:pt>
              <c:pt idx="2470">
                <c:v>0.9564228083557988</c:v>
              </c:pt>
              <c:pt idx="2471">
                <c:v>0.8865739362917426</c:v>
              </c:pt>
              <c:pt idx="2472">
                <c:v>0.9324093289416048</c:v>
              </c:pt>
              <c:pt idx="2473">
                <c:v>1.0106925135232006</c:v>
              </c:pt>
              <c:pt idx="2474">
                <c:v>1.0217161157985</c:v>
              </c:pt>
              <c:pt idx="2475">
                <c:v>0.7673227730836547</c:v>
              </c:pt>
              <c:pt idx="2476">
                <c:v>1.0266465244556873</c:v>
              </c:pt>
              <c:pt idx="2477">
                <c:v>0.8062743312472902</c:v>
              </c:pt>
              <c:pt idx="2478">
                <c:v>0.9444284315589607</c:v>
              </c:pt>
              <c:pt idx="2479">
                <c:v>0.9441413552520252</c:v>
              </c:pt>
              <c:pt idx="2480">
                <c:v>0.9793376747042893</c:v>
              </c:pt>
              <c:pt idx="2481">
                <c:v>0.9883931014093588</c:v>
              </c:pt>
              <c:pt idx="2482">
                <c:v>0.9769617904573643</c:v>
              </c:pt>
              <c:pt idx="2483">
                <c:v>0.7544533066576934</c:v>
              </c:pt>
              <c:pt idx="2484">
                <c:v>0.9985360474950329</c:v>
              </c:pt>
              <c:pt idx="2485">
                <c:v>0.9709326889809405</c:v>
              </c:pt>
              <c:pt idx="2486">
                <c:v>0.9433471828663439</c:v>
              </c:pt>
              <c:pt idx="2487">
                <c:v>1.0339513051291127</c:v>
              </c:pt>
              <c:pt idx="2488">
                <c:v>0.946704547903158</c:v>
              </c:pt>
              <c:pt idx="2489">
                <c:v>0.7195420731638522</c:v>
              </c:pt>
              <c:pt idx="2490">
                <c:v>0.9730722134516606</c:v>
              </c:pt>
              <c:pt idx="2491">
                <c:v>0.9642479425998605</c:v>
              </c:pt>
              <c:pt idx="2492">
                <c:v>0.825084318295886</c:v>
              </c:pt>
              <c:pt idx="2493">
                <c:v>1.0081812807968</c:v>
              </c:pt>
              <c:pt idx="2494">
                <c:v>1.024839500313188</c:v>
              </c:pt>
              <c:pt idx="2495">
                <c:v>1.0306026388157568</c:v>
              </c:pt>
              <c:pt idx="2496">
                <c:v>1.0111567660315555</c:v>
              </c:pt>
              <c:pt idx="2497">
                <c:v>0.9499918131936615</c:v>
              </c:pt>
              <c:pt idx="2498">
                <c:v>0.8476805888072021</c:v>
              </c:pt>
              <c:pt idx="2499">
                <c:v>0.8057229330170915</c:v>
              </c:pt>
              <c:pt idx="2500">
                <c:v>1.0106816306949187</c:v>
              </c:pt>
              <c:pt idx="2501">
                <c:v>1.0111628366728154</c:v>
              </c:pt>
              <c:pt idx="2502">
                <c:v>1.0109280320819858</c:v>
              </c:pt>
              <c:pt idx="2503">
                <c:v>0.9847654927208647</c:v>
              </c:pt>
              <c:pt idx="2504">
                <c:v>0.9838912998194124</c:v>
              </c:pt>
              <c:pt idx="2505">
                <c:v>0.9838795912805691</c:v>
              </c:pt>
              <c:pt idx="2506">
                <c:v>0.980045407099135</c:v>
              </c:pt>
              <c:pt idx="2507">
                <c:v>0.9848622358925143</c:v>
              </c:pt>
              <c:pt idx="2508">
                <c:v>0.9981851758080336</c:v>
              </c:pt>
              <c:pt idx="2509">
                <c:v>0.9929066962191205</c:v>
              </c:pt>
              <c:pt idx="2510">
                <c:v>0.9928448389690163</c:v>
              </c:pt>
              <c:pt idx="2511">
                <c:v>0.9947028798708974</c:v>
              </c:pt>
              <c:pt idx="2512">
                <c:v>1.0024878107324318</c:v>
              </c:pt>
              <c:pt idx="2513">
                <c:v>0.9164287226912365</c:v>
              </c:pt>
              <c:pt idx="2514">
                <c:v>0.9928461168439626</c:v>
              </c:pt>
              <c:pt idx="2515">
                <c:v>0.983342180269194</c:v>
              </c:pt>
              <c:pt idx="2516">
                <c:v>0.9771323729123409</c:v>
              </c:pt>
              <c:pt idx="2517">
                <c:v>0.9347647190338013</c:v>
              </c:pt>
              <c:pt idx="2518">
                <c:v>0.7543019957920982</c:v>
              </c:pt>
              <c:pt idx="2519">
                <c:v>1.0112782998193044</c:v>
              </c:pt>
              <c:pt idx="2520">
                <c:v>1.027680024156029</c:v>
              </c:pt>
              <c:pt idx="2521">
                <c:v>0.9538032767017854</c:v>
              </c:pt>
              <c:pt idx="2522">
                <c:v>0.963036986367091</c:v>
              </c:pt>
              <c:pt idx="2523">
                <c:v>0.9980557760101303</c:v>
              </c:pt>
              <c:pt idx="2524">
                <c:v>1.009945588880419</c:v>
              </c:pt>
              <c:pt idx="2525">
                <c:v>0.9860018090473596</c:v>
              </c:pt>
              <c:pt idx="2526">
                <c:v>1.042591666656713</c:v>
              </c:pt>
              <c:pt idx="2527">
                <c:v>0.9434675307648168</c:v>
              </c:pt>
              <c:pt idx="2528">
                <c:v>0.9051656492509682</c:v>
              </c:pt>
              <c:pt idx="2529">
                <c:v>0.9016780847693255</c:v>
              </c:pt>
              <c:pt idx="2530">
                <c:v>0.8950218710262359</c:v>
              </c:pt>
              <c:pt idx="2531">
                <c:v>0.7733070600406948</c:v>
              </c:pt>
              <c:pt idx="2532">
                <c:v>0.7696172013640962</c:v>
              </c:pt>
              <c:pt idx="2533">
                <c:v>0.8222077790947372</c:v>
              </c:pt>
              <c:pt idx="2534">
                <c:v>0.6652535440271318</c:v>
              </c:pt>
              <c:pt idx="2535">
                <c:v>0.8712986498482435</c:v>
              </c:pt>
              <c:pt idx="2536">
                <c:v>0.8496345416430788</c:v>
              </c:pt>
              <c:pt idx="2537">
                <c:v>0.9630640264432777</c:v>
              </c:pt>
              <c:pt idx="2538">
                <c:v>0.9742651442737478</c:v>
              </c:pt>
              <c:pt idx="2539">
                <c:v>0.9773983161668083</c:v>
              </c:pt>
              <c:pt idx="2540">
                <c:v>0.9529690529971322</c:v>
              </c:pt>
              <c:pt idx="2541">
                <c:v>0.910540997440266</c:v>
              </c:pt>
              <c:pt idx="2542">
                <c:v>0.8997167834122186</c:v>
              </c:pt>
              <c:pt idx="2543">
                <c:v>0.8880355850781244</c:v>
              </c:pt>
              <c:pt idx="2544">
                <c:v>0.9114941844776369</c:v>
              </c:pt>
              <c:pt idx="2545">
                <c:v>0.7604425694203755</c:v>
              </c:pt>
              <c:pt idx="2546">
                <c:v>0.8913789471375546</c:v>
              </c:pt>
              <c:pt idx="2547">
                <c:v>0.8524491090148998</c:v>
              </c:pt>
              <c:pt idx="2548">
                <c:v>0.8644128487337602</c:v>
              </c:pt>
              <c:pt idx="2549">
                <c:v>1.0083648685618725</c:v>
              </c:pt>
              <c:pt idx="2550">
                <c:v>0.7107974693354799</c:v>
              </c:pt>
              <c:pt idx="2551">
                <c:v>1.0416860151312846</c:v>
              </c:pt>
              <c:pt idx="2552">
                <c:v>1.0279123582308665</c:v>
              </c:pt>
              <c:pt idx="2553">
                <c:v>0.793168250183675</c:v>
              </c:pt>
              <c:pt idx="2554">
                <c:v>0.7210186644217381</c:v>
              </c:pt>
              <c:pt idx="2555">
                <c:v>0.7697690213910875</c:v>
              </c:pt>
              <c:pt idx="2556">
                <c:v>0.30226157588801406</c:v>
              </c:pt>
              <c:pt idx="2557">
                <c:v>0.6434111590050297</c:v>
              </c:pt>
              <c:pt idx="2558">
                <c:v>0.5211039445712147</c:v>
              </c:pt>
              <c:pt idx="2559">
                <c:v>0.8924953710520468</c:v>
              </c:pt>
              <c:pt idx="2560">
                <c:v>0.6365554925696929</c:v>
              </c:pt>
              <c:pt idx="2561">
                <c:v>0.6403482919877312</c:v>
              </c:pt>
              <c:pt idx="2562">
                <c:v>0.6280739250512669</c:v>
              </c:pt>
              <c:pt idx="2563">
                <c:v>0.6531663881207739</c:v>
              </c:pt>
              <c:pt idx="2564">
                <c:v>0.6541644578224267</c:v>
              </c:pt>
              <c:pt idx="2565">
                <c:v>0.9817672087816669</c:v>
              </c:pt>
              <c:pt idx="2566">
                <c:v>0.9647235856010591</c:v>
              </c:pt>
              <c:pt idx="2567">
                <c:v>0.8873730975385684</c:v>
              </c:pt>
              <c:pt idx="2568">
                <c:v>0.8443412615964812</c:v>
              </c:pt>
              <c:pt idx="2569">
                <c:v>0.88292907298276</c:v>
              </c:pt>
              <c:pt idx="2570">
                <c:v>0.8157777105537777</c:v>
              </c:pt>
              <c:pt idx="2571">
                <c:v>0.7682690317827805</c:v>
              </c:pt>
              <c:pt idx="2572">
                <c:v>0.8082638496534457</c:v>
              </c:pt>
              <c:pt idx="2573">
                <c:v>0.8246457550817944</c:v>
              </c:pt>
              <c:pt idx="2574">
                <c:v>0.9747143421505434</c:v>
              </c:pt>
              <c:pt idx="2575">
                <c:v>0.9332476346985943</c:v>
              </c:pt>
              <c:pt idx="2576">
                <c:v>0.9510597615397728</c:v>
              </c:pt>
              <c:pt idx="2577">
                <c:v>0.9249710038216133</c:v>
              </c:pt>
              <c:pt idx="2578">
                <c:v>0.8493094017571204</c:v>
              </c:pt>
              <c:pt idx="2579">
                <c:v>0.9598274348233966</c:v>
              </c:pt>
              <c:pt idx="2580">
                <c:v>0.959142232961861</c:v>
              </c:pt>
              <c:pt idx="2581">
                <c:v>0.9624991181378221</c:v>
              </c:pt>
              <c:pt idx="2582">
                <c:v>0.9596445949002552</c:v>
              </c:pt>
              <c:pt idx="2583">
                <c:v>0.9610350198571516</c:v>
              </c:pt>
              <c:pt idx="2584">
                <c:v>0.8458168673895605</c:v>
              </c:pt>
              <c:pt idx="2585">
                <c:v>0.8439105678797522</c:v>
              </c:pt>
              <c:pt idx="2586">
                <c:v>0.8485891860935261</c:v>
              </c:pt>
              <c:pt idx="2587">
                <c:v>0.975344218209119</c:v>
              </c:pt>
              <c:pt idx="2588">
                <c:v>0.9850088290337541</c:v>
              </c:pt>
              <c:pt idx="2589">
                <c:v>0.9912086257770563</c:v>
              </c:pt>
              <c:pt idx="2590">
                <c:v>0.9703221229925334</c:v>
              </c:pt>
              <c:pt idx="2591">
                <c:v>0.9716055327451605</c:v>
              </c:pt>
              <c:pt idx="2592">
                <c:v>0.9872332447541579</c:v>
              </c:pt>
              <c:pt idx="2593">
                <c:v>0.98640033476122</c:v>
              </c:pt>
              <c:pt idx="2594">
                <c:v>0.9419313630600864</c:v>
              </c:pt>
              <c:pt idx="2595">
                <c:v>0.9015153554728744</c:v>
              </c:pt>
              <c:pt idx="2596">
                <c:v>0.8974839996786055</c:v>
              </c:pt>
              <c:pt idx="2597">
                <c:v>0.908133007657762</c:v>
              </c:pt>
              <c:pt idx="2598">
                <c:v>0.9112671802104344</c:v>
              </c:pt>
              <c:pt idx="2599">
                <c:v>0.9302899442807887</c:v>
              </c:pt>
              <c:pt idx="2600">
                <c:v>0.8964507334802622</c:v>
              </c:pt>
              <c:pt idx="2601">
                <c:v>0.9722104933613791</c:v>
              </c:pt>
              <c:pt idx="2602">
                <c:v>0.9718360252222473</c:v>
              </c:pt>
              <c:pt idx="2603">
                <c:v>0.972044846465647</c:v>
              </c:pt>
              <c:pt idx="2604">
                <c:v>0.9042916745507301</c:v>
              </c:pt>
              <c:pt idx="2605">
                <c:v>0.97806362803202</c:v>
              </c:pt>
              <c:pt idx="2606">
                <c:v>0.978158903783894</c:v>
              </c:pt>
              <c:pt idx="2607">
                <c:v>0.9793379377633541</c:v>
              </c:pt>
              <c:pt idx="2608">
                <c:v>1.0125193336835872</c:v>
              </c:pt>
              <c:pt idx="2609">
                <c:v>1.005168406712709</c:v>
              </c:pt>
              <c:pt idx="2610">
                <c:v>0.9595745477877333</c:v>
              </c:pt>
              <c:pt idx="2611">
                <c:v>0.9525866841406634</c:v>
              </c:pt>
              <c:pt idx="2612">
                <c:v>0.9494744583133217</c:v>
              </c:pt>
              <c:pt idx="2613">
                <c:v>0.8232382359902357</c:v>
              </c:pt>
              <c:pt idx="2614">
                <c:v>0.9433771489667105</c:v>
              </c:pt>
              <c:pt idx="2615">
                <c:v>0.9307371480773206</c:v>
              </c:pt>
              <c:pt idx="2616">
                <c:v>0.8197204943996959</c:v>
              </c:pt>
              <c:pt idx="2617">
                <c:v>0.8057583162032219</c:v>
              </c:pt>
              <c:pt idx="2618">
                <c:v>0.9428011162078709</c:v>
              </c:pt>
              <c:pt idx="2619">
                <c:v>0.9505965307238035</c:v>
              </c:pt>
              <c:pt idx="2620">
                <c:v>0.953155957656391</c:v>
              </c:pt>
              <c:pt idx="2621">
                <c:v>0.9644590390227642</c:v>
              </c:pt>
              <c:pt idx="2622">
                <c:v>0.8053171502712111</c:v>
              </c:pt>
              <c:pt idx="2623">
                <c:v>0.8043210664321688</c:v>
              </c:pt>
              <c:pt idx="2624">
                <c:v>0.9594754389542601</c:v>
              </c:pt>
              <c:pt idx="2625">
                <c:v>0.963465187959525</c:v>
              </c:pt>
              <c:pt idx="2626">
                <c:v>0.6083455297231105</c:v>
              </c:pt>
              <c:pt idx="2627">
                <c:v>0.5749707875689736</c:v>
              </c:pt>
              <c:pt idx="2628">
                <c:v>0.9892433859955103</c:v>
              </c:pt>
              <c:pt idx="2629">
                <c:v>1.0090110079858068</c:v>
              </c:pt>
              <c:pt idx="2630">
                <c:v>1.013940577609889</c:v>
              </c:pt>
              <c:pt idx="2631">
                <c:v>0.9251399737197677</c:v>
              </c:pt>
              <c:pt idx="2632">
                <c:v>0.8276891682600084</c:v>
              </c:pt>
              <c:pt idx="2633">
                <c:v>0.8276475902492422</c:v>
              </c:pt>
              <c:pt idx="2634">
                <c:v>0.6864868398575613</c:v>
              </c:pt>
              <c:pt idx="2635">
                <c:v>0.03519365981041223</c:v>
              </c:pt>
              <c:pt idx="2636">
                <c:v>0.9556284831215011</c:v>
              </c:pt>
              <c:pt idx="2637">
                <c:v>0.9626814557968651</c:v>
              </c:pt>
              <c:pt idx="2638">
                <c:v>0.9691497863651226</c:v>
              </c:pt>
              <c:pt idx="2639">
                <c:v>0.9618793603541795</c:v>
              </c:pt>
              <c:pt idx="2640">
                <c:v>0.9743038237420046</c:v>
              </c:pt>
              <c:pt idx="2641">
                <c:v>0.9641527142273187</c:v>
              </c:pt>
              <c:pt idx="2642">
                <c:v>0.9928890684871275</c:v>
              </c:pt>
              <c:pt idx="2643">
                <c:v>0.9407218612493006</c:v>
              </c:pt>
              <c:pt idx="2644">
                <c:v>0.9604914213628414</c:v>
              </c:pt>
              <c:pt idx="2645">
                <c:v>0.9500971774231904</c:v>
              </c:pt>
              <c:pt idx="2646">
                <c:v>0.9537370672849942</c:v>
              </c:pt>
              <c:pt idx="2647">
                <c:v>0.9755778492893042</c:v>
              </c:pt>
              <c:pt idx="2648">
                <c:v>0.9744421856031592</c:v>
              </c:pt>
              <c:pt idx="2649">
                <c:v>0.9768969110826509</c:v>
              </c:pt>
              <c:pt idx="2650">
                <c:v>0.9775199878664181</c:v>
              </c:pt>
              <c:pt idx="2651">
                <c:v>0.9396381320202795</c:v>
              </c:pt>
              <c:pt idx="2652">
                <c:v>0.93268312347819</c:v>
              </c:pt>
              <c:pt idx="2653">
                <c:v>1.015224294749403</c:v>
              </c:pt>
              <c:pt idx="2654">
                <c:v>1.0219514054887826</c:v>
              </c:pt>
              <c:pt idx="2655">
                <c:v>0.9359206663709501</c:v>
              </c:pt>
              <c:pt idx="2656">
                <c:v>0.965124804594793</c:v>
              </c:pt>
              <c:pt idx="2657">
                <c:v>0.9695128392894964</c:v>
              </c:pt>
              <c:pt idx="2658">
                <c:v>0.9731826137707629</c:v>
              </c:pt>
              <c:pt idx="2659">
                <c:v>0.672984133761115</c:v>
              </c:pt>
              <c:pt idx="2660">
                <c:v>0.9659280950700048</c:v>
              </c:pt>
              <c:pt idx="2661">
                <c:v>0.9671444235624532</c:v>
              </c:pt>
              <c:pt idx="2662">
                <c:v>0.8372037090145353</c:v>
              </c:pt>
              <c:pt idx="2663">
                <c:v>0.8217819460308473</c:v>
              </c:pt>
              <c:pt idx="2664">
                <c:v>0.8206342072661501</c:v>
              </c:pt>
              <c:pt idx="2665">
                <c:v>0.9758893601815782</c:v>
              </c:pt>
              <c:pt idx="2666">
                <c:v>0.9749395937881528</c:v>
              </c:pt>
              <c:pt idx="2667">
                <c:v>1.0114447385204772</c:v>
              </c:pt>
              <c:pt idx="2668">
                <c:v>1.0327733947700783</c:v>
              </c:pt>
              <c:pt idx="2669">
                <c:v>1.0456603106445397</c:v>
              </c:pt>
              <c:pt idx="2670">
                <c:v>1.0432742042508563</c:v>
              </c:pt>
              <c:pt idx="2671">
                <c:v>1.0445920035910767</c:v>
              </c:pt>
              <c:pt idx="2672">
                <c:v>0.8808886519890592</c:v>
              </c:pt>
              <c:pt idx="2673">
                <c:v>0.9760646710676871</c:v>
              </c:pt>
              <c:pt idx="2674">
                <c:v>1.0072006305326842</c:v>
              </c:pt>
              <c:pt idx="2675">
                <c:v>0.9197001580124666</c:v>
              </c:pt>
              <c:pt idx="2676">
                <c:v>0.8568751563059948</c:v>
              </c:pt>
              <c:pt idx="2677">
                <c:v>0.8410057597317216</c:v>
              </c:pt>
              <c:pt idx="2678">
                <c:v>0.9581335814277523</c:v>
              </c:pt>
              <c:pt idx="2679">
                <c:v>0.9461243104016505</c:v>
              </c:pt>
              <c:pt idx="2680">
                <c:v>0.9791457113672942</c:v>
              </c:pt>
              <c:pt idx="2681">
                <c:v>0.9824955239404587</c:v>
              </c:pt>
              <c:pt idx="2682">
                <c:v>0.9186451734089399</c:v>
              </c:pt>
              <c:pt idx="2683">
                <c:v>0.9195958804585752</c:v>
              </c:pt>
              <c:pt idx="2684">
                <c:v>0.9171866698427855</c:v>
              </c:pt>
              <c:pt idx="2685">
                <c:v>0.9199231626310583</c:v>
              </c:pt>
              <c:pt idx="2686">
                <c:v>0.9676122431206401</c:v>
              </c:pt>
              <c:pt idx="2687">
                <c:v>0.970392922439731</c:v>
              </c:pt>
              <c:pt idx="2688">
                <c:v>0.8840226882581681</c:v>
              </c:pt>
              <c:pt idx="2689">
                <c:v>0.69407867812614</c:v>
              </c:pt>
              <c:pt idx="2690">
                <c:v>1.0484874117931733</c:v>
              </c:pt>
              <c:pt idx="2691">
                <c:v>0.9536812054389073</c:v>
              </c:pt>
              <c:pt idx="2692">
                <c:v>0.9583115985689632</c:v>
              </c:pt>
              <c:pt idx="2693">
                <c:v>0.9446530635022272</c:v>
              </c:pt>
              <c:pt idx="2694">
                <c:v>0.9569957447755963</c:v>
              </c:pt>
              <c:pt idx="2695">
                <c:v>0.9700474743951168</c:v>
              </c:pt>
              <c:pt idx="2696">
                <c:v>0.9669024393450283</c:v>
              </c:pt>
              <c:pt idx="2697">
                <c:v>0.9674759690205648</c:v>
              </c:pt>
              <c:pt idx="2698">
                <c:v>0.8616824978455557</c:v>
              </c:pt>
              <c:pt idx="2699">
                <c:v>0.8600123294596691</c:v>
              </c:pt>
              <c:pt idx="2700">
                <c:v>0.9647698977280621</c:v>
              </c:pt>
              <c:pt idx="2701">
                <c:v>0.9690371816616445</c:v>
              </c:pt>
              <c:pt idx="2702">
                <c:v>0.9637494701435562</c:v>
              </c:pt>
              <c:pt idx="2703">
                <c:v>0.9654694753003102</c:v>
              </c:pt>
              <c:pt idx="2704">
                <c:v>0.9553393431509161</c:v>
              </c:pt>
              <c:pt idx="2705">
                <c:v>0.9464757325824688</c:v>
              </c:pt>
              <c:pt idx="2706">
                <c:v>0.626279696445544</c:v>
              </c:pt>
              <c:pt idx="2707">
                <c:v>0.9002692013932383</c:v>
              </c:pt>
              <c:pt idx="2708">
                <c:v>0.906930678105178</c:v>
              </c:pt>
              <c:pt idx="2709">
                <c:v>0.9104796668567889</c:v>
              </c:pt>
              <c:pt idx="2710">
                <c:v>0.8994466980645983</c:v>
              </c:pt>
              <c:pt idx="2711">
                <c:v>0.8901292485633371</c:v>
              </c:pt>
              <c:pt idx="2712">
                <c:v>0.8949138018663602</c:v>
              </c:pt>
              <c:pt idx="2713">
                <c:v>0.8377447415332393</c:v>
              </c:pt>
              <c:pt idx="2714">
                <c:v>0.8872726224160175</c:v>
              </c:pt>
              <c:pt idx="2715">
                <c:v>0.9010160259150086</c:v>
              </c:pt>
              <c:pt idx="2716">
                <c:v>0.9823144093292873</c:v>
              </c:pt>
              <c:pt idx="2717">
                <c:v>0.9475297262281409</c:v>
              </c:pt>
              <c:pt idx="2718">
                <c:v>1.0375374169488167</c:v>
              </c:pt>
              <c:pt idx="2719">
                <c:v>0.5107725097876228</c:v>
              </c:pt>
              <c:pt idx="2720">
                <c:v>0.4852852611981284</c:v>
              </c:pt>
              <c:pt idx="2721">
                <c:v>0.8649246272017265</c:v>
              </c:pt>
              <c:pt idx="2722">
                <c:v>0.9491136693941301</c:v>
              </c:pt>
              <c:pt idx="2723">
                <c:v>0.9171493894304741</c:v>
              </c:pt>
              <c:pt idx="2724">
                <c:v>0.9284495099036563</c:v>
              </c:pt>
              <c:pt idx="2725">
                <c:v>0.9320886681537984</c:v>
              </c:pt>
              <c:pt idx="2726">
                <c:v>0.9184846258595251</c:v>
              </c:pt>
              <c:pt idx="2727">
                <c:v>0.9130962133114906</c:v>
              </c:pt>
              <c:pt idx="2728">
                <c:v>1.035432945781466</c:v>
              </c:pt>
              <c:pt idx="2729">
                <c:v>0.9444302957824144</c:v>
              </c:pt>
              <c:pt idx="2730">
                <c:v>0.8503011749202648</c:v>
              </c:pt>
              <c:pt idx="2731">
                <c:v>0.9884848456155485</c:v>
              </c:pt>
              <c:pt idx="2732">
                <c:v>0.987750601020844</c:v>
              </c:pt>
              <c:pt idx="2733">
                <c:v>0.9868636164751728</c:v>
              </c:pt>
              <c:pt idx="2734">
                <c:v>0.9815989581532534</c:v>
              </c:pt>
              <c:pt idx="2735">
                <c:v>0.970776219681907</c:v>
              </c:pt>
              <c:pt idx="2736">
                <c:v>0.6437726316192429</c:v>
              </c:pt>
              <c:pt idx="2737">
                <c:v>1.0429555869637033</c:v>
              </c:pt>
              <c:pt idx="2738">
                <c:v>0.9953573660784084</c:v>
              </c:pt>
              <c:pt idx="2739">
                <c:v>0.9477020209356599</c:v>
              </c:pt>
              <c:pt idx="2740">
                <c:v>0.9574959226605217</c:v>
              </c:pt>
              <c:pt idx="2741">
                <c:v>0.7829666323378088</c:v>
              </c:pt>
              <c:pt idx="2742">
                <c:v>1.0342531316530592</c:v>
              </c:pt>
              <c:pt idx="2743">
                <c:v>1.0250113445463755</c:v>
              </c:pt>
              <c:pt idx="2744">
                <c:v>1.0446784273719676</c:v>
              </c:pt>
              <c:pt idx="2745">
                <c:v>0.9504521058064526</c:v>
              </c:pt>
              <c:pt idx="2746">
                <c:v>0.9640573375083201</c:v>
              </c:pt>
              <c:pt idx="2747">
                <c:v>0.9674742103789804</c:v>
              </c:pt>
              <c:pt idx="2748">
                <c:v>0.6730537977262905</c:v>
              </c:pt>
              <c:pt idx="2749">
                <c:v>0.9944561618285439</c:v>
              </c:pt>
              <c:pt idx="2750">
                <c:v>0.9245772239363587</c:v>
              </c:pt>
              <c:pt idx="2751">
                <c:v>0.9354959500904956</c:v>
              </c:pt>
              <c:pt idx="2752">
                <c:v>0.9492377436212378</c:v>
              </c:pt>
              <c:pt idx="2753">
                <c:v>0.928859241111609</c:v>
              </c:pt>
              <c:pt idx="2754">
                <c:v>0.8671124267038225</c:v>
              </c:pt>
              <c:pt idx="2755">
                <c:v>0.8757338199342518</c:v>
              </c:pt>
              <c:pt idx="2756">
                <c:v>0.8673210786936697</c:v>
              </c:pt>
              <c:pt idx="2757">
                <c:v>0.8818904850192169</c:v>
              </c:pt>
              <c:pt idx="2758">
                <c:v>1.020549971266447</c:v>
              </c:pt>
              <c:pt idx="2759">
                <c:v>0.8959736836518372</c:v>
              </c:pt>
              <c:pt idx="2760">
                <c:v>0.7811174505766372</c:v>
              </c:pt>
              <c:pt idx="2761">
                <c:v>0.822753367931507</c:v>
              </c:pt>
              <c:pt idx="2762">
                <c:v>0.9471640996007118</c:v>
              </c:pt>
              <c:pt idx="2763">
                <c:v>0.9891552432882762</c:v>
              </c:pt>
              <c:pt idx="2764">
                <c:v>0.9866235169154153</c:v>
              </c:pt>
              <c:pt idx="2765">
                <c:v>0.9865397660937646</c:v>
              </c:pt>
              <c:pt idx="2766">
                <c:v>0.985709482325463</c:v>
              </c:pt>
              <c:pt idx="2767">
                <c:v>1.0034959121915439</c:v>
              </c:pt>
              <c:pt idx="2768">
                <c:v>0.701695392770544</c:v>
              </c:pt>
              <c:pt idx="2769">
                <c:v>0.759961058215703</c:v>
              </c:pt>
              <c:pt idx="2770">
                <c:v>0.9718243297989714</c:v>
              </c:pt>
              <c:pt idx="2771">
                <c:v>1.0038045579180355</c:v>
              </c:pt>
              <c:pt idx="2772">
                <c:v>1.003639681747132</c:v>
              </c:pt>
              <c:pt idx="2773">
                <c:v>1.0066588335367217</c:v>
              </c:pt>
              <c:pt idx="2774">
                <c:v>0.976414646589181</c:v>
              </c:pt>
              <c:pt idx="2775">
                <c:v>0.8999929787316521</c:v>
              </c:pt>
              <c:pt idx="2776">
                <c:v>0.9586758902841535</c:v>
              </c:pt>
              <c:pt idx="2777">
                <c:v>1.0471033204383227</c:v>
              </c:pt>
              <c:pt idx="2778">
                <c:v>1.051562698370515</c:v>
              </c:pt>
              <c:pt idx="2779">
                <c:v>1.050919206081418</c:v>
              </c:pt>
              <c:pt idx="2780">
                <c:v>0.9401679284773669</c:v>
              </c:pt>
              <c:pt idx="2781">
                <c:v>0.9900045213034087</c:v>
              </c:pt>
              <c:pt idx="2782">
                <c:v>0.9933915317365487</c:v>
              </c:pt>
              <c:pt idx="2783">
                <c:v>0.9929945296651537</c:v>
              </c:pt>
              <c:pt idx="2784">
                <c:v>1.0066378808557919</c:v>
              </c:pt>
              <c:pt idx="2785">
                <c:v>0.9938197011462947</c:v>
              </c:pt>
              <c:pt idx="2786">
                <c:v>1.0632389871908867</c:v>
              </c:pt>
              <c:pt idx="2787">
                <c:v>1.0532723132889783</c:v>
              </c:pt>
              <c:pt idx="2788">
                <c:v>1.0631932019753274</c:v>
              </c:pt>
              <c:pt idx="2789">
                <c:v>0.9840359705067101</c:v>
              </c:pt>
              <c:pt idx="2790">
                <c:v>0.9393587824519751</c:v>
              </c:pt>
              <c:pt idx="2791">
                <c:v>0.9339426666077345</c:v>
              </c:pt>
              <c:pt idx="2792">
                <c:v>0.9007719618483924</c:v>
              </c:pt>
              <c:pt idx="2793">
                <c:v>0.916057892051847</c:v>
              </c:pt>
              <c:pt idx="2794">
                <c:v>0.9151368401434745</c:v>
              </c:pt>
              <c:pt idx="2795">
                <c:v>0.9192408018605848</c:v>
              </c:pt>
              <c:pt idx="2796">
                <c:v>1.027797266378945</c:v>
              </c:pt>
              <c:pt idx="2797">
                <c:v>0.9752623957770509</c:v>
              </c:pt>
              <c:pt idx="2798">
                <c:v>0.7492455119088245</c:v>
              </c:pt>
              <c:pt idx="2799">
                <c:v>0.780156565674929</c:v>
              </c:pt>
              <c:pt idx="2800">
                <c:v>0.6215370946198614</c:v>
              </c:pt>
              <c:pt idx="2801">
                <c:v>1.012156815619631</c:v>
              </c:pt>
              <c:pt idx="2802">
                <c:v>0.7846452734176761</c:v>
              </c:pt>
              <c:pt idx="2803">
                <c:v>0.8163431417270336</c:v>
              </c:pt>
              <c:pt idx="2804">
                <c:v>0.8775812037848967</c:v>
              </c:pt>
              <c:pt idx="2805">
                <c:v>0.8518392144324696</c:v>
              </c:pt>
              <c:pt idx="2806">
                <c:v>0.6819534878879269</c:v>
              </c:pt>
              <c:pt idx="2807">
                <c:v>0.7766253025029566</c:v>
              </c:pt>
              <c:pt idx="2808">
                <c:v>0.9730518095157237</c:v>
              </c:pt>
              <c:pt idx="2809">
                <c:v>0.7973557790251337</c:v>
              </c:pt>
              <c:pt idx="2810">
                <c:v>0.8260344777001994</c:v>
              </c:pt>
              <c:pt idx="2811">
                <c:v>0.8778826182207705</c:v>
              </c:pt>
              <c:pt idx="2812">
                <c:v>0.84263123725427</c:v>
              </c:pt>
              <c:pt idx="2813">
                <c:v>0.9567768089079468</c:v>
              </c:pt>
              <c:pt idx="2814">
                <c:v>0.9664481319221107</c:v>
              </c:pt>
              <c:pt idx="2815">
                <c:v>0.9547074490408887</c:v>
              </c:pt>
              <c:pt idx="2816">
                <c:v>0.9567156710582199</c:v>
              </c:pt>
              <c:pt idx="2817">
                <c:v>0.8360329375229674</c:v>
              </c:pt>
              <c:pt idx="2818">
                <c:v>0.8210094626797907</c:v>
              </c:pt>
              <c:pt idx="2819">
                <c:v>0.8073537022443181</c:v>
              </c:pt>
              <c:pt idx="2820">
                <c:v>0.9420083952282979</c:v>
              </c:pt>
              <c:pt idx="2821">
                <c:v>0.8772809880471365</c:v>
              </c:pt>
              <c:pt idx="2822">
                <c:v>0.8630323779139019</c:v>
              </c:pt>
              <c:pt idx="2823">
                <c:v>0.8474771276098043</c:v>
              </c:pt>
              <c:pt idx="2824">
                <c:v>0.9604591795277087</c:v>
              </c:pt>
              <c:pt idx="2825">
                <c:v>0.6781254330161833</c:v>
              </c:pt>
              <c:pt idx="2826">
                <c:v>1.0058649247991445</c:v>
              </c:pt>
              <c:pt idx="2827">
                <c:v>0.9905483939228759</c:v>
              </c:pt>
              <c:pt idx="2828">
                <c:v>0.9081243314526083</c:v>
              </c:pt>
              <c:pt idx="2829">
                <c:v>0.9843087116059833</c:v>
              </c:pt>
              <c:pt idx="2830">
                <c:v>0.7407417855730123</c:v>
              </c:pt>
              <c:pt idx="2831">
                <c:v>0.784078795870003</c:v>
              </c:pt>
              <c:pt idx="2832">
                <c:v>0.7901722256086019</c:v>
              </c:pt>
              <c:pt idx="2833">
                <c:v>0.9756664609784766</c:v>
              </c:pt>
              <c:pt idx="2834">
                <c:v>0.9924211418237822</c:v>
              </c:pt>
              <c:pt idx="2835">
                <c:v>0.8963716168891412</c:v>
              </c:pt>
              <c:pt idx="2836">
                <c:v>0.8342120679657118</c:v>
              </c:pt>
              <c:pt idx="2837">
                <c:v>0.8382253695481712</c:v>
              </c:pt>
              <c:pt idx="2838">
                <c:v>0.9005287430275206</c:v>
              </c:pt>
              <c:pt idx="2839">
                <c:v>0.8908610158827813</c:v>
              </c:pt>
              <c:pt idx="2840">
                <c:v>0.8281466673575025</c:v>
              </c:pt>
              <c:pt idx="2841">
                <c:v>0.8287831820911737</c:v>
              </c:pt>
              <c:pt idx="2842">
                <c:v>0.8215426988971873</c:v>
              </c:pt>
              <c:pt idx="2843">
                <c:v>0.8341255420270266</c:v>
              </c:pt>
              <c:pt idx="2844">
                <c:v>1.0623055320894632</c:v>
              </c:pt>
              <c:pt idx="2845">
                <c:v>0.9844205027178891</c:v>
              </c:pt>
              <c:pt idx="2846">
                <c:v>0.9810804182040126</c:v>
              </c:pt>
              <c:pt idx="2847">
                <c:v>0.9849264128483987</c:v>
              </c:pt>
              <c:pt idx="2848">
                <c:v>0.952394450668792</c:v>
              </c:pt>
              <c:pt idx="2849">
                <c:v>0.9864717874358061</c:v>
              </c:pt>
              <c:pt idx="2850">
                <c:v>1.0069809547122042</c:v>
              </c:pt>
              <c:pt idx="2851">
                <c:v>0.9734215277197796</c:v>
              </c:pt>
              <c:pt idx="2852">
                <c:v>0.9788532658631006</c:v>
              </c:pt>
              <c:pt idx="2853">
                <c:v>0.9776931014928826</c:v>
              </c:pt>
              <c:pt idx="2854">
                <c:v>0.9300683922587798</c:v>
              </c:pt>
              <c:pt idx="2855">
                <c:v>0.9109138319825464</c:v>
              </c:pt>
              <c:pt idx="2856">
                <c:v>0.9131544896698719</c:v>
              </c:pt>
              <c:pt idx="2857">
                <c:v>0.9122878064118661</c:v>
              </c:pt>
              <c:pt idx="2858">
                <c:v>0.9351350499935684</c:v>
              </c:pt>
              <c:pt idx="2859">
                <c:v>0.8966741589626744</c:v>
              </c:pt>
              <c:pt idx="2860">
                <c:v>0.8994474105686343</c:v>
              </c:pt>
              <c:pt idx="2861">
                <c:v>0.9211886486422123</c:v>
              </c:pt>
              <c:pt idx="2862">
                <c:v>0.9193613213212101</c:v>
              </c:pt>
              <c:pt idx="2863">
                <c:v>0.9040481643599231</c:v>
              </c:pt>
              <c:pt idx="2864">
                <c:v>0.9321992505174774</c:v>
              </c:pt>
              <c:pt idx="2865">
                <c:v>0.9567984100812966</c:v>
              </c:pt>
              <c:pt idx="2866">
                <c:v>0.9539316118947969</c:v>
              </c:pt>
              <c:pt idx="2867">
                <c:v>0.9911740600705325</c:v>
              </c:pt>
              <c:pt idx="2868">
                <c:v>0.996281925135472</c:v>
              </c:pt>
              <c:pt idx="2869">
                <c:v>1.0071474294642184</c:v>
              </c:pt>
              <c:pt idx="2870">
                <c:v>0.8756293570418889</c:v>
              </c:pt>
              <c:pt idx="2871">
                <c:v>0.9763857335663797</c:v>
              </c:pt>
              <c:pt idx="2872">
                <c:v>1.0426497171017</c:v>
              </c:pt>
              <c:pt idx="2873">
                <c:v>0.4545866920106138</c:v>
              </c:pt>
              <c:pt idx="2874">
                <c:v>0.4940631396757506</c:v>
              </c:pt>
              <c:pt idx="2875">
                <c:v>0.7227024758133752</c:v>
              </c:pt>
              <c:pt idx="2876">
                <c:v>0.9094405799976941</c:v>
              </c:pt>
              <c:pt idx="2877">
                <c:v>0.9751657567300668</c:v>
              </c:pt>
              <c:pt idx="2878">
                <c:v>0.734333710616755</c:v>
              </c:pt>
              <c:pt idx="2879">
                <c:v>0.7808117811468743</c:v>
              </c:pt>
              <c:pt idx="2880">
                <c:v>0.786512885866916</c:v>
              </c:pt>
              <c:pt idx="2881">
                <c:v>0.8289660130329479</c:v>
              </c:pt>
              <c:pt idx="2882">
                <c:v>0.8291238398196993</c:v>
              </c:pt>
              <c:pt idx="2883">
                <c:v>0.8127277531416343</c:v>
              </c:pt>
              <c:pt idx="2884">
                <c:v>0.8084914973347577</c:v>
              </c:pt>
              <c:pt idx="2885">
                <c:v>0.798812838415372</c:v>
              </c:pt>
              <c:pt idx="2886">
                <c:v>0.9955482986519341</c:v>
              </c:pt>
              <c:pt idx="2887">
                <c:v>1.0307149416856685</c:v>
              </c:pt>
              <c:pt idx="2888">
                <c:v>1.0456741958635116</c:v>
              </c:pt>
              <c:pt idx="2889">
                <c:v>1.0470022205108604</c:v>
              </c:pt>
              <c:pt idx="2890">
                <c:v>1.0436423051277688</c:v>
              </c:pt>
              <c:pt idx="2891">
                <c:v>0.34401369546009714</c:v>
              </c:pt>
              <c:pt idx="2892">
                <c:v>0.3833173934460905</c:v>
              </c:pt>
              <c:pt idx="2893">
                <c:v>0.3270682635401748</c:v>
              </c:pt>
              <c:pt idx="2894">
                <c:v>0.33129867412446395</c:v>
              </c:pt>
              <c:pt idx="2895">
                <c:v>0.3877631576976954</c:v>
              </c:pt>
              <c:pt idx="2896">
                <c:v>0.45530569068854265</c:v>
              </c:pt>
              <c:pt idx="2897">
                <c:v>0.5111239879720019</c:v>
              </c:pt>
              <c:pt idx="2898">
                <c:v>0.6488142935173997</c:v>
              </c:pt>
              <c:pt idx="2899">
                <c:v>0.6743745718376177</c:v>
              </c:pt>
              <c:pt idx="2900">
                <c:v>0.9037702859187242</c:v>
              </c:pt>
              <c:pt idx="2901">
                <c:v>0.7744315234913901</c:v>
              </c:pt>
              <c:pt idx="2902">
                <c:v>0.7629456515854973</c:v>
              </c:pt>
              <c:pt idx="2903">
                <c:v>0.8502628954105835</c:v>
              </c:pt>
              <c:pt idx="2904">
                <c:v>0.8438122657517999</c:v>
              </c:pt>
              <c:pt idx="2905">
                <c:v>0.8415554807763778</c:v>
              </c:pt>
              <c:pt idx="2906">
                <c:v>0.9610811740158727</c:v>
              </c:pt>
              <c:pt idx="2907">
                <c:v>0.9616352884773025</c:v>
              </c:pt>
              <c:pt idx="2908">
                <c:v>0.6329332048043643</c:v>
              </c:pt>
              <c:pt idx="2909">
                <c:v>0.8742567424238354</c:v>
              </c:pt>
              <c:pt idx="2910">
                <c:v>0.8985243768608905</c:v>
              </c:pt>
              <c:pt idx="2911">
                <c:v>0.9682821252754102</c:v>
              </c:pt>
              <c:pt idx="2912">
                <c:v>0.9694038563026512</c:v>
              </c:pt>
              <c:pt idx="2913">
                <c:v>0.7863140777831218</c:v>
              </c:pt>
              <c:pt idx="2914">
                <c:v>0.9405164838833694</c:v>
              </c:pt>
              <c:pt idx="2915">
                <c:v>0.8648170444798616</c:v>
              </c:pt>
              <c:pt idx="2916">
                <c:v>0.6427836319846064</c:v>
              </c:pt>
              <c:pt idx="2917">
                <c:v>0.9890390860480548</c:v>
              </c:pt>
              <c:pt idx="2918">
                <c:v>0.9319058232654528</c:v>
              </c:pt>
              <c:pt idx="2919">
                <c:v>0.9563039349366119</c:v>
              </c:pt>
              <c:pt idx="2920">
                <c:v>0.9266971974410804</c:v>
              </c:pt>
              <c:pt idx="2921">
                <c:v>0.932620747282302</c:v>
              </c:pt>
              <c:pt idx="2922">
                <c:v>0.656727027646363</c:v>
              </c:pt>
              <c:pt idx="2923">
                <c:v>1.006846463092868</c:v>
              </c:pt>
              <c:pt idx="2924">
                <c:v>0.9359381896291601</c:v>
              </c:pt>
              <c:pt idx="2925">
                <c:v>0.9711918239838788</c:v>
              </c:pt>
              <c:pt idx="2926">
                <c:v>0.7659588651412684</c:v>
              </c:pt>
              <c:pt idx="2927">
                <c:v>0.9674429424410332</c:v>
              </c:pt>
              <c:pt idx="2928">
                <c:v>0.9614543981073322</c:v>
              </c:pt>
              <c:pt idx="2929">
                <c:v>0.9156774335341192</c:v>
              </c:pt>
              <c:pt idx="2930">
                <c:v>0.8313182506865671</c:v>
              </c:pt>
              <c:pt idx="2931">
                <c:v>0.9516728002880006</c:v>
              </c:pt>
              <c:pt idx="2932">
                <c:v>0.9886831151352427</c:v>
              </c:pt>
              <c:pt idx="2933">
                <c:v>0.9701757177520152</c:v>
              </c:pt>
              <c:pt idx="2934">
                <c:v>0.8995876818235435</c:v>
              </c:pt>
              <c:pt idx="2935">
                <c:v>0.761165529366941</c:v>
              </c:pt>
              <c:pt idx="2936">
                <c:v>0.7663363322923151</c:v>
              </c:pt>
              <c:pt idx="2937">
                <c:v>1.0491324806525404</c:v>
              </c:pt>
              <c:pt idx="2938">
                <c:v>0.9619692388064032</c:v>
              </c:pt>
              <c:pt idx="2939">
                <c:v>1.0113650878310956</c:v>
              </c:pt>
              <c:pt idx="2940">
                <c:v>1.0483613223199897</c:v>
              </c:pt>
              <c:pt idx="2941">
                <c:v>0.7405869670790467</c:v>
              </c:pt>
              <c:pt idx="2942">
                <c:v>0.9660626184512147</c:v>
              </c:pt>
              <c:pt idx="2943">
                <c:v>0.8879956921755148</c:v>
              </c:pt>
              <c:pt idx="2944">
                <c:v>0.947913440191944</c:v>
              </c:pt>
              <c:pt idx="2945">
                <c:v>0.8763407156606849</c:v>
              </c:pt>
              <c:pt idx="2946">
                <c:v>0.7280795649045393</c:v>
              </c:pt>
              <c:pt idx="2947">
                <c:v>0.6641915022254158</c:v>
              </c:pt>
              <c:pt idx="2948">
                <c:v>0.30659757869770177</c:v>
              </c:pt>
              <c:pt idx="2949">
                <c:v>0.7651627664425815</c:v>
              </c:pt>
              <c:pt idx="2950">
                <c:v>0.46017606073550693</c:v>
              </c:pt>
              <c:pt idx="2951">
                <c:v>0.5362443966931643</c:v>
              </c:pt>
              <c:pt idx="2952">
                <c:v>0.9328419839544541</c:v>
              </c:pt>
              <c:pt idx="2953">
                <c:v>1.0426192631643931</c:v>
              </c:pt>
              <c:pt idx="2954">
                <c:v>1.0199126905566314</c:v>
              </c:pt>
              <c:pt idx="2955">
                <c:v>1.0114081480486532</c:v>
              </c:pt>
              <c:pt idx="2956">
                <c:v>0.9567202315182103</c:v>
              </c:pt>
              <c:pt idx="2957">
                <c:v>0.9477618737970616</c:v>
              </c:pt>
              <c:pt idx="2958">
                <c:v>0.8251222096507285</c:v>
              </c:pt>
              <c:pt idx="2959">
                <c:v>0.49971491363263937</c:v>
              </c:pt>
              <c:pt idx="2960">
                <c:v>0.5287719704900389</c:v>
              </c:pt>
              <c:pt idx="2961">
                <c:v>1.0069172402551543</c:v>
              </c:pt>
              <c:pt idx="2962">
                <c:v>0.9797053656085605</c:v>
              </c:pt>
              <c:pt idx="2963">
                <c:v>0.9107489404249495</c:v>
              </c:pt>
              <c:pt idx="2964">
                <c:v>0.7837735222416852</c:v>
              </c:pt>
              <c:pt idx="2965">
                <c:v>0.9795245935375468</c:v>
              </c:pt>
              <c:pt idx="2966">
                <c:v>0.9538947947636919</c:v>
              </c:pt>
              <c:pt idx="2967">
                <c:v>1.0474051002133764</c:v>
              </c:pt>
              <c:pt idx="2968">
                <c:v>0.8112430464875443</c:v>
              </c:pt>
              <c:pt idx="2969">
                <c:v>0.9692512873365261</c:v>
              </c:pt>
              <c:pt idx="2970">
                <c:v>0.9579536732107243</c:v>
              </c:pt>
              <c:pt idx="2971">
                <c:v>0.971101982480331</c:v>
              </c:pt>
              <c:pt idx="2972">
                <c:v>0.9564458146155995</c:v>
              </c:pt>
              <c:pt idx="2973">
                <c:v>0.8430593983737847</c:v>
              </c:pt>
              <c:pt idx="2974">
                <c:v>0.8962330523443199</c:v>
              </c:pt>
              <c:pt idx="2975">
                <c:v>0.5075668286825674</c:v>
              </c:pt>
              <c:pt idx="2976">
                <c:v>0.9604479188737648</c:v>
              </c:pt>
              <c:pt idx="2977">
                <c:v>0.9354675195522243</c:v>
              </c:pt>
              <c:pt idx="2978">
                <c:v>0.9261732100850212</c:v>
              </c:pt>
              <c:pt idx="2979">
                <c:v>0.7758585127870942</c:v>
              </c:pt>
              <c:pt idx="2980">
                <c:v>0.9610078823608372</c:v>
              </c:pt>
              <c:pt idx="2981">
                <c:v>0.7890313737492584</c:v>
              </c:pt>
              <c:pt idx="2982">
                <c:v>0.9593239434240526</c:v>
              </c:pt>
              <c:pt idx="2983">
                <c:v>0.6100574046604688</c:v>
              </c:pt>
              <c:pt idx="2984">
                <c:v>0.6445371792990481</c:v>
              </c:pt>
              <c:pt idx="2985">
                <c:v>0.659513926132469</c:v>
              </c:pt>
              <c:pt idx="2986">
                <c:v>0.8923226198514124</c:v>
              </c:pt>
              <c:pt idx="2987">
                <c:v>1.0067057154530756</c:v>
              </c:pt>
              <c:pt idx="2988">
                <c:v>0.9885983937564424</c:v>
              </c:pt>
              <c:pt idx="2989">
                <c:v>1.008821364566199</c:v>
              </c:pt>
              <c:pt idx="2990">
                <c:v>1.0358487464056387</c:v>
              </c:pt>
              <c:pt idx="2991">
                <c:v>0.9753554614788087</c:v>
              </c:pt>
              <c:pt idx="2992">
                <c:v>0.7839125415336595</c:v>
              </c:pt>
              <c:pt idx="2993">
                <c:v>0.9879324035896637</c:v>
              </c:pt>
              <c:pt idx="2994">
                <c:v>0.933138407416889</c:v>
              </c:pt>
              <c:pt idx="2995">
                <c:v>0.843997850753874</c:v>
              </c:pt>
              <c:pt idx="2996">
                <c:v>0.8296890691168112</c:v>
              </c:pt>
              <c:pt idx="2997">
                <c:v>0.979054685616516</c:v>
              </c:pt>
              <c:pt idx="2998">
                <c:v>0.977559106336884</c:v>
              </c:pt>
              <c:pt idx="2999">
                <c:v>0.9798293152976371</c:v>
              </c:pt>
              <c:pt idx="3000">
                <c:v>0.9566433631952825</c:v>
              </c:pt>
              <c:pt idx="3001">
                <c:v>0.9509130704214144</c:v>
              </c:pt>
              <c:pt idx="3002">
                <c:v>0.9704674507797866</c:v>
              </c:pt>
              <c:pt idx="3003">
                <c:v>0.9699232730402793</c:v>
              </c:pt>
              <c:pt idx="3004">
                <c:v>0.9431782540480543</c:v>
              </c:pt>
              <c:pt idx="3005">
                <c:v>0.9446357874540235</c:v>
              </c:pt>
              <c:pt idx="3006">
                <c:v>0.9535425508954973</c:v>
              </c:pt>
              <c:pt idx="3007">
                <c:v>0.9426431941961878</c:v>
              </c:pt>
              <c:pt idx="3008">
                <c:v>0.9497687948593139</c:v>
              </c:pt>
              <c:pt idx="3009">
                <c:v>0.9435952973538865</c:v>
              </c:pt>
              <c:pt idx="3010">
                <c:v>0.9425934315529474</c:v>
              </c:pt>
              <c:pt idx="3011">
                <c:v>0.9295091752158096</c:v>
              </c:pt>
              <c:pt idx="3012">
                <c:v>0.946485310072395</c:v>
              </c:pt>
              <c:pt idx="3013">
                <c:v>0.971538029982333</c:v>
              </c:pt>
              <c:pt idx="3014">
                <c:v>0.9717855525810022</c:v>
              </c:pt>
              <c:pt idx="3015">
                <c:v>0.9711745673870629</c:v>
              </c:pt>
              <c:pt idx="3016">
                <c:v>0.9305463271755259</c:v>
              </c:pt>
              <c:pt idx="3017">
                <c:v>0.9323866965007127</c:v>
              </c:pt>
              <c:pt idx="3018">
                <c:v>0.9379326706404543</c:v>
              </c:pt>
              <c:pt idx="3019">
                <c:v>0.9349057375453929</c:v>
              </c:pt>
              <c:pt idx="3020">
                <c:v>0.9178654122389611</c:v>
              </c:pt>
              <c:pt idx="3021">
                <c:v>0.9728555451376896</c:v>
              </c:pt>
              <c:pt idx="3022">
                <c:v>0.9932342729026447</c:v>
              </c:pt>
              <c:pt idx="3023">
                <c:v>0.9721071406201953</c:v>
              </c:pt>
              <c:pt idx="3024">
                <c:v>0.9824005876784748</c:v>
              </c:pt>
              <c:pt idx="3025">
                <c:v>0.9461814953594286</c:v>
              </c:pt>
              <c:pt idx="3026">
                <c:v>0.9425658429183923</c:v>
              </c:pt>
              <c:pt idx="3027">
                <c:v>0.946848312430462</c:v>
              </c:pt>
              <c:pt idx="3028">
                <c:v>0.9379193583228208</c:v>
              </c:pt>
              <c:pt idx="3029">
                <c:v>0.9644966342090845</c:v>
              </c:pt>
              <c:pt idx="3030">
                <c:v>0.9640012417284253</c:v>
              </c:pt>
              <c:pt idx="3031">
                <c:v>0.9462758112495199</c:v>
              </c:pt>
              <c:pt idx="3032">
                <c:v>0.9729845320294321</c:v>
              </c:pt>
              <c:pt idx="3033">
                <c:v>0.9652238698267647</c:v>
              </c:pt>
              <c:pt idx="3034">
                <c:v>0.979592468577158</c:v>
              </c:pt>
              <c:pt idx="3035">
                <c:v>0.9892847089075366</c:v>
              </c:pt>
              <c:pt idx="3036">
                <c:v>0.9822753017802406</c:v>
              </c:pt>
              <c:pt idx="3037">
                <c:v>0.9737599289186136</c:v>
              </c:pt>
              <c:pt idx="3038">
                <c:v>0.9356051882804977</c:v>
              </c:pt>
              <c:pt idx="3039">
                <c:v>0.9140582075135724</c:v>
              </c:pt>
              <c:pt idx="3040">
                <c:v>0.9353351154819571</c:v>
              </c:pt>
              <c:pt idx="3041">
                <c:v>0.9507501223628761</c:v>
              </c:pt>
              <c:pt idx="3042">
                <c:v>0.9469633758700876</c:v>
              </c:pt>
              <c:pt idx="3043">
                <c:v>0.9616777030143322</c:v>
              </c:pt>
              <c:pt idx="3044">
                <c:v>0.8972463465771782</c:v>
              </c:pt>
              <c:pt idx="3045">
                <c:v>0.8889521677468771</c:v>
              </c:pt>
              <c:pt idx="3046">
                <c:v>0.9008694211836816</c:v>
              </c:pt>
              <c:pt idx="3047">
                <c:v>0.9701325487455128</c:v>
              </c:pt>
              <c:pt idx="3048">
                <c:v>0.9014270521614752</c:v>
              </c:pt>
              <c:pt idx="3049">
                <c:v>0.887921008814976</c:v>
              </c:pt>
              <c:pt idx="3050">
                <c:v>0.8980575928140125</c:v>
              </c:pt>
              <c:pt idx="3051">
                <c:v>1.010565112394881</c:v>
              </c:pt>
              <c:pt idx="3052">
                <c:v>1.004148665633539</c:v>
              </c:pt>
              <c:pt idx="3053">
                <c:v>1.008893912299721</c:v>
              </c:pt>
              <c:pt idx="3054">
                <c:v>0.6909215832906156</c:v>
              </c:pt>
              <c:pt idx="3055">
                <c:v>0.6942603363306371</c:v>
              </c:pt>
              <c:pt idx="3056">
                <c:v>0.7134735526079199</c:v>
              </c:pt>
              <c:pt idx="3057">
                <c:v>0.9274228754064018</c:v>
              </c:pt>
              <c:pt idx="3058">
                <c:v>0.946274118936021</c:v>
              </c:pt>
              <c:pt idx="3059">
                <c:v>0.9568057816412397</c:v>
              </c:pt>
              <c:pt idx="3060">
                <c:v>0.9530998537171651</c:v>
              </c:pt>
              <c:pt idx="3061">
                <c:v>0.943708959570577</c:v>
              </c:pt>
              <c:pt idx="3062">
                <c:v>0.9114594553012058</c:v>
              </c:pt>
              <c:pt idx="3063">
                <c:v>0.8905028413657803</c:v>
              </c:pt>
              <c:pt idx="3064">
                <c:v>0.8899288097660232</c:v>
              </c:pt>
              <c:pt idx="3065">
                <c:v>0.8888598789197598</c:v>
              </c:pt>
              <c:pt idx="3066">
                <c:v>0.9820661944215832</c:v>
              </c:pt>
              <c:pt idx="3067">
                <c:v>0.9926411191745899</c:v>
              </c:pt>
              <c:pt idx="3068">
                <c:v>0.9795586022272672</c:v>
              </c:pt>
              <c:pt idx="3069">
                <c:v>0.9897058938312038</c:v>
              </c:pt>
              <c:pt idx="3070">
                <c:v>0.9782587524542563</c:v>
              </c:pt>
              <c:pt idx="3071">
                <c:v>0.9578420471382564</c:v>
              </c:pt>
              <c:pt idx="3072">
                <c:v>0.9538286767439882</c:v>
              </c:pt>
              <c:pt idx="3073">
                <c:v>0.8889659614217833</c:v>
              </c:pt>
              <c:pt idx="3074">
                <c:v>0.9037844145653708</c:v>
              </c:pt>
              <c:pt idx="3075">
                <c:v>0.9074445033152783</c:v>
              </c:pt>
              <c:pt idx="3076">
                <c:v>0.9878055967759529</c:v>
              </c:pt>
              <c:pt idx="3077">
                <c:v>0.9870089820684139</c:v>
              </c:pt>
              <c:pt idx="3078">
                <c:v>0.8788596994281803</c:v>
              </c:pt>
              <c:pt idx="3079">
                <c:v>0.873936871685028</c:v>
              </c:pt>
              <c:pt idx="3080">
                <c:v>0.9246141246616927</c:v>
              </c:pt>
              <c:pt idx="3081">
                <c:v>0.9215926866674397</c:v>
              </c:pt>
              <c:pt idx="3082">
                <c:v>0.9242410805677597</c:v>
              </c:pt>
              <c:pt idx="3083">
                <c:v>0.9192951090206409</c:v>
              </c:pt>
              <c:pt idx="3084">
                <c:v>0.9262815660709408</c:v>
              </c:pt>
              <c:pt idx="3085">
                <c:v>0.9146285904580788</c:v>
              </c:pt>
              <c:pt idx="3086">
                <c:v>0.9210609047702897</c:v>
              </c:pt>
              <c:pt idx="3087">
                <c:v>0.8979008646098229</c:v>
              </c:pt>
              <c:pt idx="3088">
                <c:v>0.8963572105020775</c:v>
              </c:pt>
              <c:pt idx="3089">
                <c:v>0.8816895727756194</c:v>
              </c:pt>
              <c:pt idx="3090">
                <c:v>0.9530243755214546</c:v>
              </c:pt>
              <c:pt idx="3091">
                <c:v>0.9294665959401609</c:v>
              </c:pt>
              <c:pt idx="3092">
                <c:v>0.921893444938798</c:v>
              </c:pt>
              <c:pt idx="3093">
                <c:v>0.9256637722720623</c:v>
              </c:pt>
              <c:pt idx="3094">
                <c:v>0.8627285273568776</c:v>
              </c:pt>
              <c:pt idx="3095">
                <c:v>0.8786532944450455</c:v>
              </c:pt>
              <c:pt idx="3096">
                <c:v>0.8742486094970856</c:v>
              </c:pt>
              <c:pt idx="3097">
                <c:v>0.9526874703287351</c:v>
              </c:pt>
              <c:pt idx="3098">
                <c:v>0.8968391127843139</c:v>
              </c:pt>
              <c:pt idx="3099">
                <c:v>0.8975064660765856</c:v>
              </c:pt>
              <c:pt idx="3100">
                <c:v>0.8884529254823664</c:v>
              </c:pt>
              <c:pt idx="3101">
                <c:v>0.8818648358171786</c:v>
              </c:pt>
              <c:pt idx="3102">
                <c:v>0.9204774823585719</c:v>
              </c:pt>
              <c:pt idx="3103">
                <c:v>0.9316810365283178</c:v>
              </c:pt>
              <c:pt idx="3104">
                <c:v>0.8800025077598596</c:v>
              </c:pt>
              <c:pt idx="3105">
                <c:v>0.9582614781576674</c:v>
              </c:pt>
              <c:pt idx="3106">
                <c:v>0.8815055118618101</c:v>
              </c:pt>
              <c:pt idx="3107">
                <c:v>0.8819964573494999</c:v>
              </c:pt>
              <c:pt idx="3108">
                <c:v>0.9469615962073156</c:v>
              </c:pt>
              <c:pt idx="3109">
                <c:v>0.9431512089120178</c:v>
              </c:pt>
              <c:pt idx="3110">
                <c:v>0.8709617603013761</c:v>
              </c:pt>
              <c:pt idx="3111">
                <c:v>0.8902757004809317</c:v>
              </c:pt>
              <c:pt idx="3112">
                <c:v>0.8827188715074646</c:v>
              </c:pt>
              <c:pt idx="3113">
                <c:v>1.0038562843673329</c:v>
              </c:pt>
              <c:pt idx="3114">
                <c:v>0.9967775607872796</c:v>
              </c:pt>
              <c:pt idx="3115">
                <c:v>0.9987623120017405</c:v>
              </c:pt>
              <c:pt idx="3116">
                <c:v>0.9980768053544369</c:v>
              </c:pt>
              <c:pt idx="3117">
                <c:v>0.9986520980552648</c:v>
              </c:pt>
              <c:pt idx="3118">
                <c:v>0.9867514021573051</c:v>
              </c:pt>
              <c:pt idx="3119">
                <c:v>0.9750566402792744</c:v>
              </c:pt>
              <c:pt idx="3120">
                <c:v>0.9816848050846633</c:v>
              </c:pt>
              <c:pt idx="3121">
                <c:v>0.9961832172827315</c:v>
              </c:pt>
              <c:pt idx="3122">
                <c:v>0.9517948694962123</c:v>
              </c:pt>
              <c:pt idx="3123">
                <c:v>0.9642071807112328</c:v>
              </c:pt>
              <c:pt idx="3124">
                <c:v>0.9216750159205183</c:v>
              </c:pt>
              <c:pt idx="3125">
                <c:v>0.9248529073714007</c:v>
              </c:pt>
              <c:pt idx="3126">
                <c:v>0.930858421486976</c:v>
              </c:pt>
              <c:pt idx="3127">
                <c:v>0.9327714821564288</c:v>
              </c:pt>
              <c:pt idx="3128">
                <c:v>0.8978250388141661</c:v>
              </c:pt>
              <c:pt idx="3129">
                <c:v>0.8956296248477318</c:v>
              </c:pt>
              <c:pt idx="3130">
                <c:v>0.9001019651169823</c:v>
              </c:pt>
              <c:pt idx="3131">
                <c:v>0.9979937185712244</c:v>
              </c:pt>
              <c:pt idx="3132">
                <c:v>0.9482357647151023</c:v>
              </c:pt>
              <c:pt idx="3133">
                <c:v>0.9508926930400627</c:v>
              </c:pt>
              <c:pt idx="3134">
                <c:v>0.9617649214788604</c:v>
              </c:pt>
              <c:pt idx="3135">
                <c:v>0.9216661863056212</c:v>
              </c:pt>
              <c:pt idx="3136">
                <c:v>0.9203011080596631</c:v>
              </c:pt>
              <c:pt idx="3137">
                <c:v>0.9149214673468303</c:v>
              </c:pt>
              <c:pt idx="3138">
                <c:v>0.9626832149967939</c:v>
              </c:pt>
              <c:pt idx="3139">
                <c:v>0.9688299086813785</c:v>
              </c:pt>
              <c:pt idx="3140">
                <c:v>0.9740661930338033</c:v>
              </c:pt>
              <c:pt idx="3141">
                <c:v>0.962889690491886</c:v>
              </c:pt>
              <c:pt idx="3142">
                <c:v>0.858078788939754</c:v>
              </c:pt>
              <c:pt idx="3143">
                <c:v>0.8552333066413951</c:v>
              </c:pt>
              <c:pt idx="3144">
                <c:v>0.8693112378952765</c:v>
              </c:pt>
              <c:pt idx="3145">
                <c:v>0.9365118321659529</c:v>
              </c:pt>
              <c:pt idx="3146">
                <c:v>0.9873646337238495</c:v>
              </c:pt>
              <c:pt idx="3147">
                <c:v>0.9869879187834782</c:v>
              </c:pt>
              <c:pt idx="3148">
                <c:v>0.859473448248466</c:v>
              </c:pt>
              <c:pt idx="3149">
                <c:v>0.8516395936662009</c:v>
              </c:pt>
              <c:pt idx="3150">
                <c:v>0.8502396045655591</c:v>
              </c:pt>
              <c:pt idx="3151">
                <c:v>0.9312754973428987</c:v>
              </c:pt>
              <c:pt idx="3152">
                <c:v>0.8979239722478133</c:v>
              </c:pt>
              <c:pt idx="3153">
                <c:v>0.8989243726307662</c:v>
              </c:pt>
              <c:pt idx="3154">
                <c:v>0.9830698359311111</c:v>
              </c:pt>
              <c:pt idx="3155">
                <c:v>0.8861939846702921</c:v>
              </c:pt>
              <c:pt idx="3156">
                <c:v>0.887068261694415</c:v>
              </c:pt>
              <c:pt idx="3157">
                <c:v>0.9926694954418382</c:v>
              </c:pt>
              <c:pt idx="3158">
                <c:v>0.9926861052433478</c:v>
              </c:pt>
              <c:pt idx="3159">
                <c:v>0.9954781968323201</c:v>
              </c:pt>
              <c:pt idx="3160">
                <c:v>0.9006319399564626</c:v>
              </c:pt>
              <c:pt idx="3161">
                <c:v>0.9668438288866388</c:v>
              </c:pt>
              <c:pt idx="3162">
                <c:v>0.9669625477808816</c:v>
              </c:pt>
              <c:pt idx="3163">
                <c:v>0.905438919371968</c:v>
              </c:pt>
              <c:pt idx="3164">
                <c:v>0.8433778197834676</c:v>
              </c:pt>
              <c:pt idx="3165">
                <c:v>1.0041701826926044</c:v>
              </c:pt>
              <c:pt idx="3166">
                <c:v>1.0140859326068299</c:v>
              </c:pt>
              <c:pt idx="3167">
                <c:v>1.0136102364928838</c:v>
              </c:pt>
              <c:pt idx="3168">
                <c:v>0.9652512622152468</c:v>
              </c:pt>
              <c:pt idx="3169">
                <c:v>0.9776050418681087</c:v>
              </c:pt>
              <c:pt idx="3170">
                <c:v>0.9691930384454146</c:v>
              </c:pt>
              <c:pt idx="3171">
                <c:v>0.9559167340933453</c:v>
              </c:pt>
              <c:pt idx="3172">
                <c:v>0.9439088877337407</c:v>
              </c:pt>
              <c:pt idx="3173">
                <c:v>0.9506696316518969</c:v>
              </c:pt>
              <c:pt idx="3174">
                <c:v>0.9042896935454728</c:v>
              </c:pt>
              <c:pt idx="3175">
                <c:v>0.9296104528099473</c:v>
              </c:pt>
              <c:pt idx="3176">
                <c:v>0.8858863401800778</c:v>
              </c:pt>
              <c:pt idx="3177">
                <c:v>0.9658223238607248</c:v>
              </c:pt>
              <c:pt idx="3178">
                <c:v>0.9652258296552447</c:v>
              </c:pt>
              <c:pt idx="3179">
                <c:v>0.9754689697463074</c:v>
              </c:pt>
              <c:pt idx="3180">
                <c:v>0.9790453458503121</c:v>
              </c:pt>
              <c:pt idx="3181">
                <c:v>0.9716800122355223</c:v>
              </c:pt>
              <c:pt idx="3182">
                <c:v>0.8590593417320682</c:v>
              </c:pt>
              <c:pt idx="3183">
                <c:v>0.9654265000601006</c:v>
              </c:pt>
              <c:pt idx="3184">
                <c:v>0.814443486700626</c:v>
              </c:pt>
              <c:pt idx="3185">
                <c:v>1.0122182542009055</c:v>
              </c:pt>
              <c:pt idx="3186">
                <c:v>1.0044108291440141</c:v>
              </c:pt>
              <c:pt idx="3187">
                <c:v>1.0134049763297521</c:v>
              </c:pt>
              <c:pt idx="3188">
                <c:v>0.9574966250735808</c:v>
              </c:pt>
              <c:pt idx="3189">
                <c:v>0.9483931941895958</c:v>
              </c:pt>
              <c:pt idx="3190">
                <c:v>0.9050710996337357</c:v>
              </c:pt>
              <c:pt idx="3191">
                <c:v>0.9520321221092104</c:v>
              </c:pt>
              <c:pt idx="3192">
                <c:v>0.95197869399268</c:v>
              </c:pt>
              <c:pt idx="3193">
                <c:v>0.9531573299259908</c:v>
              </c:pt>
              <c:pt idx="3194">
                <c:v>0.9510240002137678</c:v>
              </c:pt>
              <c:pt idx="3195">
                <c:v>0.9009019726854606</c:v>
              </c:pt>
              <c:pt idx="3196">
                <c:v>0.903363474912541</c:v>
              </c:pt>
              <c:pt idx="3197">
                <c:v>0.9017433872433281</c:v>
              </c:pt>
              <c:pt idx="3198">
                <c:v>0.9096409581100274</c:v>
              </c:pt>
              <c:pt idx="3199">
                <c:v>0.9280049650404677</c:v>
              </c:pt>
              <c:pt idx="3200">
                <c:v>0.9154638128803567</c:v>
              </c:pt>
              <c:pt idx="3201">
                <c:v>0.9126878156020838</c:v>
              </c:pt>
              <c:pt idx="3202">
                <c:v>0.8918831623998751</c:v>
              </c:pt>
              <c:pt idx="3203">
                <c:v>0.9556725488257769</c:v>
              </c:pt>
              <c:pt idx="3204">
                <c:v>0.8201205933280599</c:v>
              </c:pt>
              <c:pt idx="3205">
                <c:v>0.9378800235353818</c:v>
              </c:pt>
              <c:pt idx="3206">
                <c:v>0.9359563369095123</c:v>
              </c:pt>
              <c:pt idx="3207">
                <c:v>0.9354396404081806</c:v>
              </c:pt>
              <c:pt idx="3208">
                <c:v>0.8943018174210277</c:v>
              </c:pt>
              <c:pt idx="3209">
                <c:v>0.9058379760006361</c:v>
              </c:pt>
              <c:pt idx="3210">
                <c:v>0.8861135429876436</c:v>
              </c:pt>
              <c:pt idx="3211">
                <c:v>0.9005697326221118</c:v>
              </c:pt>
              <c:pt idx="3212">
                <c:v>0.9181988596744083</c:v>
              </c:pt>
              <c:pt idx="3213">
                <c:v>0.9234185939610605</c:v>
              </c:pt>
              <c:pt idx="3214">
                <c:v>0.8978879094656494</c:v>
              </c:pt>
              <c:pt idx="3215">
                <c:v>0.9842154151230569</c:v>
              </c:pt>
              <c:pt idx="3216">
                <c:v>0.9920713986791644</c:v>
              </c:pt>
              <c:pt idx="3217">
                <c:v>0.9879126215733549</c:v>
              </c:pt>
              <c:pt idx="3218">
                <c:v>0.9934851861073064</c:v>
              </c:pt>
              <c:pt idx="3219">
                <c:v>0.9675328378185444</c:v>
              </c:pt>
              <c:pt idx="3220">
                <c:v>0.8943581427258726</c:v>
              </c:pt>
              <c:pt idx="3221">
                <c:v>1.0085757197707483</c:v>
              </c:pt>
              <c:pt idx="3222">
                <c:v>1.0129863723913195</c:v>
              </c:pt>
              <c:pt idx="3223">
                <c:v>1.0074625921904037</c:v>
              </c:pt>
              <c:pt idx="3224">
                <c:v>0.8518617815537358</c:v>
              </c:pt>
              <c:pt idx="3225">
                <c:v>0.9130830299948013</c:v>
              </c:pt>
              <c:pt idx="3226">
                <c:v>0.9022226886901085</c:v>
              </c:pt>
              <c:pt idx="3227">
                <c:v>0.8188906423994043</c:v>
              </c:pt>
              <c:pt idx="3228">
                <c:v>1.0122236239942763</c:v>
              </c:pt>
              <c:pt idx="3229">
                <c:v>0.8560190623404702</c:v>
              </c:pt>
              <c:pt idx="3230">
                <c:v>0.8514385559314198</c:v>
              </c:pt>
              <c:pt idx="3231">
                <c:v>0.8584304885338817</c:v>
              </c:pt>
              <c:pt idx="3232">
                <c:v>0.8707372788951071</c:v>
              </c:pt>
              <c:pt idx="3233">
                <c:v>0.8744000063343321</c:v>
              </c:pt>
              <c:pt idx="3234">
                <c:v>0.9005973262666644</c:v>
              </c:pt>
              <c:pt idx="3235">
                <c:v>0.8743026624159361</c:v>
              </c:pt>
              <c:pt idx="3236">
                <c:v>0.8829175103333226</c:v>
              </c:pt>
              <c:pt idx="3237">
                <c:v>0.8844744872692067</c:v>
              </c:pt>
              <c:pt idx="3238">
                <c:v>0.9712927272175824</c:v>
              </c:pt>
              <c:pt idx="3239">
                <c:v>0.9649955317097995</c:v>
              </c:pt>
              <c:pt idx="3240">
                <c:v>0.8403609892509672</c:v>
              </c:pt>
              <c:pt idx="3241">
                <c:v>0.8445056875481699</c:v>
              </c:pt>
              <c:pt idx="3242">
                <c:v>0.8366416655343731</c:v>
              </c:pt>
              <c:pt idx="3243">
                <c:v>0.7536989364914002</c:v>
              </c:pt>
              <c:pt idx="3244">
                <c:v>0.8410381216293747</c:v>
              </c:pt>
              <c:pt idx="3245">
                <c:v>0.8456436765498891</c:v>
              </c:pt>
              <c:pt idx="3246">
                <c:v>0.9114261605381904</c:v>
              </c:pt>
              <c:pt idx="3247">
                <c:v>0.9101017959067331</c:v>
              </c:pt>
              <c:pt idx="3248">
                <c:v>0.7935884889686811</c:v>
              </c:pt>
              <c:pt idx="3249">
                <c:v>0.8520808843137102</c:v>
              </c:pt>
              <c:pt idx="3250">
                <c:v>0.9159767102437948</c:v>
              </c:pt>
              <c:pt idx="3251">
                <c:v>0.9199026510945915</c:v>
              </c:pt>
              <c:pt idx="3252">
                <c:v>0.9305407490324453</c:v>
              </c:pt>
              <c:pt idx="3253">
                <c:v>0.9220946539416245</c:v>
              </c:pt>
              <c:pt idx="3254">
                <c:v>0.9177822843274932</c:v>
              </c:pt>
              <c:pt idx="3255">
                <c:v>0.9404467433823347</c:v>
              </c:pt>
              <c:pt idx="3256">
                <c:v>0.933229316755666</c:v>
              </c:pt>
              <c:pt idx="3257">
                <c:v>0.9227018911825832</c:v>
              </c:pt>
              <c:pt idx="3258">
                <c:v>0.9198009298835284</c:v>
              </c:pt>
              <c:pt idx="3259">
                <c:v>0.8166383942073978</c:v>
              </c:pt>
              <c:pt idx="3260">
                <c:v>0.7924797293326789</c:v>
              </c:pt>
              <c:pt idx="3261">
                <c:v>0.7855855318211118</c:v>
              </c:pt>
              <c:pt idx="3262">
                <c:v>0.8119170757836818</c:v>
              </c:pt>
              <c:pt idx="3263">
                <c:v>0.8289694518118089</c:v>
              </c:pt>
              <c:pt idx="3264">
                <c:v>0.817655915599605</c:v>
              </c:pt>
              <c:pt idx="3265">
                <c:v>0.8456562202594892</c:v>
              </c:pt>
              <c:pt idx="3266">
                <c:v>0.8370168706756295</c:v>
              </c:pt>
              <c:pt idx="3267">
                <c:v>0.8808736419375699</c:v>
              </c:pt>
              <c:pt idx="3268">
                <c:v>0.8603831198497766</c:v>
              </c:pt>
              <c:pt idx="3269">
                <c:v>0.8606535201467814</c:v>
              </c:pt>
              <c:pt idx="3270">
                <c:v>0.8876684372573854</c:v>
              </c:pt>
              <c:pt idx="3271">
                <c:v>0.9109534767975774</c:v>
              </c:pt>
              <c:pt idx="3272">
                <c:v>0.9034086636098366</c:v>
              </c:pt>
              <c:pt idx="3273">
                <c:v>0.8913127202261524</c:v>
              </c:pt>
              <c:pt idx="3274">
                <c:v>0.9682358648475919</c:v>
              </c:pt>
              <c:pt idx="3275">
                <c:v>0.9287526036862365</c:v>
              </c:pt>
              <c:pt idx="3276">
                <c:v>0.9440759237819374</c:v>
              </c:pt>
              <c:pt idx="3277">
                <c:v>0.9690634554559127</c:v>
              </c:pt>
              <c:pt idx="3278">
                <c:v>0.9708354615686029</c:v>
              </c:pt>
              <c:pt idx="3279">
                <c:v>0.9658287683164711</c:v>
              </c:pt>
              <c:pt idx="3280">
                <c:v>0.9595232639753107</c:v>
              </c:pt>
              <c:pt idx="3281">
                <c:v>0.9466391359617864</c:v>
              </c:pt>
              <c:pt idx="3282">
                <c:v>0.9497161848301872</c:v>
              </c:pt>
              <c:pt idx="3283">
                <c:v>0.9728500683671201</c:v>
              </c:pt>
              <c:pt idx="3284">
                <c:v>0.9719205044631877</c:v>
              </c:pt>
              <c:pt idx="3285">
                <c:v>0.9734934579027282</c:v>
              </c:pt>
              <c:pt idx="3286">
                <c:v>0.9693066217009507</c:v>
              </c:pt>
              <c:pt idx="3287">
                <c:v>0.8811249657891222</c:v>
              </c:pt>
              <c:pt idx="3288">
                <c:v>0.87563903683237</c:v>
              </c:pt>
              <c:pt idx="3289">
                <c:v>0.8803108868423736</c:v>
              </c:pt>
              <c:pt idx="3290">
                <c:v>0.8851586484839745</c:v>
              </c:pt>
              <c:pt idx="3291">
                <c:v>0.9017002238241285</c:v>
              </c:pt>
              <c:pt idx="3292">
                <c:v>0.9738870462457859</c:v>
              </c:pt>
              <c:pt idx="3293">
                <c:v>0.9702247527578258</c:v>
              </c:pt>
              <c:pt idx="3294">
                <c:v>0.9650269481811816</c:v>
              </c:pt>
              <c:pt idx="3295">
                <c:v>0.9632166394976373</c:v>
              </c:pt>
              <c:pt idx="3296">
                <c:v>0.9910656297773716</c:v>
              </c:pt>
              <c:pt idx="3297">
                <c:v>0.9522047968376803</c:v>
              </c:pt>
              <c:pt idx="3298">
                <c:v>0.9357010556655291</c:v>
              </c:pt>
              <c:pt idx="3299">
                <c:v>0.9801685250331803</c:v>
              </c:pt>
              <c:pt idx="3300">
                <c:v>0.9375457932341088</c:v>
              </c:pt>
              <c:pt idx="3301">
                <c:v>0.9452261207918615</c:v>
              </c:pt>
              <c:pt idx="3302">
                <c:v>0.9649065530211132</c:v>
              </c:pt>
              <c:pt idx="3303">
                <c:v>0.9619010955447392</c:v>
              </c:pt>
              <c:pt idx="3304">
                <c:v>0.9653540423271485</c:v>
              </c:pt>
              <c:pt idx="3305">
                <c:v>0.9215110931429198</c:v>
              </c:pt>
              <c:pt idx="3306">
                <c:v>0.9152097489717443</c:v>
              </c:pt>
              <c:pt idx="3307">
                <c:v>0.8921688782512707</c:v>
              </c:pt>
              <c:pt idx="3308">
                <c:v>0.960142472108931</c:v>
              </c:pt>
              <c:pt idx="3309">
                <c:v>0.9769252685785159</c:v>
              </c:pt>
              <c:pt idx="3310">
                <c:v>0.9799153515032407</c:v>
              </c:pt>
              <c:pt idx="3311">
                <c:v>0.9944570922058052</c:v>
              </c:pt>
              <c:pt idx="3312">
                <c:v>0.9331028693952664</c:v>
              </c:pt>
              <c:pt idx="3313">
                <c:v>0.9298336580128354</c:v>
              </c:pt>
              <c:pt idx="3314">
                <c:v>0.9289927614480782</c:v>
              </c:pt>
              <c:pt idx="3315">
                <c:v>0.9287892779673685</c:v>
              </c:pt>
              <c:pt idx="3316">
                <c:v>0.9790508942622536</c:v>
              </c:pt>
              <c:pt idx="3317">
                <c:v>0.9750576543007954</c:v>
              </c:pt>
              <c:pt idx="3318">
                <c:v>0.9769437940109271</c:v>
              </c:pt>
              <c:pt idx="3319">
                <c:v>0.9004523275237648</c:v>
              </c:pt>
              <c:pt idx="3320">
                <c:v>0.9003297420888726</c:v>
              </c:pt>
              <c:pt idx="3321">
                <c:v>0.961583841349109</c:v>
              </c:pt>
              <c:pt idx="3322">
                <c:v>0.965186254061288</c:v>
              </c:pt>
              <c:pt idx="3323">
                <c:v>0.9714013883023996</c:v>
              </c:pt>
              <c:pt idx="3324">
                <c:v>0.8970368828940793</c:v>
              </c:pt>
              <c:pt idx="3325">
                <c:v>0.9063874151267487</c:v>
              </c:pt>
              <c:pt idx="3326">
                <c:v>0.8420924856092066</c:v>
              </c:pt>
              <c:pt idx="3327">
                <c:v>0.9124038085998827</c:v>
              </c:pt>
              <c:pt idx="3328">
                <c:v>0.910859558442842</c:v>
              </c:pt>
              <c:pt idx="3329">
                <c:v>0.9185547306718737</c:v>
              </c:pt>
              <c:pt idx="3330">
                <c:v>0.8539764953191303</c:v>
              </c:pt>
              <c:pt idx="3331">
                <c:v>0.8993255922052459</c:v>
              </c:pt>
              <c:pt idx="3332">
                <c:v>0.9490908087578127</c:v>
              </c:pt>
              <c:pt idx="3333">
                <c:v>0.9552155540435843</c:v>
              </c:pt>
              <c:pt idx="3334">
                <c:v>0.9481251278304338</c:v>
              </c:pt>
              <c:pt idx="3335">
                <c:v>0.896382803412109</c:v>
              </c:pt>
              <c:pt idx="3336">
                <c:v>0.8974889622811228</c:v>
              </c:pt>
              <c:pt idx="3337">
                <c:v>0.8967756377636587</c:v>
              </c:pt>
              <c:pt idx="3338">
                <c:v>0.9262543176330906</c:v>
              </c:pt>
              <c:pt idx="3339">
                <c:v>0.9007472128289344</c:v>
              </c:pt>
              <c:pt idx="3340">
                <c:v>0.9002970005962914</c:v>
              </c:pt>
              <c:pt idx="3341">
                <c:v>0.9081455878790596</c:v>
              </c:pt>
              <c:pt idx="3342">
                <c:v>0.9407124747237305</c:v>
              </c:pt>
              <c:pt idx="3343">
                <c:v>0.9465797627914381</c:v>
              </c:pt>
              <c:pt idx="3344">
                <c:v>0.951084042421962</c:v>
              </c:pt>
              <c:pt idx="3345">
                <c:v>0.9380314105898672</c:v>
              </c:pt>
              <c:pt idx="3346">
                <c:v>0.8654351458179754</c:v>
              </c:pt>
              <c:pt idx="3347">
                <c:v>0.8631130487058895</c:v>
              </c:pt>
              <c:pt idx="3348">
                <c:v>0.8605401980587762</c:v>
              </c:pt>
              <c:pt idx="3349">
                <c:v>0.8513638922022498</c:v>
              </c:pt>
              <c:pt idx="3350">
                <c:v>0.8544093855216273</c:v>
              </c:pt>
              <c:pt idx="3351">
                <c:v>0.8806829928089358</c:v>
              </c:pt>
              <c:pt idx="3352">
                <c:v>0.9229604849420592</c:v>
              </c:pt>
              <c:pt idx="3353">
                <c:v>0.9304463019262609</c:v>
              </c:pt>
              <c:pt idx="3354">
                <c:v>0.9320598039155454</c:v>
              </c:pt>
              <c:pt idx="3355">
                <c:v>0.8741484577155043</c:v>
              </c:pt>
              <c:pt idx="3356">
                <c:v>0.8964988822214808</c:v>
              </c:pt>
              <c:pt idx="3357">
                <c:v>0.9039187400952339</c:v>
              </c:pt>
              <c:pt idx="3358">
                <c:v>0.9939843385763821</c:v>
              </c:pt>
              <c:pt idx="3359">
                <c:v>1.0047688388123652</c:v>
              </c:pt>
              <c:pt idx="3360">
                <c:v>0.9928749536461913</c:v>
              </c:pt>
              <c:pt idx="3361">
                <c:v>1.007128339092477</c:v>
              </c:pt>
              <c:pt idx="3362">
                <c:v>0.9155393997292126</c:v>
              </c:pt>
              <c:pt idx="3363">
                <c:v>0.9127668023921839</c:v>
              </c:pt>
              <c:pt idx="3364">
                <c:v>0.9221590483062421</c:v>
              </c:pt>
              <c:pt idx="3365">
                <c:v>0.925441802731299</c:v>
              </c:pt>
              <c:pt idx="3366">
                <c:v>0.9394860061590944</c:v>
              </c:pt>
              <c:pt idx="3367">
                <c:v>0.9587812839431754</c:v>
              </c:pt>
              <c:pt idx="3368">
                <c:v>0.9559602071253847</c:v>
              </c:pt>
              <c:pt idx="3369">
                <c:v>0.9256879751873903</c:v>
              </c:pt>
              <c:pt idx="3370">
                <c:v>0.8487308057859424</c:v>
              </c:pt>
              <c:pt idx="3371">
                <c:v>0.847377439545902</c:v>
              </c:pt>
              <c:pt idx="3372">
                <c:v>0.9156997508276429</c:v>
              </c:pt>
              <c:pt idx="3373">
                <c:v>0.9086081848120917</c:v>
              </c:pt>
              <c:pt idx="3374">
                <c:v>0.9128649771140562</c:v>
              </c:pt>
              <c:pt idx="3375">
                <c:v>0.8973591074611407</c:v>
              </c:pt>
              <c:pt idx="3376">
                <c:v>0.8971602613655398</c:v>
              </c:pt>
              <c:pt idx="3377">
                <c:v>0.9133374660234924</c:v>
              </c:pt>
              <c:pt idx="3378">
                <c:v>0.8428033108291505</c:v>
              </c:pt>
              <c:pt idx="3379">
                <c:v>0.8203540912954719</c:v>
              </c:pt>
              <c:pt idx="3380">
                <c:v>0.8301918649373192</c:v>
              </c:pt>
              <c:pt idx="3381">
                <c:v>0.8106146604376777</c:v>
              </c:pt>
              <c:pt idx="3382">
                <c:v>0.9258653374483082</c:v>
              </c:pt>
              <c:pt idx="3383">
                <c:v>0.821486860098462</c:v>
              </c:pt>
              <c:pt idx="3384">
                <c:v>0.9633228279332066</c:v>
              </c:pt>
              <c:pt idx="3385">
                <c:v>0.779774755607173</c:v>
              </c:pt>
              <c:pt idx="3386">
                <c:v>0.9310635003499915</c:v>
              </c:pt>
              <c:pt idx="3387">
                <c:v>0.9286009857560215</c:v>
              </c:pt>
              <c:pt idx="3388">
                <c:v>0.9327678460915468</c:v>
              </c:pt>
              <c:pt idx="3389">
                <c:v>0.9238791017816431</c:v>
              </c:pt>
              <c:pt idx="3390">
                <c:v>0.9194397606041296</c:v>
              </c:pt>
              <c:pt idx="3391">
                <c:v>0.9162077547542035</c:v>
              </c:pt>
              <c:pt idx="3392">
                <c:v>0.9432591649428902</c:v>
              </c:pt>
              <c:pt idx="3393">
                <c:v>0.8469598219071268</c:v>
              </c:pt>
              <c:pt idx="3394">
                <c:v>0.9412071051166069</c:v>
              </c:pt>
              <c:pt idx="3395">
                <c:v>0.9332481121699889</c:v>
              </c:pt>
              <c:pt idx="3396">
                <c:v>0.9429105126899524</c:v>
              </c:pt>
              <c:pt idx="3397">
                <c:v>0.8911238188958925</c:v>
              </c:pt>
              <c:pt idx="3398">
                <c:v>0.9777414922884965</c:v>
              </c:pt>
              <c:pt idx="3399">
                <c:v>0.9018384380726158</c:v>
              </c:pt>
              <c:pt idx="3400">
                <c:v>0.8835393057207838</c:v>
              </c:pt>
              <c:pt idx="3401">
                <c:v>0.8789128852667026</c:v>
              </c:pt>
              <c:pt idx="3402">
                <c:v>0.9893865942992235</c:v>
              </c:pt>
              <c:pt idx="3403">
                <c:v>0.9576303512577055</c:v>
              </c:pt>
              <c:pt idx="3404">
                <c:v>0.9713186803068417</c:v>
              </c:pt>
              <c:pt idx="3405">
                <c:v>1.00426351342881</c:v>
              </c:pt>
              <c:pt idx="3406">
                <c:v>1.0134378851772488</c:v>
              </c:pt>
              <c:pt idx="3407">
                <c:v>1.0140004438609656</c:v>
              </c:pt>
              <c:pt idx="3408">
                <c:v>1.0036795703015282</c:v>
              </c:pt>
              <c:pt idx="3409">
                <c:v>0.8809487116254173</c:v>
              </c:pt>
              <c:pt idx="3410">
                <c:v>0.8773930359698003</c:v>
              </c:pt>
              <c:pt idx="3411">
                <c:v>0.8823600003201827</c:v>
              </c:pt>
              <c:pt idx="3412">
                <c:v>0.9417005493567214</c:v>
              </c:pt>
              <c:pt idx="3413">
                <c:v>0.9303422923287928</c:v>
              </c:pt>
              <c:pt idx="3414">
                <c:v>0.9405118894782</c:v>
              </c:pt>
              <c:pt idx="3415">
                <c:v>0.9397026803451444</c:v>
              </c:pt>
              <c:pt idx="3416">
                <c:v>0.9453179208038441</c:v>
              </c:pt>
              <c:pt idx="3417">
                <c:v>0.9606762161585712</c:v>
              </c:pt>
              <c:pt idx="3418">
                <c:v>0.9601995981307452</c:v>
              </c:pt>
              <c:pt idx="3419">
                <c:v>0.9603289052033079</c:v>
              </c:pt>
              <c:pt idx="3420">
                <c:v>0.962545032665298</c:v>
              </c:pt>
              <c:pt idx="3421">
                <c:v>0.9357970667782495</c:v>
              </c:pt>
              <c:pt idx="3422">
                <c:v>0.944608655296777</c:v>
              </c:pt>
              <c:pt idx="3423">
                <c:v>0.9720345722879151</c:v>
              </c:pt>
              <c:pt idx="3424">
                <c:v>0.9447939524072685</c:v>
              </c:pt>
              <c:pt idx="3425">
                <c:v>0.996384233704582</c:v>
              </c:pt>
              <c:pt idx="3426">
                <c:v>0.9977232958772697</c:v>
              </c:pt>
              <c:pt idx="3427">
                <c:v>0.9981877432089047</c:v>
              </c:pt>
              <c:pt idx="3428">
                <c:v>0.9948505707338616</c:v>
              </c:pt>
              <c:pt idx="3429">
                <c:v>0.9503376769521084</c:v>
              </c:pt>
              <c:pt idx="3430">
                <c:v>0.962167751425641</c:v>
              </c:pt>
              <c:pt idx="3431">
                <c:v>0.9260566028145699</c:v>
              </c:pt>
              <c:pt idx="3432">
                <c:v>0.957664922816021</c:v>
              </c:pt>
              <c:pt idx="3433">
                <c:v>0.9633529712134127</c:v>
              </c:pt>
              <c:pt idx="3434">
                <c:v>0.9645153721969797</c:v>
              </c:pt>
              <c:pt idx="3435">
                <c:v>0.9681017236617512</c:v>
              </c:pt>
              <c:pt idx="3436">
                <c:v>0.9383956501790915</c:v>
              </c:pt>
              <c:pt idx="3437">
                <c:v>0.933562599909026</c:v>
              </c:pt>
              <c:pt idx="3438">
                <c:v>0.8624079260947789</c:v>
              </c:pt>
              <c:pt idx="3439">
                <c:v>0.8783812208188907</c:v>
              </c:pt>
              <c:pt idx="3440">
                <c:v>0.9243085990294504</c:v>
              </c:pt>
              <c:pt idx="3441">
                <c:v>0.9686022545082891</c:v>
              </c:pt>
              <c:pt idx="3442">
                <c:v>0.8991211987634191</c:v>
              </c:pt>
              <c:pt idx="3443">
                <c:v>0.9043331196018048</c:v>
              </c:pt>
              <c:pt idx="3444">
                <c:v>0.9730448102738807</c:v>
              </c:pt>
              <c:pt idx="3445">
                <c:v>0.9480059138635627</c:v>
              </c:pt>
              <c:pt idx="3446">
                <c:v>0.9456913518746194</c:v>
              </c:pt>
              <c:pt idx="3447">
                <c:v>0.9597603781260363</c:v>
              </c:pt>
              <c:pt idx="3448">
                <c:v>0.9334474353253785</c:v>
              </c:pt>
              <c:pt idx="3449">
                <c:v>0.9327864513577244</c:v>
              </c:pt>
              <c:pt idx="3450">
                <c:v>0.9437869734024273</c:v>
              </c:pt>
              <c:pt idx="3451">
                <c:v>0.9462489357870784</c:v>
              </c:pt>
              <c:pt idx="3452">
                <c:v>0.9362150138416191</c:v>
              </c:pt>
              <c:pt idx="3453">
                <c:v>0.9985356205426353</c:v>
              </c:pt>
              <c:pt idx="3454">
                <c:v>0.9505354915116757</c:v>
              </c:pt>
              <c:pt idx="3455">
                <c:v>0.9507968498440719</c:v>
              </c:pt>
              <c:pt idx="3456">
                <c:v>0.9545545935439687</c:v>
              </c:pt>
              <c:pt idx="3457">
                <c:v>0.9681617945193984</c:v>
              </c:pt>
              <c:pt idx="3458">
                <c:v>0.9260715039729539</c:v>
              </c:pt>
              <c:pt idx="3459">
                <c:v>0.9317330431826685</c:v>
              </c:pt>
              <c:pt idx="3460">
                <c:v>0.9415854859871442</c:v>
              </c:pt>
              <c:pt idx="3461">
                <c:v>0.9692660925447245</c:v>
              </c:pt>
              <c:pt idx="3462">
                <c:v>0.9305425412707267</c:v>
              </c:pt>
              <c:pt idx="3463">
                <c:v>0.9391526057270669</c:v>
              </c:pt>
              <c:pt idx="3464">
                <c:v>0.9697450408174608</c:v>
              </c:pt>
              <c:pt idx="3465">
                <c:v>0.9799604204049757</c:v>
              </c:pt>
              <c:pt idx="3466">
                <c:v>0.9776451032626601</c:v>
              </c:pt>
              <c:pt idx="3467">
                <c:v>0.9708848810466568</c:v>
              </c:pt>
              <c:pt idx="3468">
                <c:v>0.9140887868623269</c:v>
              </c:pt>
              <c:pt idx="3469">
                <c:v>0.9151092267500793</c:v>
              </c:pt>
              <c:pt idx="3470">
                <c:v>0.9151623707124829</c:v>
              </c:pt>
              <c:pt idx="3471">
                <c:v>0.9218361579251491</c:v>
              </c:pt>
              <c:pt idx="3472">
                <c:v>0.9385845814260739</c:v>
              </c:pt>
              <c:pt idx="3473">
                <c:v>0.9445771148976809</c:v>
              </c:pt>
              <c:pt idx="3474">
                <c:v>0.9366353284348303</c:v>
              </c:pt>
              <c:pt idx="3475">
                <c:v>0.9138080327162096</c:v>
              </c:pt>
              <c:pt idx="3476">
                <c:v>0.9401540012596005</c:v>
              </c:pt>
              <c:pt idx="3477">
                <c:v>0.9398229584289587</c:v>
              </c:pt>
              <c:pt idx="3478">
                <c:v>0.9388745987376151</c:v>
              </c:pt>
              <c:pt idx="3479">
                <c:v>0.9380222910165807</c:v>
              </c:pt>
              <c:pt idx="3480">
                <c:v>0.9945801563327719</c:v>
              </c:pt>
              <c:pt idx="3481">
                <c:v>0.9581915905012109</c:v>
              </c:pt>
              <c:pt idx="3482">
                <c:v>0.9339633290018292</c:v>
              </c:pt>
              <c:pt idx="3483">
                <c:v>0.7487408219422936</c:v>
              </c:pt>
              <c:pt idx="3484">
                <c:v>0.7123481793071961</c:v>
              </c:pt>
              <c:pt idx="3485">
                <c:v>0.8753637018875551</c:v>
              </c:pt>
              <c:pt idx="3486">
                <c:v>0.8450524123166526</c:v>
              </c:pt>
              <c:pt idx="3487">
                <c:v>0.8887492936245533</c:v>
              </c:pt>
              <c:pt idx="3488">
                <c:v>0.9574478685021997</c:v>
              </c:pt>
              <c:pt idx="3489">
                <c:v>0.9192553065015054</c:v>
              </c:pt>
              <c:pt idx="3490">
                <c:v>0.9329230572504524</c:v>
              </c:pt>
              <c:pt idx="3491">
                <c:v>0.9330325937119351</c:v>
              </c:pt>
              <c:pt idx="3492">
                <c:v>0.9567434578449789</c:v>
              </c:pt>
              <c:pt idx="3493">
                <c:v>0.9510456286727412</c:v>
              </c:pt>
              <c:pt idx="3494">
                <c:v>0.9585880030818091</c:v>
              </c:pt>
              <c:pt idx="3495">
                <c:v>0.9549628881241765</c:v>
              </c:pt>
              <c:pt idx="3496">
                <c:v>0.9609856109590501</c:v>
              </c:pt>
              <c:pt idx="3497">
                <c:v>0.9645445368373344</c:v>
              </c:pt>
              <c:pt idx="3498">
                <c:v>0.9551172997576959</c:v>
              </c:pt>
              <c:pt idx="3499">
                <c:v>0.9430704255522562</c:v>
              </c:pt>
              <c:pt idx="3500">
                <c:v>0.8552125714337611</c:v>
              </c:pt>
              <c:pt idx="3501">
                <c:v>0.8910096530415055</c:v>
              </c:pt>
              <c:pt idx="3502">
                <c:v>0.9868368343567262</c:v>
              </c:pt>
              <c:pt idx="3503">
                <c:v>0.9866285775314105</c:v>
              </c:pt>
              <c:pt idx="3504">
                <c:v>0.9869038550873698</c:v>
              </c:pt>
              <c:pt idx="3505">
                <c:v>0.9843756304790996</c:v>
              </c:pt>
              <c:pt idx="3506">
                <c:v>0.9803370037170445</c:v>
              </c:pt>
              <c:pt idx="3507">
                <c:v>0.95092084077755</c:v>
              </c:pt>
              <c:pt idx="3508">
                <c:v>0.9481775101426962</c:v>
              </c:pt>
              <c:pt idx="3509">
                <c:v>0.9385482934349165</c:v>
              </c:pt>
              <c:pt idx="3510">
                <c:v>0.9088347503480215</c:v>
              </c:pt>
              <c:pt idx="3511">
                <c:v>0.9185689030978238</c:v>
              </c:pt>
              <c:pt idx="3512">
                <c:v>0.9309431611508956</c:v>
              </c:pt>
              <c:pt idx="3513">
                <c:v>0.9715923264908616</c:v>
              </c:pt>
              <c:pt idx="3514">
                <c:v>0.9713141155483176</c:v>
              </c:pt>
              <c:pt idx="3515">
                <c:v>0.892788082912437</c:v>
              </c:pt>
              <c:pt idx="3516">
                <c:v>0.9950828131410285</c:v>
              </c:pt>
              <c:pt idx="3517">
                <c:v>0.9888395993285637</c:v>
              </c:pt>
              <c:pt idx="3518">
                <c:v>0.8562139994789625</c:v>
              </c:pt>
              <c:pt idx="3519">
                <c:v>0.939992569083914</c:v>
              </c:pt>
              <c:pt idx="3520">
                <c:v>0.9144737619618698</c:v>
              </c:pt>
              <c:pt idx="3521">
                <c:v>0.9100695771271219</c:v>
              </c:pt>
              <c:pt idx="3522">
                <c:v>0.9187726186636938</c:v>
              </c:pt>
              <c:pt idx="3523">
                <c:v>0.896863849915221</c:v>
              </c:pt>
              <c:pt idx="3524">
                <c:v>0.9163068360945583</c:v>
              </c:pt>
              <c:pt idx="3525">
                <c:v>0.91014970020962</c:v>
              </c:pt>
              <c:pt idx="3526">
                <c:v>0.9479761694815401</c:v>
              </c:pt>
              <c:pt idx="3527">
                <c:v>0.9302451128735909</c:v>
              </c:pt>
              <c:pt idx="3528">
                <c:v>0.9190319217564622</c:v>
              </c:pt>
              <c:pt idx="3529">
                <c:v>0.9246943339168432</c:v>
              </c:pt>
              <c:pt idx="3530">
                <c:v>0.9210559018638065</c:v>
              </c:pt>
              <c:pt idx="3531">
                <c:v>0.8403582493865432</c:v>
              </c:pt>
              <c:pt idx="3532">
                <c:v>0.8774762212498446</c:v>
              </c:pt>
              <c:pt idx="3533">
                <c:v>0.8622091861602396</c:v>
              </c:pt>
              <c:pt idx="3534">
                <c:v>0.9320109058226624</c:v>
              </c:pt>
              <c:pt idx="3535">
                <c:v>0.827547105135289</c:v>
              </c:pt>
              <c:pt idx="3536">
                <c:v>0.8122352968326555</c:v>
              </c:pt>
              <c:pt idx="3537">
                <c:v>0.8116838563946329</c:v>
              </c:pt>
              <c:pt idx="3538">
                <c:v>0.787536981309918</c:v>
              </c:pt>
              <c:pt idx="3539">
                <c:v>0.9416187859271776</c:v>
              </c:pt>
              <c:pt idx="3540">
                <c:v>0.8493846539558055</c:v>
              </c:pt>
              <c:pt idx="3541">
                <c:v>0.8809987253322309</c:v>
              </c:pt>
              <c:pt idx="3542">
                <c:v>0.9192130338491739</c:v>
              </c:pt>
              <c:pt idx="3543">
                <c:v>1.0059015412425172</c:v>
              </c:pt>
              <c:pt idx="3544">
                <c:v>0.921621121314345</c:v>
              </c:pt>
              <c:pt idx="3545">
                <c:v>0.8656065540927581</c:v>
              </c:pt>
              <c:pt idx="3546">
                <c:v>0.8468317145363704</c:v>
              </c:pt>
              <c:pt idx="3547">
                <c:v>0.9304774438997421</c:v>
              </c:pt>
              <c:pt idx="3548">
                <c:v>0.919140894707733</c:v>
              </c:pt>
              <c:pt idx="3549">
                <c:v>0.8015038230153024</c:v>
              </c:pt>
              <c:pt idx="3550">
                <c:v>0.9367386300264648</c:v>
              </c:pt>
              <c:pt idx="3551">
                <c:v>0.8853705965808485</c:v>
              </c:pt>
              <c:pt idx="3552">
                <c:v>0.9232790161135799</c:v>
              </c:pt>
              <c:pt idx="3553">
                <c:v>0.8834066143309203</c:v>
              </c:pt>
              <c:pt idx="3554">
                <c:v>0.8585678895731308</c:v>
              </c:pt>
              <c:pt idx="3555">
                <c:v>0.9409306197015035</c:v>
              </c:pt>
              <c:pt idx="3556">
                <c:v>0.9470419590774096</c:v>
              </c:pt>
              <c:pt idx="3557">
                <c:v>0.7786194609559027</c:v>
              </c:pt>
              <c:pt idx="3558">
                <c:v>0.9374912514078281</c:v>
              </c:pt>
              <c:pt idx="3559">
                <c:v>0.9515828786083743</c:v>
              </c:pt>
              <c:pt idx="3560">
                <c:v>0.8403406360134718</c:v>
              </c:pt>
              <c:pt idx="3561">
                <c:v>0.9865586718936298</c:v>
              </c:pt>
              <c:pt idx="3562">
                <c:v>0.9315423048708762</c:v>
              </c:pt>
              <c:pt idx="3563">
                <c:v>0.9737245863091801</c:v>
              </c:pt>
              <c:pt idx="3564">
                <c:v>0.9693310706734003</c:v>
              </c:pt>
              <c:pt idx="3565">
                <c:v>0.9334058779204327</c:v>
              </c:pt>
              <c:pt idx="3566">
                <c:v>0.8896781477047134</c:v>
              </c:pt>
              <c:pt idx="3567">
                <c:v>0.9556454735053268</c:v>
              </c:pt>
              <c:pt idx="3568">
                <c:v>0.9902988845268125</c:v>
              </c:pt>
              <c:pt idx="3569">
                <c:v>0.9371423262520732</c:v>
              </c:pt>
              <c:pt idx="3570">
                <c:v>0.9127614541069653</c:v>
              </c:pt>
              <c:pt idx="3571">
                <c:v>0.9076523899511321</c:v>
              </c:pt>
              <c:pt idx="3572">
                <c:v>0.9582546182587224</c:v>
              </c:pt>
              <c:pt idx="3573">
                <c:v>0.923526225847414</c:v>
              </c:pt>
              <c:pt idx="3574">
                <c:v>0.9870295688266615</c:v>
              </c:pt>
              <c:pt idx="3575">
                <c:v>0.9908980856989819</c:v>
              </c:pt>
              <c:pt idx="3576">
                <c:v>0.9591908266031731</c:v>
              </c:pt>
              <c:pt idx="3577">
                <c:v>0.9583528490621992</c:v>
              </c:pt>
            </c:numLit>
          </c:xVal>
          <c:yVal>
            <c:numLit>
              <c:formatCode>0.00</c:formatCode>
              <c:ptCount val="3578"/>
              <c:pt idx="0">
                <c:v>1.0618811474945304</c:v>
              </c:pt>
              <c:pt idx="1">
                <c:v>1.0616417500943085</c:v>
              </c:pt>
              <c:pt idx="2">
                <c:v>1.0653916555018417</c:v>
              </c:pt>
              <c:pt idx="3">
                <c:v>1.0911698274431425</c:v>
              </c:pt>
              <c:pt idx="4">
                <c:v>1.0960308159287706</c:v>
              </c:pt>
              <c:pt idx="5">
                <c:v>1.0914083872159386</c:v>
              </c:pt>
              <c:pt idx="6">
                <c:v>1.096572904245218</c:v>
              </c:pt>
              <c:pt idx="7">
                <c:v>1.0906857062639044</c:v>
              </c:pt>
              <c:pt idx="8">
                <c:v>1.0042371369528174</c:v>
              </c:pt>
              <c:pt idx="9">
                <c:v>1.003863591506821</c:v>
              </c:pt>
              <c:pt idx="10">
                <c:v>0.9575727103449554</c:v>
              </c:pt>
              <c:pt idx="11">
                <c:v>0.8640079300130602</c:v>
              </c:pt>
              <c:pt idx="12">
                <c:v>0.7497710930661382</c:v>
              </c:pt>
              <c:pt idx="13">
                <c:v>0.7349080432315148</c:v>
              </c:pt>
              <c:pt idx="14">
                <c:v>0.8751713620660571</c:v>
              </c:pt>
              <c:pt idx="15">
                <c:v>0.9002351272665484</c:v>
              </c:pt>
              <c:pt idx="16">
                <c:v>1.0759447473118087</c:v>
              </c:pt>
              <c:pt idx="17">
                <c:v>1.0729841015216615</c:v>
              </c:pt>
              <c:pt idx="18">
                <c:v>1.085657185207143</c:v>
              </c:pt>
              <c:pt idx="19">
                <c:v>1.0723247022734048</c:v>
              </c:pt>
              <c:pt idx="20">
                <c:v>1.061604138005932</c:v>
              </c:pt>
              <c:pt idx="21">
                <c:v>1.058837642364605</c:v>
              </c:pt>
              <c:pt idx="22">
                <c:v>1.0532935415717353</c:v>
              </c:pt>
              <c:pt idx="23">
                <c:v>1.0572868783575187</c:v>
              </c:pt>
              <c:pt idx="24">
                <c:v>1.0385064460120785</c:v>
              </c:pt>
              <c:pt idx="25">
                <c:v>1.0420501936007034</c:v>
              </c:pt>
              <c:pt idx="26">
                <c:v>1.0439348337477707</c:v>
              </c:pt>
              <c:pt idx="27">
                <c:v>1.0418877272814318</c:v>
              </c:pt>
              <c:pt idx="28">
                <c:v>1.07309143331467</c:v>
              </c:pt>
              <c:pt idx="29">
                <c:v>1.0830539924118996</c:v>
              </c:pt>
              <c:pt idx="30">
                <c:v>1.0591094929395026</c:v>
              </c:pt>
              <c:pt idx="31">
                <c:v>1.0646780394844861</c:v>
              </c:pt>
              <c:pt idx="32">
                <c:v>1.0698600785069254</c:v>
              </c:pt>
              <c:pt idx="33">
                <c:v>1.0858053453773335</c:v>
              </c:pt>
              <c:pt idx="34">
                <c:v>0.9692678778163244</c:v>
              </c:pt>
              <c:pt idx="35">
                <c:v>0.9577513398338516</c:v>
              </c:pt>
              <c:pt idx="36">
                <c:v>1.0242256003873123</c:v>
              </c:pt>
              <c:pt idx="37">
                <c:v>1.0196230095188967</c:v>
              </c:pt>
              <c:pt idx="38">
                <c:v>0.7873741660972636</c:v>
              </c:pt>
              <c:pt idx="39">
                <c:v>0.9168708727952175</c:v>
              </c:pt>
              <c:pt idx="40">
                <c:v>0.8691634177805322</c:v>
              </c:pt>
              <c:pt idx="41">
                <c:v>0.7782458657862399</c:v>
              </c:pt>
              <c:pt idx="42">
                <c:v>0.9842717011395441</c:v>
              </c:pt>
              <c:pt idx="43">
                <c:v>0.9454177694372623</c:v>
              </c:pt>
              <c:pt idx="44">
                <c:v>0.958239022935993</c:v>
              </c:pt>
              <c:pt idx="45">
                <c:v>0.8685707983589047</c:v>
              </c:pt>
              <c:pt idx="46">
                <c:v>0.8096633739859577</c:v>
              </c:pt>
              <c:pt idx="47">
                <c:v>0.8077142980283936</c:v>
              </c:pt>
              <c:pt idx="48">
                <c:v>0.49708176790353314</c:v>
              </c:pt>
              <c:pt idx="49">
                <c:v>0.5272958578929066</c:v>
              </c:pt>
              <c:pt idx="50">
                <c:v>0.4189558081421859</c:v>
              </c:pt>
              <c:pt idx="51">
                <c:v>0.9406775792288375</c:v>
              </c:pt>
              <c:pt idx="52">
                <c:v>0.999310887173168</c:v>
              </c:pt>
              <c:pt idx="53">
                <c:v>0.909330601801006</c:v>
              </c:pt>
              <c:pt idx="54">
                <c:v>0.7919661949955796</c:v>
              </c:pt>
              <c:pt idx="55">
                <c:v>0.7790613287177625</c:v>
              </c:pt>
              <c:pt idx="56">
                <c:v>0.7082565657964068</c:v>
              </c:pt>
              <c:pt idx="57">
                <c:v>0.678792134625609</c:v>
              </c:pt>
              <c:pt idx="58">
                <c:v>1.0556828012830455</c:v>
              </c:pt>
              <c:pt idx="59">
                <c:v>1.0509162216178471</c:v>
              </c:pt>
              <c:pt idx="60">
                <c:v>1.0533177011257648</c:v>
              </c:pt>
              <c:pt idx="61">
                <c:v>1.0546395100057808</c:v>
              </c:pt>
              <c:pt idx="62">
                <c:v>1.0642958674463188</c:v>
              </c:pt>
              <c:pt idx="63">
                <c:v>1.0652527934699447</c:v>
              </c:pt>
              <c:pt idx="64">
                <c:v>1.0646609190339078</c:v>
              </c:pt>
              <c:pt idx="65">
                <c:v>0.9816898558032675</c:v>
              </c:pt>
              <c:pt idx="66">
                <c:v>1.001592091023845</c:v>
              </c:pt>
              <c:pt idx="67">
                <c:v>0.9584993217410954</c:v>
              </c:pt>
              <c:pt idx="68">
                <c:v>0.9836213811858471</c:v>
              </c:pt>
              <c:pt idx="69">
                <c:v>0.9590206027884757</c:v>
              </c:pt>
              <c:pt idx="70">
                <c:v>0.9864491475909908</c:v>
              </c:pt>
              <c:pt idx="71">
                <c:v>1.0095054940397405</c:v>
              </c:pt>
              <c:pt idx="72">
                <c:v>0.9867120723781403</c:v>
              </c:pt>
              <c:pt idx="73">
                <c:v>0.9335211060394663</c:v>
              </c:pt>
              <c:pt idx="74">
                <c:v>0.9336917288614405</c:v>
              </c:pt>
              <c:pt idx="75">
                <c:v>0.7725103413617093</c:v>
              </c:pt>
              <c:pt idx="76">
                <c:v>1.0791542860952594</c:v>
              </c:pt>
              <c:pt idx="77">
                <c:v>1.0769426693803914</c:v>
              </c:pt>
              <c:pt idx="78">
                <c:v>1.0720032096190137</c:v>
              </c:pt>
              <c:pt idx="79">
                <c:v>1.0848664511990447</c:v>
              </c:pt>
              <c:pt idx="80">
                <c:v>1.0883528180808029</c:v>
              </c:pt>
              <c:pt idx="81">
                <c:v>1.087105556806289</c:v>
              </c:pt>
              <c:pt idx="82">
                <c:v>1.091153954607001</c:v>
              </c:pt>
              <c:pt idx="83">
                <c:v>0.3544304398966833</c:v>
              </c:pt>
              <c:pt idx="84">
                <c:v>0.3497435427980726</c:v>
              </c:pt>
              <c:pt idx="85">
                <c:v>0.4814011101055524</c:v>
              </c:pt>
              <c:pt idx="86">
                <c:v>0.16994591300353978</c:v>
              </c:pt>
              <c:pt idx="87">
                <c:v>0.07507331848193227</c:v>
              </c:pt>
              <c:pt idx="88">
                <c:v>1.5376282487469044E-06</c:v>
              </c:pt>
              <c:pt idx="89">
                <c:v>0.6155012783286743</c:v>
              </c:pt>
              <c:pt idx="90">
                <c:v>0.5508629941433881</c:v>
              </c:pt>
              <c:pt idx="91">
                <c:v>0.5122272364501254</c:v>
              </c:pt>
              <c:pt idx="92">
                <c:v>0.7762040214772092</c:v>
              </c:pt>
              <c:pt idx="93">
                <c:v>0.9837227187103583</c:v>
              </c:pt>
              <c:pt idx="94">
                <c:v>0.9831133867267977</c:v>
              </c:pt>
              <c:pt idx="95">
                <c:v>0.9725698469616137</c:v>
              </c:pt>
              <c:pt idx="96">
                <c:v>0.9187075990840303</c:v>
              </c:pt>
              <c:pt idx="97">
                <c:v>1.0427915370847478</c:v>
              </c:pt>
              <c:pt idx="98">
                <c:v>1.0893274132986068</c:v>
              </c:pt>
              <c:pt idx="99">
                <c:v>1.0861978633045257</c:v>
              </c:pt>
              <c:pt idx="100">
                <c:v>1.0840702816042607</c:v>
              </c:pt>
              <c:pt idx="101">
                <c:v>1.0904996808480614</c:v>
              </c:pt>
              <c:pt idx="102">
                <c:v>1.0917332260467583</c:v>
              </c:pt>
              <c:pt idx="103">
                <c:v>1.0301148501001722</c:v>
              </c:pt>
              <c:pt idx="104">
                <c:v>1.0437185680010073</c:v>
              </c:pt>
              <c:pt idx="105">
                <c:v>1.0985192298747801</c:v>
              </c:pt>
              <c:pt idx="106">
                <c:v>1.0068878909364618</c:v>
              </c:pt>
              <c:pt idx="107">
                <c:v>1.0229206684534626</c:v>
              </c:pt>
              <c:pt idx="108">
                <c:v>1.012140527688706</c:v>
              </c:pt>
              <c:pt idx="109">
                <c:v>0.8060038832665761</c:v>
              </c:pt>
              <c:pt idx="110">
                <c:v>0.8569083552968456</c:v>
              </c:pt>
              <c:pt idx="111">
                <c:v>0.7561392069231206</c:v>
              </c:pt>
              <c:pt idx="112">
                <c:v>0.8007543879884</c:v>
              </c:pt>
              <c:pt idx="113">
                <c:v>1.0790945584229927</c:v>
              </c:pt>
              <c:pt idx="114">
                <c:v>1.0752700604535697</c:v>
              </c:pt>
              <c:pt idx="115">
                <c:v>1.0837313391208736</c:v>
              </c:pt>
              <c:pt idx="116">
                <c:v>0.6321883183517191</c:v>
              </c:pt>
              <c:pt idx="117">
                <c:v>0.5498207521767953</c:v>
              </c:pt>
              <c:pt idx="118">
                <c:v>0.5507973126934879</c:v>
              </c:pt>
              <c:pt idx="119">
                <c:v>0.5366768085129454</c:v>
              </c:pt>
              <c:pt idx="120">
                <c:v>0.5671609470139884</c:v>
              </c:pt>
              <c:pt idx="121">
                <c:v>0.5239160382325942</c:v>
              </c:pt>
              <c:pt idx="122">
                <c:v>0.5235352327552487</c:v>
              </c:pt>
              <c:pt idx="123">
                <c:v>0.4932322831187603</c:v>
              </c:pt>
              <c:pt idx="124">
                <c:v>0.976047868850382</c:v>
              </c:pt>
              <c:pt idx="125">
                <c:v>0.8566351078213555</c:v>
              </c:pt>
              <c:pt idx="126">
                <c:v>0.882849968021172</c:v>
              </c:pt>
              <c:pt idx="127">
                <c:v>0.9242575416858354</c:v>
              </c:pt>
              <c:pt idx="128">
                <c:v>1.0745811354194337</c:v>
              </c:pt>
              <c:pt idx="129">
                <c:v>1.0715856139600852</c:v>
              </c:pt>
              <c:pt idx="130">
                <c:v>1.0670089482883078</c:v>
              </c:pt>
              <c:pt idx="131">
                <c:v>1.0611817101761198</c:v>
              </c:pt>
              <c:pt idx="132">
                <c:v>1.0725500678659472</c:v>
              </c:pt>
              <c:pt idx="133">
                <c:v>1.0714777159777915</c:v>
              </c:pt>
              <c:pt idx="134">
                <c:v>0.9213879164694795</c:v>
              </c:pt>
              <c:pt idx="135">
                <c:v>0.950237343939781</c:v>
              </c:pt>
              <c:pt idx="136">
                <c:v>0.7835049354055357</c:v>
              </c:pt>
              <c:pt idx="137">
                <c:v>1.0948679025374957</c:v>
              </c:pt>
              <c:pt idx="138">
                <c:v>1.0962926816671048</c:v>
              </c:pt>
              <c:pt idx="139">
                <c:v>1.0947057878991608</c:v>
              </c:pt>
              <c:pt idx="140">
                <c:v>1.0994173462644747</c:v>
              </c:pt>
              <c:pt idx="141">
                <c:v>1.0973608137655004</c:v>
              </c:pt>
              <c:pt idx="142">
                <c:v>0.7713993278722241</c:v>
              </c:pt>
              <c:pt idx="143">
                <c:v>0.7656500917265463</c:v>
              </c:pt>
              <c:pt idx="144">
                <c:v>1.0389658493440144</c:v>
              </c:pt>
              <c:pt idx="145">
                <c:v>1.0107841691587536</c:v>
              </c:pt>
              <c:pt idx="146">
                <c:v>1.0422226464887534</c:v>
              </c:pt>
              <c:pt idx="147">
                <c:v>1.060899740430427</c:v>
              </c:pt>
              <c:pt idx="148">
                <c:v>1.06022474572818</c:v>
              </c:pt>
              <c:pt idx="149">
                <c:v>0.3436744526139064</c:v>
              </c:pt>
              <c:pt idx="150">
                <c:v>0.0998888091757181</c:v>
              </c:pt>
              <c:pt idx="151">
                <c:v>0.36362243365978975</c:v>
              </c:pt>
              <c:pt idx="152">
                <c:v>0.1211676438111346</c:v>
              </c:pt>
              <c:pt idx="153">
                <c:v>0.8343848653323559</c:v>
              </c:pt>
              <c:pt idx="154">
                <c:v>0.825191503884348</c:v>
              </c:pt>
              <c:pt idx="155">
                <c:v>0.7290335380955791</c:v>
              </c:pt>
              <c:pt idx="156">
                <c:v>0.708112164995366</c:v>
              </c:pt>
              <c:pt idx="157">
                <c:v>0.6053672592548143</c:v>
              </c:pt>
              <c:pt idx="158">
                <c:v>0.524840291933785</c:v>
              </c:pt>
              <c:pt idx="159">
                <c:v>0.5605183154381104</c:v>
              </c:pt>
              <c:pt idx="160">
                <c:v>0.3310358850104859</c:v>
              </c:pt>
              <c:pt idx="161">
                <c:v>0.4023427217991895</c:v>
              </c:pt>
              <c:pt idx="162">
                <c:v>0.7913190378561076</c:v>
              </c:pt>
              <c:pt idx="163">
                <c:v>0.819585771957517</c:v>
              </c:pt>
              <c:pt idx="164">
                <c:v>0.777639937575132</c:v>
              </c:pt>
              <c:pt idx="165">
                <c:v>1.065675349500052</c:v>
              </c:pt>
              <c:pt idx="166">
                <c:v>0.07728438101305414</c:v>
              </c:pt>
              <c:pt idx="167">
                <c:v>1.481373758686625E-06</c:v>
              </c:pt>
              <c:pt idx="168">
                <c:v>1.4661932609204357E-06</c:v>
              </c:pt>
              <c:pt idx="169">
                <c:v>0.7815175553048936</c:v>
              </c:pt>
              <c:pt idx="170">
                <c:v>0.8537570672825339</c:v>
              </c:pt>
              <c:pt idx="171">
                <c:v>0.7822734139382004</c:v>
              </c:pt>
              <c:pt idx="172">
                <c:v>0.8125740106930823</c:v>
              </c:pt>
              <c:pt idx="173">
                <c:v>0.8710640400988567</c:v>
              </c:pt>
              <c:pt idx="174">
                <c:v>0.611581341401229</c:v>
              </c:pt>
              <c:pt idx="175">
                <c:v>0.6229444680975277</c:v>
              </c:pt>
              <c:pt idx="176">
                <c:v>0.7161321085518831</c:v>
              </c:pt>
              <c:pt idx="177">
                <c:v>0.7250881237983253</c:v>
              </c:pt>
              <c:pt idx="178">
                <c:v>0.6546817618049563</c:v>
              </c:pt>
              <c:pt idx="179">
                <c:v>0.6499228864348425</c:v>
              </c:pt>
              <c:pt idx="180">
                <c:v>1.0183538803761696</c:v>
              </c:pt>
              <c:pt idx="181">
                <c:v>1.0153538987845105</c:v>
              </c:pt>
              <c:pt idx="182">
                <c:v>1.021416978106823</c:v>
              </c:pt>
              <c:pt idx="183">
                <c:v>0.7391613505333838</c:v>
              </c:pt>
              <c:pt idx="184">
                <c:v>0.8633634711803195</c:v>
              </c:pt>
              <c:pt idx="185">
                <c:v>0.7429057572058828</c:v>
              </c:pt>
              <c:pt idx="186">
                <c:v>0.8407760619282014</c:v>
              </c:pt>
              <c:pt idx="187">
                <c:v>1.062845390900476</c:v>
              </c:pt>
              <c:pt idx="188">
                <c:v>1.0515934420538369</c:v>
              </c:pt>
              <c:pt idx="189">
                <c:v>1.0504308432582945</c:v>
              </c:pt>
              <c:pt idx="190">
                <c:v>0.5144373995848307</c:v>
              </c:pt>
              <c:pt idx="191">
                <c:v>0.3254329441765325</c:v>
              </c:pt>
              <c:pt idx="192">
                <c:v>0.35085479876009484</c:v>
              </c:pt>
              <c:pt idx="193">
                <c:v>0.2799877239938953</c:v>
              </c:pt>
              <c:pt idx="194">
                <c:v>0.7440721524396757</c:v>
              </c:pt>
              <c:pt idx="195">
                <c:v>0.8724331920368641</c:v>
              </c:pt>
              <c:pt idx="196">
                <c:v>0.8879191431584774</c:v>
              </c:pt>
              <c:pt idx="197">
                <c:v>0.8323718735044547</c:v>
              </c:pt>
              <c:pt idx="198">
                <c:v>0.2970710942919709</c:v>
              </c:pt>
              <c:pt idx="199">
                <c:v>0.18981283260055143</c:v>
              </c:pt>
              <c:pt idx="200">
                <c:v>1.792358494943536E-06</c:v>
              </c:pt>
              <c:pt idx="201">
                <c:v>1.8040876608026896E-06</c:v>
              </c:pt>
              <c:pt idx="202">
                <c:v>0.4977127564138951</c:v>
              </c:pt>
              <c:pt idx="203">
                <c:v>0.3605355541536988</c:v>
              </c:pt>
              <c:pt idx="204">
                <c:v>0.3444254341344314</c:v>
              </c:pt>
              <c:pt idx="205">
                <c:v>0.018888965782813176</c:v>
              </c:pt>
              <c:pt idx="206">
                <c:v>1.6221335934015545E-06</c:v>
              </c:pt>
              <c:pt idx="207">
                <c:v>0.866125269330439</c:v>
              </c:pt>
              <c:pt idx="208">
                <c:v>0.8034267649198633</c:v>
              </c:pt>
              <c:pt idx="209">
                <c:v>1.0937265166342323</c:v>
              </c:pt>
              <c:pt idx="210">
                <c:v>0.1961382504504338</c:v>
              </c:pt>
              <c:pt idx="211">
                <c:v>0.2069535620184687</c:v>
              </c:pt>
              <c:pt idx="212">
                <c:v>0.8115071531228746</c:v>
              </c:pt>
              <c:pt idx="213">
                <c:v>0.6179083389873715</c:v>
              </c:pt>
              <c:pt idx="214">
                <c:v>0.6326593627719675</c:v>
              </c:pt>
              <c:pt idx="215">
                <c:v>0.6199979776381124</c:v>
              </c:pt>
              <c:pt idx="216">
                <c:v>0.37398072747400224</c:v>
              </c:pt>
              <c:pt idx="217">
                <c:v>0.4328976118598087</c:v>
              </c:pt>
              <c:pt idx="218">
                <c:v>0.37242957602298143</c:v>
              </c:pt>
              <c:pt idx="219">
                <c:v>0.38049785779692324</c:v>
              </c:pt>
              <c:pt idx="220">
                <c:v>0.22535679997410618</c:v>
              </c:pt>
              <c:pt idx="221">
                <c:v>0.865687884871289</c:v>
              </c:pt>
              <c:pt idx="222">
                <c:v>0.951709880515483</c:v>
              </c:pt>
              <c:pt idx="223">
                <c:v>0.8848801962139529</c:v>
              </c:pt>
              <c:pt idx="224">
                <c:v>0.3289018017559604</c:v>
              </c:pt>
              <c:pt idx="225">
                <c:v>0.5257461772745081</c:v>
              </c:pt>
              <c:pt idx="226">
                <c:v>0.706316744549023</c:v>
              </c:pt>
              <c:pt idx="227">
                <c:v>0.4672046114652693</c:v>
              </c:pt>
              <c:pt idx="228">
                <c:v>0.399377367768064</c:v>
              </c:pt>
              <c:pt idx="229">
                <c:v>0.4575461530530737</c:v>
              </c:pt>
              <c:pt idx="230">
                <c:v>0.5693043939265042</c:v>
              </c:pt>
              <c:pt idx="231">
                <c:v>0.5441398152377238</c:v>
              </c:pt>
              <c:pt idx="232">
                <c:v>0.3514630708423839</c:v>
              </c:pt>
              <c:pt idx="233">
                <c:v>0.4007478297166268</c:v>
              </c:pt>
              <c:pt idx="234">
                <c:v>0.3344889348430029</c:v>
              </c:pt>
              <c:pt idx="235">
                <c:v>0.506298674210474</c:v>
              </c:pt>
              <c:pt idx="236">
                <c:v>0.213263127723944</c:v>
              </c:pt>
              <c:pt idx="237">
                <c:v>0.3471354707992019</c:v>
              </c:pt>
              <c:pt idx="238">
                <c:v>0.7450877779299504</c:v>
              </c:pt>
              <c:pt idx="239">
                <c:v>1.5706966546914762E-06</c:v>
              </c:pt>
              <c:pt idx="240">
                <c:v>1.7207555412851578E-06</c:v>
              </c:pt>
              <c:pt idx="241">
                <c:v>0.025083285456204602</c:v>
              </c:pt>
              <c:pt idx="242">
                <c:v>0.9136494825826089</c:v>
              </c:pt>
              <c:pt idx="243">
                <c:v>0.9536455003519119</c:v>
              </c:pt>
              <c:pt idx="244">
                <c:v>0.4802736807060008</c:v>
              </c:pt>
              <c:pt idx="245">
                <c:v>0.5276470009606107</c:v>
              </c:pt>
              <c:pt idx="246">
                <c:v>0.6193398497772662</c:v>
              </c:pt>
              <c:pt idx="247">
                <c:v>0.38374791363270067</c:v>
              </c:pt>
              <c:pt idx="248">
                <c:v>1.0843656706364664</c:v>
              </c:pt>
              <c:pt idx="249">
                <c:v>1.089341214863048</c:v>
              </c:pt>
              <c:pt idx="250">
                <c:v>1.0904630362721308</c:v>
              </c:pt>
              <c:pt idx="251">
                <c:v>0.6786277824564196</c:v>
              </c:pt>
              <c:pt idx="252">
                <c:v>0.2686239056247412</c:v>
              </c:pt>
              <c:pt idx="253">
                <c:v>0.2581952016163003</c:v>
              </c:pt>
              <c:pt idx="254">
                <c:v>0.2946463691045237</c:v>
              </c:pt>
              <c:pt idx="255">
                <c:v>1.0646717898198093</c:v>
              </c:pt>
              <c:pt idx="256">
                <c:v>0.40656172096186416</c:v>
              </c:pt>
              <c:pt idx="257">
                <c:v>0.4867801490345249</c:v>
              </c:pt>
              <c:pt idx="258">
                <c:v>0.5175321455216696</c:v>
              </c:pt>
              <c:pt idx="259">
                <c:v>0.8156486293757398</c:v>
              </c:pt>
              <c:pt idx="260">
                <c:v>1.0074880435179074</c:v>
              </c:pt>
              <c:pt idx="261">
                <c:v>0.9705324984032019</c:v>
              </c:pt>
              <c:pt idx="262">
                <c:v>0.9500163463470352</c:v>
              </c:pt>
              <c:pt idx="263">
                <c:v>0.34977848431182795</c:v>
              </c:pt>
              <c:pt idx="264">
                <c:v>0.41614886265962303</c:v>
              </c:pt>
              <c:pt idx="265">
                <c:v>1.0932540025769004</c:v>
              </c:pt>
              <c:pt idx="266">
                <c:v>1.8826760619868483E-06</c:v>
              </c:pt>
              <c:pt idx="267">
                <c:v>0.12834604160276275</c:v>
              </c:pt>
              <c:pt idx="268">
                <c:v>1.8378597933348234E-06</c:v>
              </c:pt>
              <c:pt idx="269">
                <c:v>0.9471193051486496</c:v>
              </c:pt>
              <c:pt idx="270">
                <c:v>0.9461526129324929</c:v>
              </c:pt>
              <c:pt idx="271">
                <c:v>0.8291407084388958</c:v>
              </c:pt>
              <c:pt idx="272">
                <c:v>1.4202292932588988E-06</c:v>
              </c:pt>
              <c:pt idx="273">
                <c:v>1.4466067882463817E-06</c:v>
              </c:pt>
              <c:pt idx="274">
                <c:v>0.18059580685515764</c:v>
              </c:pt>
              <c:pt idx="275">
                <c:v>0.44417746448698864</c:v>
              </c:pt>
              <c:pt idx="276">
                <c:v>0.2975877203563447</c:v>
              </c:pt>
              <c:pt idx="277">
                <c:v>0.14939580936023777</c:v>
              </c:pt>
              <c:pt idx="278">
                <c:v>0.2935827314729808</c:v>
              </c:pt>
              <c:pt idx="279">
                <c:v>1.0838561132258173</c:v>
              </c:pt>
              <c:pt idx="280">
                <c:v>1.0794563095375165</c:v>
              </c:pt>
              <c:pt idx="281">
                <c:v>1.0803235375947149</c:v>
              </c:pt>
              <c:pt idx="282">
                <c:v>1.0870640589640956</c:v>
              </c:pt>
              <c:pt idx="283">
                <c:v>1.494237869600895E-06</c:v>
              </c:pt>
              <c:pt idx="284">
                <c:v>1.4617471316886993E-06</c:v>
              </c:pt>
              <c:pt idx="285">
                <c:v>0.3139269763278342</c:v>
              </c:pt>
              <c:pt idx="286">
                <c:v>1.078373091604579</c:v>
              </c:pt>
              <c:pt idx="287">
                <c:v>1.0793695939571346</c:v>
              </c:pt>
              <c:pt idx="288">
                <c:v>1.0793988295334889</c:v>
              </c:pt>
              <c:pt idx="289">
                <c:v>1.0641896838521916</c:v>
              </c:pt>
              <c:pt idx="290">
                <c:v>1.0613606444424994</c:v>
              </c:pt>
              <c:pt idx="291">
                <c:v>1.0623803219274264</c:v>
              </c:pt>
              <c:pt idx="292">
                <c:v>0.8187635094040473</c:v>
              </c:pt>
              <c:pt idx="293">
                <c:v>0.7907952796270665</c:v>
              </c:pt>
              <c:pt idx="294">
                <c:v>0.7566546159459994</c:v>
              </c:pt>
              <c:pt idx="295">
                <c:v>0.02586762785983963</c:v>
              </c:pt>
              <c:pt idx="296">
                <c:v>1.074371533865387</c:v>
              </c:pt>
              <c:pt idx="297">
                <c:v>1.0764872039025832</c:v>
              </c:pt>
              <c:pt idx="298">
                <c:v>1.0800229558504248</c:v>
              </c:pt>
              <c:pt idx="299">
                <c:v>0.945577711318413</c:v>
              </c:pt>
              <c:pt idx="300">
                <c:v>0.9922045713148697</c:v>
              </c:pt>
              <c:pt idx="301">
                <c:v>0.4373926230730179</c:v>
              </c:pt>
              <c:pt idx="302">
                <c:v>0.5442716585082227</c:v>
              </c:pt>
              <c:pt idx="303">
                <c:v>0.4971764103813816</c:v>
              </c:pt>
              <c:pt idx="304">
                <c:v>0.5621400198905192</c:v>
              </c:pt>
              <c:pt idx="305">
                <c:v>0.5849929603263864</c:v>
              </c:pt>
              <c:pt idx="306">
                <c:v>0.6653749300971057</c:v>
              </c:pt>
              <c:pt idx="307">
                <c:v>0.6536977609788056</c:v>
              </c:pt>
              <c:pt idx="308">
                <c:v>0.6785344410905605</c:v>
              </c:pt>
              <c:pt idx="309">
                <c:v>1.0599155161814113</c:v>
              </c:pt>
              <c:pt idx="310">
                <c:v>0.7290810969403821</c:v>
              </c:pt>
              <c:pt idx="311">
                <c:v>1.043482788202725</c:v>
              </c:pt>
              <c:pt idx="312">
                <c:v>0.2781328195846208</c:v>
              </c:pt>
              <c:pt idx="313">
                <c:v>0.24052705213179804</c:v>
              </c:pt>
              <c:pt idx="314">
                <c:v>0.38000922835705114</c:v>
              </c:pt>
              <c:pt idx="315">
                <c:v>0.4558412479374926</c:v>
              </c:pt>
              <c:pt idx="316">
                <c:v>0.5080132434999889</c:v>
              </c:pt>
              <c:pt idx="317">
                <c:v>0.09676830576062619</c:v>
              </c:pt>
              <c:pt idx="318">
                <c:v>1.499683122754768E-06</c:v>
              </c:pt>
              <c:pt idx="319">
                <c:v>0.7260156868857056</c:v>
              </c:pt>
              <c:pt idx="320">
                <c:v>0.5981115625877692</c:v>
              </c:pt>
              <c:pt idx="321">
                <c:v>0.656108049965836</c:v>
              </c:pt>
              <c:pt idx="322">
                <c:v>0.6633753558765042</c:v>
              </c:pt>
              <c:pt idx="323">
                <c:v>0.1879404431047807</c:v>
              </c:pt>
              <c:pt idx="324">
                <c:v>1.4277574896349727E-06</c:v>
              </c:pt>
              <c:pt idx="325">
                <c:v>0.07516014617271158</c:v>
              </c:pt>
              <c:pt idx="326">
                <c:v>0.2803190969086131</c:v>
              </c:pt>
              <c:pt idx="327">
                <c:v>0.2435994861141245</c:v>
              </c:pt>
              <c:pt idx="328">
                <c:v>1.4838982316843121E-06</c:v>
              </c:pt>
              <c:pt idx="329">
                <c:v>1.0503128147464722</c:v>
              </c:pt>
              <c:pt idx="330">
                <c:v>0.5891999457158172</c:v>
              </c:pt>
              <c:pt idx="331">
                <c:v>0.6053583961361595</c:v>
              </c:pt>
              <c:pt idx="332">
                <c:v>0.6184350086034077</c:v>
              </c:pt>
              <c:pt idx="333">
                <c:v>0.4520543281431364</c:v>
              </c:pt>
              <c:pt idx="334">
                <c:v>1.0569278772342168</c:v>
              </c:pt>
              <c:pt idx="335">
                <c:v>1.0581496137444126</c:v>
              </c:pt>
              <c:pt idx="336">
                <c:v>0.7721391750497304</c:v>
              </c:pt>
              <c:pt idx="337">
                <c:v>0.8186383719072537</c:v>
              </c:pt>
              <c:pt idx="338">
                <c:v>1.0902686024615857</c:v>
              </c:pt>
              <c:pt idx="339">
                <c:v>1.095255106163279</c:v>
              </c:pt>
              <c:pt idx="340">
                <c:v>1.0923409727664857</c:v>
              </c:pt>
              <c:pt idx="341">
                <c:v>0.42795341830926437</c:v>
              </c:pt>
              <c:pt idx="342">
                <c:v>0.5544072157797095</c:v>
              </c:pt>
              <c:pt idx="343">
                <c:v>0.4378884628943077</c:v>
              </c:pt>
              <c:pt idx="344">
                <c:v>0.45497251353021434</c:v>
              </c:pt>
              <c:pt idx="345">
                <c:v>0.5059384660639347</c:v>
              </c:pt>
              <c:pt idx="346">
                <c:v>1.0532632938528892</c:v>
              </c:pt>
              <c:pt idx="347">
                <c:v>0.6618530227440103</c:v>
              </c:pt>
              <c:pt idx="348">
                <c:v>1.0833641356537953</c:v>
              </c:pt>
              <c:pt idx="349">
                <c:v>1.069112923408378</c:v>
              </c:pt>
              <c:pt idx="350">
                <c:v>1.0680527132753475</c:v>
              </c:pt>
              <c:pt idx="351">
                <c:v>1.4375853796765896E-06</c:v>
              </c:pt>
              <c:pt idx="352">
                <c:v>0.06178054340265733</c:v>
              </c:pt>
              <c:pt idx="353">
                <c:v>0.018868591615608315</c:v>
              </c:pt>
              <c:pt idx="354">
                <c:v>0.6148913224304703</c:v>
              </c:pt>
              <c:pt idx="355">
                <c:v>0.6094611114008034</c:v>
              </c:pt>
              <c:pt idx="356">
                <c:v>1.0622199657037794</c:v>
              </c:pt>
              <c:pt idx="357">
                <c:v>0.6231124900555151</c:v>
              </c:pt>
              <c:pt idx="358">
                <c:v>0.6958401445344056</c:v>
              </c:pt>
              <c:pt idx="359">
                <c:v>0.7271208613876033</c:v>
              </c:pt>
              <c:pt idx="360">
                <c:v>0.70825516829916</c:v>
              </c:pt>
              <c:pt idx="361">
                <c:v>0.2183929210853811</c:v>
              </c:pt>
              <c:pt idx="362">
                <c:v>0.9712923088570609</c:v>
              </c:pt>
              <c:pt idx="363">
                <c:v>0.8829463162479666</c:v>
              </c:pt>
              <c:pt idx="364">
                <c:v>0.9387646603753294</c:v>
              </c:pt>
              <c:pt idx="365">
                <c:v>0.7364078622656719</c:v>
              </c:pt>
              <c:pt idx="366">
                <c:v>0.6991792698450819</c:v>
              </c:pt>
              <c:pt idx="367">
                <c:v>0.5387525664165438</c:v>
              </c:pt>
              <c:pt idx="368">
                <c:v>0.7071660542027262</c:v>
              </c:pt>
              <c:pt idx="369">
                <c:v>0.7745977716213097</c:v>
              </c:pt>
              <c:pt idx="370">
                <c:v>1.0640272736538108</c:v>
              </c:pt>
              <c:pt idx="371">
                <c:v>1.0610772243119506</c:v>
              </c:pt>
              <c:pt idx="372">
                <c:v>1.0597528653838253</c:v>
              </c:pt>
              <c:pt idx="373">
                <c:v>1.0489619469578584</c:v>
              </c:pt>
              <c:pt idx="374">
                <c:v>1.0587310632195668</c:v>
              </c:pt>
              <c:pt idx="375">
                <c:v>1.0437547748027773</c:v>
              </c:pt>
              <c:pt idx="376">
                <c:v>1.06500598884594</c:v>
              </c:pt>
              <c:pt idx="377">
                <c:v>1.0555873259827064</c:v>
              </c:pt>
              <c:pt idx="378">
                <c:v>0.633639711472929</c:v>
              </c:pt>
              <c:pt idx="379">
                <c:v>0.6378543813151543</c:v>
              </c:pt>
              <c:pt idx="380">
                <c:v>0.4878994407662723</c:v>
              </c:pt>
              <c:pt idx="381">
                <c:v>1.067871928983019</c:v>
              </c:pt>
              <c:pt idx="382">
                <c:v>0.11598789654909589</c:v>
              </c:pt>
              <c:pt idx="383">
                <c:v>0.9543818564075393</c:v>
              </c:pt>
              <c:pt idx="384">
                <c:v>0.9959738829585448</c:v>
              </c:pt>
              <c:pt idx="385">
                <c:v>0.9619753740882839</c:v>
              </c:pt>
              <c:pt idx="386">
                <c:v>1.0111011260629619</c:v>
              </c:pt>
              <c:pt idx="387">
                <c:v>0.21564249555661152</c:v>
              </c:pt>
              <c:pt idx="388">
                <c:v>0.38858127674290116</c:v>
              </c:pt>
              <c:pt idx="389">
                <c:v>0.060119410593416675</c:v>
              </c:pt>
              <c:pt idx="390">
                <c:v>1.601375310400431E-06</c:v>
              </c:pt>
              <c:pt idx="391">
                <c:v>1.594287013506586E-06</c:v>
              </c:pt>
              <c:pt idx="392">
                <c:v>0.9930778728263323</c:v>
              </c:pt>
              <c:pt idx="393">
                <c:v>0.9550101504335342</c:v>
              </c:pt>
              <c:pt idx="394">
                <c:v>0.982433026501269</c:v>
              </c:pt>
              <c:pt idx="395">
                <c:v>1.0155588941956306</c:v>
              </c:pt>
              <c:pt idx="396">
                <c:v>1.021917114804502</c:v>
              </c:pt>
              <c:pt idx="397">
                <c:v>0.3861863887856938</c:v>
              </c:pt>
              <c:pt idx="398">
                <c:v>0.832664040286923</c:v>
              </c:pt>
              <c:pt idx="399">
                <c:v>0.8597948868380847</c:v>
              </c:pt>
              <c:pt idx="400">
                <c:v>0.41016938926364865</c:v>
              </c:pt>
              <c:pt idx="401">
                <c:v>1.0194130523551979</c:v>
              </c:pt>
              <c:pt idx="402">
                <c:v>0.9620561847345136</c:v>
              </c:pt>
              <c:pt idx="403">
                <c:v>0.9711239431999678</c:v>
              </c:pt>
              <c:pt idx="404">
                <c:v>1.0709063762397601</c:v>
              </c:pt>
              <c:pt idx="405">
                <c:v>0.7478275813119137</c:v>
              </c:pt>
              <c:pt idx="406">
                <c:v>0.6972633557546013</c:v>
              </c:pt>
              <c:pt idx="407">
                <c:v>0.7138833810476094</c:v>
              </c:pt>
              <c:pt idx="408">
                <c:v>0.7990331209583965</c:v>
              </c:pt>
              <c:pt idx="409">
                <c:v>0.6609158904977201</c:v>
              </c:pt>
              <c:pt idx="410">
                <c:v>0.4168992576932846</c:v>
              </c:pt>
              <c:pt idx="411">
                <c:v>0.34499239677612165</c:v>
              </c:pt>
              <c:pt idx="412">
                <c:v>0.27616438089667333</c:v>
              </c:pt>
              <c:pt idx="413">
                <c:v>0.9277108422513262</c:v>
              </c:pt>
              <c:pt idx="414">
                <c:v>0.6335549785487675</c:v>
              </c:pt>
              <c:pt idx="415">
                <c:v>0.6234301208432177</c:v>
              </c:pt>
              <c:pt idx="416">
                <c:v>1.0372191112058904</c:v>
              </c:pt>
              <c:pt idx="417">
                <c:v>0.9006066036987963</c:v>
              </c:pt>
              <c:pt idx="418">
                <c:v>0.8705059661520975</c:v>
              </c:pt>
              <c:pt idx="419">
                <c:v>0.8872481001328478</c:v>
              </c:pt>
              <c:pt idx="420">
                <c:v>0.8828690204100049</c:v>
              </c:pt>
              <c:pt idx="421">
                <c:v>0.888355790071591</c:v>
              </c:pt>
              <c:pt idx="422">
                <c:v>0.6922567607058635</c:v>
              </c:pt>
              <c:pt idx="423">
                <c:v>0.8615479395360626</c:v>
              </c:pt>
              <c:pt idx="424">
                <c:v>0.9332048501736185</c:v>
              </c:pt>
              <c:pt idx="425">
                <c:v>0.3765691840796958</c:v>
              </c:pt>
              <c:pt idx="426">
                <c:v>0.39384055523818184</c:v>
              </c:pt>
              <c:pt idx="427">
                <c:v>0.3239491687681665</c:v>
              </c:pt>
              <c:pt idx="428">
                <c:v>0.5218237087556803</c:v>
              </c:pt>
              <c:pt idx="429">
                <c:v>0.4054954746834696</c:v>
              </c:pt>
              <c:pt idx="430">
                <c:v>0.549513992737618</c:v>
              </c:pt>
              <c:pt idx="431">
                <c:v>0.5049510369410284</c:v>
              </c:pt>
              <c:pt idx="432">
                <c:v>0.36055608358346725</c:v>
              </c:pt>
              <c:pt idx="433">
                <c:v>0.8164902538081293</c:v>
              </c:pt>
              <c:pt idx="434">
                <c:v>0.7566365328053989</c:v>
              </c:pt>
              <c:pt idx="435">
                <c:v>0.40271557452406886</c:v>
              </c:pt>
              <c:pt idx="436">
                <c:v>0.60592298824262</c:v>
              </c:pt>
              <c:pt idx="437">
                <c:v>0.4925624113033498</c:v>
              </c:pt>
              <c:pt idx="438">
                <c:v>0.4078530682733779</c:v>
              </c:pt>
              <c:pt idx="439">
                <c:v>0.932738607429861</c:v>
              </c:pt>
              <c:pt idx="440">
                <c:v>0.9057692860811273</c:v>
              </c:pt>
              <c:pt idx="441">
                <c:v>0.8935044060124833</c:v>
              </c:pt>
              <c:pt idx="442">
                <c:v>0.9244916989940933</c:v>
              </c:pt>
              <c:pt idx="443">
                <c:v>0.8347030800327178</c:v>
              </c:pt>
              <c:pt idx="444">
                <c:v>0.9970115468920352</c:v>
              </c:pt>
              <c:pt idx="445">
                <c:v>0.9620098480364668</c:v>
              </c:pt>
              <c:pt idx="446">
                <c:v>0.28798790275872493</c:v>
              </c:pt>
              <c:pt idx="447">
                <c:v>0.3214548948926243</c:v>
              </c:pt>
              <c:pt idx="448">
                <c:v>0.27890388756983603</c:v>
              </c:pt>
              <c:pt idx="449">
                <c:v>0.7358944687472602</c:v>
              </c:pt>
              <c:pt idx="450">
                <c:v>0.7051441080690991</c:v>
              </c:pt>
              <c:pt idx="451">
                <c:v>0.6583976798556075</c:v>
              </c:pt>
              <c:pt idx="452">
                <c:v>0.6267926241679511</c:v>
              </c:pt>
              <c:pt idx="453">
                <c:v>0.7197156660708447</c:v>
              </c:pt>
              <c:pt idx="454">
                <c:v>0.6849573733064495</c:v>
              </c:pt>
              <c:pt idx="455">
                <c:v>0.652862396931702</c:v>
              </c:pt>
              <c:pt idx="456">
                <c:v>0.5827761713473313</c:v>
              </c:pt>
              <c:pt idx="457">
                <c:v>0.4096080778758443</c:v>
              </c:pt>
              <c:pt idx="458">
                <c:v>0.5468916207004338</c:v>
              </c:pt>
              <c:pt idx="459">
                <c:v>0.7826840265153792</c:v>
              </c:pt>
              <c:pt idx="460">
                <c:v>0.7788101579745952</c:v>
              </c:pt>
              <c:pt idx="461">
                <c:v>0.7355653533965811</c:v>
              </c:pt>
              <c:pt idx="462">
                <c:v>0.5814088127899186</c:v>
              </c:pt>
              <c:pt idx="463">
                <c:v>0.6231946726848453</c:v>
              </c:pt>
              <c:pt idx="464">
                <c:v>0.19140140825719193</c:v>
              </c:pt>
              <c:pt idx="465">
                <c:v>1.0579324595043804</c:v>
              </c:pt>
              <c:pt idx="466">
                <c:v>1.0601940155590786</c:v>
              </c:pt>
              <c:pt idx="467">
                <c:v>0.1329257668849159</c:v>
              </c:pt>
              <c:pt idx="468">
                <c:v>1.073242336861863</c:v>
              </c:pt>
              <c:pt idx="469">
                <c:v>0.2694371399017289</c:v>
              </c:pt>
              <c:pt idx="470">
                <c:v>0.6926124175466765</c:v>
              </c:pt>
              <c:pt idx="471">
                <c:v>0.7766657055373037</c:v>
              </c:pt>
              <c:pt idx="472">
                <c:v>1.0676695079071645</c:v>
              </c:pt>
              <c:pt idx="473">
                <c:v>1.6610181476254692E-06</c:v>
              </c:pt>
              <c:pt idx="474">
                <c:v>1.6774436017742435E-06</c:v>
              </c:pt>
              <c:pt idx="475">
                <c:v>1.6800062827770237E-06</c:v>
              </c:pt>
              <c:pt idx="476">
                <c:v>1.751341311250264E-06</c:v>
              </c:pt>
              <c:pt idx="477">
                <c:v>0.2830695546505348</c:v>
              </c:pt>
              <c:pt idx="478">
                <c:v>1.8427593460659878E-06</c:v>
              </c:pt>
              <c:pt idx="479">
                <c:v>1.817231754086745E-06</c:v>
              </c:pt>
              <c:pt idx="480">
                <c:v>0.2908067928741121</c:v>
              </c:pt>
              <c:pt idx="481">
                <c:v>1.5658009051068804E-06</c:v>
              </c:pt>
              <c:pt idx="482">
                <c:v>0.17221521286098482</c:v>
              </c:pt>
              <c:pt idx="483">
                <c:v>1.462323432048215E-06</c:v>
              </c:pt>
              <c:pt idx="484">
                <c:v>0.35172928405106985</c:v>
              </c:pt>
              <c:pt idx="485">
                <c:v>0.6903885120980248</c:v>
              </c:pt>
              <c:pt idx="486">
                <c:v>0.26908289768232235</c:v>
              </c:pt>
              <c:pt idx="487">
                <c:v>0.14294981897229497</c:v>
              </c:pt>
              <c:pt idx="488">
                <c:v>0.24713767852704085</c:v>
              </c:pt>
              <c:pt idx="489">
                <c:v>0.5130279784246079</c:v>
              </c:pt>
              <c:pt idx="490">
                <c:v>0.5775191344861634</c:v>
              </c:pt>
              <c:pt idx="491">
                <c:v>0.590394794589185</c:v>
              </c:pt>
              <c:pt idx="492">
                <c:v>1.7788449884815596E-06</c:v>
              </c:pt>
              <c:pt idx="493">
                <c:v>0.26892246655368496</c:v>
              </c:pt>
              <c:pt idx="494">
                <c:v>0.17540064121974436</c:v>
              </c:pt>
              <c:pt idx="495">
                <c:v>1.8772538713033181E-06</c:v>
              </c:pt>
              <c:pt idx="496">
                <c:v>1.9349794974787025E-06</c:v>
              </c:pt>
              <c:pt idx="497">
                <c:v>1.6469237492809705E-06</c:v>
              </c:pt>
              <c:pt idx="498">
                <c:v>1.6495032825213427E-06</c:v>
              </c:pt>
              <c:pt idx="499">
                <c:v>1.10240885381569</c:v>
              </c:pt>
              <c:pt idx="500">
                <c:v>1.7030486226988871E-06</c:v>
              </c:pt>
              <c:pt idx="501">
                <c:v>0.3119341661544242</c:v>
              </c:pt>
              <c:pt idx="502">
                <c:v>1.7545727211312026E-06</c:v>
              </c:pt>
              <c:pt idx="503">
                <c:v>0.3236539546592848</c:v>
              </c:pt>
              <c:pt idx="504">
                <c:v>0.7404638608603253</c:v>
              </c:pt>
              <c:pt idx="505">
                <c:v>0.24202654383062788</c:v>
              </c:pt>
              <c:pt idx="506">
                <c:v>1.4015895988895655E-06</c:v>
              </c:pt>
              <c:pt idx="507">
                <c:v>0.22265958957814674</c:v>
              </c:pt>
              <c:pt idx="508">
                <c:v>0.1722146547745546</c:v>
              </c:pt>
              <c:pt idx="509">
                <c:v>1.7942427595342871E-06</c:v>
              </c:pt>
              <c:pt idx="510">
                <c:v>1.5497310188313656E-06</c:v>
              </c:pt>
              <c:pt idx="511">
                <c:v>1.4999944927132017E-06</c:v>
              </c:pt>
              <c:pt idx="512">
                <c:v>0.252976555551881</c:v>
              </c:pt>
              <c:pt idx="513">
                <c:v>0.22131289164702242</c:v>
              </c:pt>
              <c:pt idx="514">
                <c:v>0.3791009628585441</c:v>
              </c:pt>
              <c:pt idx="515">
                <c:v>1.481403436701079E-06</c:v>
              </c:pt>
              <c:pt idx="516">
                <c:v>0.7052490497280469</c:v>
              </c:pt>
              <c:pt idx="517">
                <c:v>0.25330915496878087</c:v>
              </c:pt>
              <c:pt idx="518">
                <c:v>0.1057687657515783</c:v>
              </c:pt>
              <c:pt idx="519">
                <c:v>0.26053103827057794</c:v>
              </c:pt>
              <c:pt idx="520">
                <c:v>0.10530621374213027</c:v>
              </c:pt>
              <c:pt idx="521">
                <c:v>0.36985785340663146</c:v>
              </c:pt>
              <c:pt idx="522">
                <c:v>0.7951356922876245</c:v>
              </c:pt>
              <c:pt idx="523">
                <c:v>0.7578816862534581</c:v>
              </c:pt>
              <c:pt idx="524">
                <c:v>0.8377530994631299</c:v>
              </c:pt>
              <c:pt idx="525">
                <c:v>0.7181897426723773</c:v>
              </c:pt>
              <c:pt idx="526">
                <c:v>0.6692768110975462</c:v>
              </c:pt>
              <c:pt idx="527">
                <c:v>0.6770983714585437</c:v>
              </c:pt>
              <c:pt idx="528">
                <c:v>0.4432929261099663</c:v>
              </c:pt>
              <c:pt idx="529">
                <c:v>0.32403122079846913</c:v>
              </c:pt>
              <c:pt idx="530">
                <c:v>0.24651911798043397</c:v>
              </c:pt>
              <c:pt idx="531">
                <c:v>1.0806627191768805</c:v>
              </c:pt>
              <c:pt idx="532">
                <c:v>0.7469833729411642</c:v>
              </c:pt>
              <c:pt idx="533">
                <c:v>0.05632077855572139</c:v>
              </c:pt>
              <c:pt idx="534">
                <c:v>0.22026721354060347</c:v>
              </c:pt>
              <c:pt idx="535">
                <c:v>0.2331953486764255</c:v>
              </c:pt>
              <c:pt idx="536">
                <c:v>0.2971315251772791</c:v>
              </c:pt>
              <c:pt idx="537">
                <c:v>0.3389433690644326</c:v>
              </c:pt>
              <c:pt idx="538">
                <c:v>0.2975577684343652</c:v>
              </c:pt>
              <c:pt idx="539">
                <c:v>0.1442026733924334</c:v>
              </c:pt>
              <c:pt idx="540">
                <c:v>1.50772384067149E-06</c:v>
              </c:pt>
              <c:pt idx="541">
                <c:v>1.430159461395171E-06</c:v>
              </c:pt>
              <c:pt idx="542">
                <c:v>1.826265661908321E-06</c:v>
              </c:pt>
              <c:pt idx="543">
                <c:v>0.30558230501629374</c:v>
              </c:pt>
              <c:pt idx="544">
                <c:v>1.8128526948732547E-06</c:v>
              </c:pt>
              <c:pt idx="545">
                <c:v>0.1482169254347557</c:v>
              </c:pt>
              <c:pt idx="546">
                <c:v>1.4365799799352036E-06</c:v>
              </c:pt>
              <c:pt idx="547">
                <c:v>1.4611926579910817E-06</c:v>
              </c:pt>
              <c:pt idx="548">
                <c:v>0.16684212490142808</c:v>
              </c:pt>
              <c:pt idx="549">
                <c:v>1.4299166419549312E-06</c:v>
              </c:pt>
              <c:pt idx="550">
                <c:v>1.0757329384717573</c:v>
              </c:pt>
              <c:pt idx="551">
                <c:v>1.065951202670501</c:v>
              </c:pt>
              <c:pt idx="552">
                <c:v>1.0729156553576213</c:v>
              </c:pt>
              <c:pt idx="553">
                <c:v>1.059997756339765</c:v>
              </c:pt>
              <c:pt idx="554">
                <c:v>1.0407123258380568</c:v>
              </c:pt>
              <c:pt idx="555">
                <c:v>1.049663716142033</c:v>
              </c:pt>
              <c:pt idx="556">
                <c:v>1.0525128405767157</c:v>
              </c:pt>
              <c:pt idx="557">
                <c:v>1.0621755482644237</c:v>
              </c:pt>
              <c:pt idx="558">
                <c:v>1.0752649339194886</c:v>
              </c:pt>
              <c:pt idx="559">
                <c:v>1.0620407327084707</c:v>
              </c:pt>
              <c:pt idx="560">
                <c:v>1.072788643914342</c:v>
              </c:pt>
              <c:pt idx="561">
                <c:v>1.075233188706966</c:v>
              </c:pt>
              <c:pt idx="562">
                <c:v>0.4019923793497278</c:v>
              </c:pt>
              <c:pt idx="563">
                <c:v>1.0371691869329287</c:v>
              </c:pt>
              <c:pt idx="564">
                <c:v>0.3222349546857015</c:v>
              </c:pt>
              <c:pt idx="565">
                <c:v>0.1619172780420807</c:v>
              </c:pt>
              <c:pt idx="566">
                <c:v>0.3654508669833756</c:v>
              </c:pt>
              <c:pt idx="567">
                <c:v>0.3662523470785719</c:v>
              </c:pt>
              <c:pt idx="568">
                <c:v>0.236160365848885</c:v>
              </c:pt>
              <c:pt idx="569">
                <c:v>0.5217426495696404</c:v>
              </c:pt>
              <c:pt idx="570">
                <c:v>1.0589283900363058</c:v>
              </c:pt>
              <c:pt idx="571">
                <c:v>1.057869155590299</c:v>
              </c:pt>
              <c:pt idx="572">
                <c:v>0.11226074326444946</c:v>
              </c:pt>
              <c:pt idx="573">
                <c:v>0.06865783256744859</c:v>
              </c:pt>
              <c:pt idx="574">
                <c:v>1.4825615849705217E-06</c:v>
              </c:pt>
              <c:pt idx="575">
                <c:v>0.2340663039721217</c:v>
              </c:pt>
              <c:pt idx="576">
                <c:v>0.8152825909426379</c:v>
              </c:pt>
              <c:pt idx="577">
                <c:v>1.044384885758639</c:v>
              </c:pt>
              <c:pt idx="578">
                <c:v>1.054344121272567</c:v>
              </c:pt>
              <c:pt idx="579">
                <c:v>1.0457764939973317</c:v>
              </c:pt>
              <c:pt idx="580">
                <c:v>1.0527919043074063</c:v>
              </c:pt>
              <c:pt idx="581">
                <c:v>1.002180981841419</c:v>
              </c:pt>
              <c:pt idx="582">
                <c:v>1.0277110954636453</c:v>
              </c:pt>
              <c:pt idx="583">
                <c:v>1.0602234624318705</c:v>
              </c:pt>
              <c:pt idx="584">
                <c:v>1.05106541712703</c:v>
              </c:pt>
              <c:pt idx="585">
                <c:v>1.0306988307009024</c:v>
              </c:pt>
              <c:pt idx="586">
                <c:v>1.0399586550041446</c:v>
              </c:pt>
              <c:pt idx="587">
                <c:v>1.0561328533333878</c:v>
              </c:pt>
              <c:pt idx="588">
                <c:v>1.0607469501320632</c:v>
              </c:pt>
              <c:pt idx="589">
                <c:v>0.7747539300838586</c:v>
              </c:pt>
              <c:pt idx="590">
                <c:v>0.3680541530190432</c:v>
              </c:pt>
              <c:pt idx="591">
                <c:v>0.4962240016496841</c:v>
              </c:pt>
              <c:pt idx="592">
                <c:v>0.35257767880011687</c:v>
              </c:pt>
              <c:pt idx="593">
                <c:v>0.11259782192321996</c:v>
              </c:pt>
              <c:pt idx="594">
                <c:v>0.3467363228277013</c:v>
              </c:pt>
              <c:pt idx="595">
                <c:v>0.8046616883431437</c:v>
              </c:pt>
              <c:pt idx="596">
                <c:v>0.8182222500062114</c:v>
              </c:pt>
              <c:pt idx="597">
                <c:v>0.7838426900223575</c:v>
              </c:pt>
              <c:pt idx="598">
                <c:v>0.35755956407280265</c:v>
              </c:pt>
              <c:pt idx="599">
                <c:v>0.5025484101606077</c:v>
              </c:pt>
              <c:pt idx="600">
                <c:v>1.4688869341593047E-06</c:v>
              </c:pt>
              <c:pt idx="601">
                <c:v>0.5304121706530378</c:v>
              </c:pt>
              <c:pt idx="602">
                <c:v>0.29260972812815195</c:v>
              </c:pt>
              <c:pt idx="603">
                <c:v>0.9235542698697453</c:v>
              </c:pt>
              <c:pt idx="604">
                <c:v>1.0839032839385505</c:v>
              </c:pt>
              <c:pt idx="605">
                <c:v>1.085698706715173</c:v>
              </c:pt>
              <c:pt idx="606">
                <c:v>1.0796902918742206</c:v>
              </c:pt>
              <c:pt idx="607">
                <c:v>0.632620601201574</c:v>
              </c:pt>
              <c:pt idx="608">
                <c:v>1.089323705225963</c:v>
              </c:pt>
              <c:pt idx="609">
                <c:v>1.0630929017140813</c:v>
              </c:pt>
              <c:pt idx="610">
                <c:v>1.8719569581925316E-06</c:v>
              </c:pt>
              <c:pt idx="611">
                <c:v>0.2122728522334319</c:v>
              </c:pt>
              <c:pt idx="612">
                <c:v>0.382648057466538</c:v>
              </c:pt>
              <c:pt idx="613">
                <c:v>0.6263903919139677</c:v>
              </c:pt>
              <c:pt idx="614">
                <c:v>0.6522714723468681</c:v>
              </c:pt>
              <c:pt idx="615">
                <c:v>1.5793490991569973E-06</c:v>
              </c:pt>
              <c:pt idx="616">
                <c:v>1.4953749913089408E-06</c:v>
              </c:pt>
              <c:pt idx="617">
                <c:v>0.7829724303489272</c:v>
              </c:pt>
              <c:pt idx="618">
                <c:v>0.6374657783368141</c:v>
              </c:pt>
              <c:pt idx="619">
                <c:v>0.33831065364334567</c:v>
              </c:pt>
              <c:pt idx="620">
                <c:v>0.32912720798334977</c:v>
              </c:pt>
              <c:pt idx="621">
                <c:v>0.5326573981470993</c:v>
              </c:pt>
              <c:pt idx="622">
                <c:v>0.336285610239592</c:v>
              </c:pt>
              <c:pt idx="623">
                <c:v>0.3161283021662825</c:v>
              </c:pt>
              <c:pt idx="624">
                <c:v>1.0584241197187085</c:v>
              </c:pt>
              <c:pt idx="625">
                <c:v>1.0609235271940427</c:v>
              </c:pt>
              <c:pt idx="626">
                <c:v>0.5449798674844153</c:v>
              </c:pt>
              <c:pt idx="627">
                <c:v>0.5267457955081483</c:v>
              </c:pt>
              <c:pt idx="628">
                <c:v>0.5438440505184114</c:v>
              </c:pt>
              <c:pt idx="629">
                <c:v>1.0604926828353731</c:v>
              </c:pt>
              <c:pt idx="630">
                <c:v>1.056278819265795</c:v>
              </c:pt>
              <c:pt idx="631">
                <c:v>1.0590178209619407</c:v>
              </c:pt>
              <c:pt idx="632">
                <c:v>1.063649725656401</c:v>
              </c:pt>
              <c:pt idx="633">
                <c:v>1.0735164790759852</c:v>
              </c:pt>
              <c:pt idx="634">
                <c:v>1.072468950210839</c:v>
              </c:pt>
              <c:pt idx="635">
                <c:v>1.030377778512465</c:v>
              </c:pt>
              <c:pt idx="636">
                <c:v>1.0211739742318013</c:v>
              </c:pt>
              <c:pt idx="637">
                <c:v>1.088354285978102</c:v>
              </c:pt>
              <c:pt idx="638">
                <c:v>1.0873441864081863</c:v>
              </c:pt>
              <c:pt idx="639">
                <c:v>1.0256237135377724</c:v>
              </c:pt>
              <c:pt idx="640">
                <c:v>1.0861242741178194</c:v>
              </c:pt>
              <c:pt idx="641">
                <c:v>1.0873208204038736</c:v>
              </c:pt>
              <c:pt idx="642">
                <c:v>1.0854784818848713</c:v>
              </c:pt>
              <c:pt idx="643">
                <c:v>0.9022798408337245</c:v>
              </c:pt>
              <c:pt idx="644">
                <c:v>0.8103805062966033</c:v>
              </c:pt>
              <c:pt idx="645">
                <c:v>1.0549554084049473</c:v>
              </c:pt>
              <c:pt idx="646">
                <c:v>0.2967116363719619</c:v>
              </c:pt>
              <c:pt idx="647">
                <c:v>0.4408218540353486</c:v>
              </c:pt>
              <c:pt idx="648">
                <c:v>1.0551908865477928</c:v>
              </c:pt>
              <c:pt idx="649">
                <c:v>1.045619839128514</c:v>
              </c:pt>
              <c:pt idx="650">
                <c:v>1.0466098556070251</c:v>
              </c:pt>
              <c:pt idx="651">
                <c:v>1.044571769795993</c:v>
              </c:pt>
              <c:pt idx="652">
                <c:v>1.045188304355603</c:v>
              </c:pt>
              <c:pt idx="653">
                <c:v>0.39929387377791936</c:v>
              </c:pt>
              <c:pt idx="654">
                <c:v>0.6758611480200363</c:v>
              </c:pt>
              <c:pt idx="655">
                <c:v>1.054718634169562</c:v>
              </c:pt>
              <c:pt idx="656">
                <c:v>0.7293095609966506</c:v>
              </c:pt>
              <c:pt idx="657">
                <c:v>1.1013668100589482</c:v>
              </c:pt>
              <c:pt idx="658">
                <c:v>1.100629274432164</c:v>
              </c:pt>
              <c:pt idx="659">
                <c:v>1.102725006982963</c:v>
              </c:pt>
              <c:pt idx="660">
                <c:v>1.0545435727612873</c:v>
              </c:pt>
              <c:pt idx="661">
                <c:v>0.2933912545481787</c:v>
              </c:pt>
              <c:pt idx="662">
                <c:v>0.23265358387159182</c:v>
              </c:pt>
              <c:pt idx="663">
                <c:v>0.3925111039763429</c:v>
              </c:pt>
              <c:pt idx="664">
                <c:v>0.29002906077694063</c:v>
              </c:pt>
              <c:pt idx="665">
                <c:v>0.23570524025686074</c:v>
              </c:pt>
              <c:pt idx="666">
                <c:v>1.0610737496240312</c:v>
              </c:pt>
              <c:pt idx="667">
                <c:v>1.0849470023619352</c:v>
              </c:pt>
              <c:pt idx="668">
                <c:v>1.0800893970024785</c:v>
              </c:pt>
              <c:pt idx="669">
                <c:v>1.0820846748852122</c:v>
              </c:pt>
              <c:pt idx="670">
                <c:v>1.0800235623858865</c:v>
              </c:pt>
              <c:pt idx="671">
                <c:v>1.0812101190398806</c:v>
              </c:pt>
              <c:pt idx="672">
                <c:v>1.0757801558463251</c:v>
              </c:pt>
              <c:pt idx="673">
                <c:v>1.0764747771601229</c:v>
              </c:pt>
              <c:pt idx="674">
                <c:v>1.05395094383235</c:v>
              </c:pt>
              <c:pt idx="675">
                <c:v>1.0488451803721535</c:v>
              </c:pt>
              <c:pt idx="676">
                <c:v>1.0477958027290368</c:v>
              </c:pt>
              <c:pt idx="677">
                <c:v>1.049821531832174</c:v>
              </c:pt>
              <c:pt idx="678">
                <c:v>1.0077367343012504</c:v>
              </c:pt>
              <c:pt idx="679">
                <c:v>1.0565198775406859</c:v>
              </c:pt>
              <c:pt idx="680">
                <c:v>0.5690770516631755</c:v>
              </c:pt>
              <c:pt idx="681">
                <c:v>0.5845550157807279</c:v>
              </c:pt>
              <c:pt idx="682">
                <c:v>0.45419123023967506</c:v>
              </c:pt>
              <c:pt idx="683">
                <c:v>0.7179586829373731</c:v>
              </c:pt>
              <c:pt idx="684">
                <c:v>0.6202446630612045</c:v>
              </c:pt>
              <c:pt idx="685">
                <c:v>1.0408599655008224</c:v>
              </c:pt>
              <c:pt idx="686">
                <c:v>1.022850774781097</c:v>
              </c:pt>
              <c:pt idx="687">
                <c:v>1.0570849545773102</c:v>
              </c:pt>
              <c:pt idx="688">
                <c:v>1.05622772240571</c:v>
              </c:pt>
              <c:pt idx="689">
                <c:v>0.9076426731067058</c:v>
              </c:pt>
              <c:pt idx="690">
                <c:v>0.8448761512780651</c:v>
              </c:pt>
              <c:pt idx="691">
                <c:v>0.8764422573063146</c:v>
              </c:pt>
              <c:pt idx="692">
                <c:v>0.5510516452760624</c:v>
              </c:pt>
              <c:pt idx="693">
                <c:v>0.340196686307688</c:v>
              </c:pt>
              <c:pt idx="694">
                <c:v>0.5694280783852088</c:v>
              </c:pt>
              <c:pt idx="695">
                <c:v>0.6117014737022247</c:v>
              </c:pt>
              <c:pt idx="696">
                <c:v>1.4618915240691174E-06</c:v>
              </c:pt>
              <c:pt idx="697">
                <c:v>1.0280569798951071</c:v>
              </c:pt>
              <c:pt idx="698">
                <c:v>0.8756452575073647</c:v>
              </c:pt>
              <c:pt idx="699">
                <c:v>0.8386453781700546</c:v>
              </c:pt>
              <c:pt idx="700">
                <c:v>0.7995802025657694</c:v>
              </c:pt>
              <c:pt idx="701">
                <c:v>0.7587540549148288</c:v>
              </c:pt>
              <c:pt idx="702">
                <c:v>0.6557015121787397</c:v>
              </c:pt>
              <c:pt idx="703">
                <c:v>0.6668415998428351</c:v>
              </c:pt>
              <c:pt idx="704">
                <c:v>0.67080832459869</c:v>
              </c:pt>
              <c:pt idx="705">
                <c:v>0.9882329056844223</c:v>
              </c:pt>
              <c:pt idx="706">
                <c:v>1.0206024595357497</c:v>
              </c:pt>
              <c:pt idx="707">
                <c:v>1.0254210013994414</c:v>
              </c:pt>
              <c:pt idx="708">
                <c:v>0.9792911810463373</c:v>
              </c:pt>
              <c:pt idx="709">
                <c:v>0.44929849449708126</c:v>
              </c:pt>
              <c:pt idx="710">
                <c:v>0.5217973454567382</c:v>
              </c:pt>
              <c:pt idx="711">
                <c:v>0.37576384086895803</c:v>
              </c:pt>
              <c:pt idx="712">
                <c:v>0.5447377450481394</c:v>
              </c:pt>
              <c:pt idx="713">
                <c:v>0.6138800361958334</c:v>
              </c:pt>
              <c:pt idx="714">
                <c:v>0.5301725008029027</c:v>
              </c:pt>
              <c:pt idx="715">
                <c:v>0.6088824380541827</c:v>
              </c:pt>
              <c:pt idx="716">
                <c:v>1.0446676141921694</c:v>
              </c:pt>
              <c:pt idx="717">
                <c:v>1.039242392104657</c:v>
              </c:pt>
              <c:pt idx="718">
                <c:v>0.624897133632153</c:v>
              </c:pt>
              <c:pt idx="719">
                <c:v>0.5062268659339856</c:v>
              </c:pt>
              <c:pt idx="720">
                <c:v>1.0226402380650919</c:v>
              </c:pt>
              <c:pt idx="721">
                <c:v>1.0358077135233572</c:v>
              </c:pt>
              <c:pt idx="722">
                <c:v>0.9747296884076634</c:v>
              </c:pt>
              <c:pt idx="723">
                <c:v>0.9432360669425033</c:v>
              </c:pt>
              <c:pt idx="724">
                <c:v>0.9955756933438401</c:v>
              </c:pt>
              <c:pt idx="725">
                <c:v>0.964745622709465</c:v>
              </c:pt>
              <c:pt idx="726">
                <c:v>0.9473526202054944</c:v>
              </c:pt>
              <c:pt idx="727">
                <c:v>0.9995723685542635</c:v>
              </c:pt>
              <c:pt idx="728">
                <c:v>0.874917472350341</c:v>
              </c:pt>
              <c:pt idx="729">
                <c:v>0.5448668463952222</c:v>
              </c:pt>
              <c:pt idx="730">
                <c:v>0.40609723309295154</c:v>
              </c:pt>
              <c:pt idx="731">
                <c:v>0.47036142379827195</c:v>
              </c:pt>
              <c:pt idx="732">
                <c:v>0.47275952657797116</c:v>
              </c:pt>
              <c:pt idx="733">
                <c:v>0.580074466779426</c:v>
              </c:pt>
              <c:pt idx="734">
                <c:v>0.4034726225660474</c:v>
              </c:pt>
              <c:pt idx="735">
                <c:v>0.2758090176996589</c:v>
              </c:pt>
              <c:pt idx="736">
                <c:v>0.19824843982643198</c:v>
              </c:pt>
              <c:pt idx="737">
                <c:v>0.3294857358157272</c:v>
              </c:pt>
              <c:pt idx="738">
                <c:v>0.15477377773082682</c:v>
              </c:pt>
              <c:pt idx="739">
                <c:v>1.6860430653719282E-06</c:v>
              </c:pt>
              <c:pt idx="740">
                <c:v>0.0543985391050922</c:v>
              </c:pt>
              <c:pt idx="741">
                <c:v>0.6673100352533974</c:v>
              </c:pt>
              <c:pt idx="742">
                <c:v>0.6696391899761579</c:v>
              </c:pt>
              <c:pt idx="743">
                <c:v>0.8670378616530495</c:v>
              </c:pt>
              <c:pt idx="744">
                <c:v>0.8638922977390319</c:v>
              </c:pt>
              <c:pt idx="745">
                <c:v>0.8599002773866887</c:v>
              </c:pt>
              <c:pt idx="746">
                <c:v>1.003598267317216</c:v>
              </c:pt>
              <c:pt idx="747">
                <c:v>1.0042273476356365</c:v>
              </c:pt>
              <c:pt idx="748">
                <c:v>0.9549238217718495</c:v>
              </c:pt>
              <c:pt idx="749">
                <c:v>0.9062213756730032</c:v>
              </c:pt>
              <c:pt idx="750">
                <c:v>0.9499965589443109</c:v>
              </c:pt>
              <c:pt idx="751">
                <c:v>0.7140695067307897</c:v>
              </c:pt>
              <c:pt idx="752">
                <c:v>0.7426090148746068</c:v>
              </c:pt>
              <c:pt idx="753">
                <c:v>0.8157928965087683</c:v>
              </c:pt>
              <c:pt idx="754">
                <c:v>0.1219656734244417</c:v>
              </c:pt>
              <c:pt idx="755">
                <c:v>1.4164693893394408E-06</c:v>
              </c:pt>
              <c:pt idx="756">
                <c:v>0.7659634932146686</c:v>
              </c:pt>
              <c:pt idx="757">
                <c:v>0.6490812014651747</c:v>
              </c:pt>
              <c:pt idx="758">
                <c:v>0.4454316173607194</c:v>
              </c:pt>
              <c:pt idx="759">
                <c:v>0.7582829682446336</c:v>
              </c:pt>
              <c:pt idx="760">
                <c:v>0.20795837934858918</c:v>
              </c:pt>
              <c:pt idx="761">
                <c:v>0.8577929604316421</c:v>
              </c:pt>
              <c:pt idx="762">
                <c:v>0.8828130963412656</c:v>
              </c:pt>
              <c:pt idx="763">
                <c:v>0.855296192448225</c:v>
              </c:pt>
              <c:pt idx="764">
                <c:v>1.5542370112047757E-06</c:v>
              </c:pt>
              <c:pt idx="765">
                <c:v>0.4953580219953084</c:v>
              </c:pt>
              <c:pt idx="766">
                <c:v>0.5964419364635608</c:v>
              </c:pt>
              <c:pt idx="767">
                <c:v>0.526025158505133</c:v>
              </c:pt>
              <c:pt idx="768">
                <c:v>0.7200300891002213</c:v>
              </c:pt>
              <c:pt idx="769">
                <c:v>0.650533307855087</c:v>
              </c:pt>
              <c:pt idx="770">
                <c:v>0.5356781558959378</c:v>
              </c:pt>
              <c:pt idx="771">
                <c:v>0.6854812792381143</c:v>
              </c:pt>
              <c:pt idx="772">
                <c:v>0.6994996245612628</c:v>
              </c:pt>
              <c:pt idx="773">
                <c:v>0.7199656775233815</c:v>
              </c:pt>
              <c:pt idx="774">
                <c:v>0.9663034372911488</c:v>
              </c:pt>
              <c:pt idx="775">
                <c:v>0.5871667205792798</c:v>
              </c:pt>
              <c:pt idx="776">
                <c:v>0.13143798265111523</c:v>
              </c:pt>
              <c:pt idx="777">
                <c:v>0.3342515081559325</c:v>
              </c:pt>
              <c:pt idx="778">
                <c:v>0.22936106709869025</c:v>
              </c:pt>
              <c:pt idx="779">
                <c:v>0.8499929824702546</c:v>
              </c:pt>
              <c:pt idx="780">
                <c:v>0.8395250622058908</c:v>
              </c:pt>
              <c:pt idx="781">
                <c:v>0.8305236513998944</c:v>
              </c:pt>
              <c:pt idx="782">
                <c:v>0.8003733924935903</c:v>
              </c:pt>
              <c:pt idx="783">
                <c:v>0.8262753487205929</c:v>
              </c:pt>
              <c:pt idx="784">
                <c:v>0.7645157311240665</c:v>
              </c:pt>
              <c:pt idx="785">
                <c:v>0.5096681540336746</c:v>
              </c:pt>
              <c:pt idx="786">
                <c:v>0.659644548133609</c:v>
              </c:pt>
              <c:pt idx="787">
                <c:v>0.23187823908605265</c:v>
              </c:pt>
              <c:pt idx="788">
                <c:v>0.9392555907188344</c:v>
              </c:pt>
              <c:pt idx="789">
                <c:v>0.9433120005340951</c:v>
              </c:pt>
              <c:pt idx="790">
                <c:v>0.9804779055341687</c:v>
              </c:pt>
              <c:pt idx="791">
                <c:v>1.0484035132927032</c:v>
              </c:pt>
              <c:pt idx="792">
                <c:v>0.7749046111772928</c:v>
              </c:pt>
              <c:pt idx="793">
                <c:v>0.7923277509259253</c:v>
              </c:pt>
              <c:pt idx="794">
                <c:v>0.6274592957630808</c:v>
              </c:pt>
              <c:pt idx="795">
                <c:v>0.8061943400874457</c:v>
              </c:pt>
              <c:pt idx="796">
                <c:v>1.0800842245184157</c:v>
              </c:pt>
              <c:pt idx="797">
                <c:v>1.064902027428901</c:v>
              </c:pt>
              <c:pt idx="798">
                <c:v>1.0678501139379524</c:v>
              </c:pt>
              <c:pt idx="799">
                <c:v>1.0622849211305645</c:v>
              </c:pt>
              <c:pt idx="800">
                <c:v>1.0631143070692464</c:v>
              </c:pt>
              <c:pt idx="801">
                <c:v>0.5951561601369608</c:v>
              </c:pt>
              <c:pt idx="802">
                <c:v>0.5010244913146241</c:v>
              </c:pt>
              <c:pt idx="803">
                <c:v>0.5918991705555376</c:v>
              </c:pt>
              <c:pt idx="804">
                <c:v>0.5838849243862515</c:v>
              </c:pt>
              <c:pt idx="805">
                <c:v>0.5875480167022498</c:v>
              </c:pt>
              <c:pt idx="806">
                <c:v>0.5822700035724695</c:v>
              </c:pt>
              <c:pt idx="807">
                <c:v>1.0591739518090577</c:v>
              </c:pt>
              <c:pt idx="808">
                <c:v>1.0615569698349236</c:v>
              </c:pt>
              <c:pt idx="809">
                <c:v>1.0574275780516427</c:v>
              </c:pt>
              <c:pt idx="810">
                <c:v>0.8101936415474753</c:v>
              </c:pt>
              <c:pt idx="811">
                <c:v>0.9849523263278397</c:v>
              </c:pt>
              <c:pt idx="812">
                <c:v>1.6084503603906855E-06</c:v>
              </c:pt>
              <c:pt idx="813">
                <c:v>1.6471049768923934E-06</c:v>
              </c:pt>
              <c:pt idx="814">
                <c:v>0.970694038703074</c:v>
              </c:pt>
              <c:pt idx="815">
                <c:v>0.9907448195902873</c:v>
              </c:pt>
              <c:pt idx="816">
                <c:v>0.6691307231739123</c:v>
              </c:pt>
              <c:pt idx="817">
                <c:v>0.5731191907064865</c:v>
              </c:pt>
              <c:pt idx="818">
                <c:v>0.43379540801806205</c:v>
              </c:pt>
              <c:pt idx="819">
                <c:v>0.43997538675387277</c:v>
              </c:pt>
              <c:pt idx="820">
                <c:v>0.7098269725532658</c:v>
              </c:pt>
              <c:pt idx="821">
                <c:v>1.0449159686561518</c:v>
              </c:pt>
              <c:pt idx="822">
                <c:v>0.9544461389889581</c:v>
              </c:pt>
              <c:pt idx="823">
                <c:v>0.9401120230097006</c:v>
              </c:pt>
              <c:pt idx="824">
                <c:v>0.21747580159036806</c:v>
              </c:pt>
              <c:pt idx="825">
                <c:v>0.3910140093277088</c:v>
              </c:pt>
              <c:pt idx="826">
                <c:v>1.0367801625115214</c:v>
              </c:pt>
              <c:pt idx="827">
                <c:v>0.5804117224466643</c:v>
              </c:pt>
              <c:pt idx="828">
                <c:v>0.5391780919129726</c:v>
              </c:pt>
              <c:pt idx="829">
                <c:v>1.080563180976184</c:v>
              </c:pt>
              <c:pt idx="830">
                <c:v>1.081355684857898</c:v>
              </c:pt>
              <c:pt idx="831">
                <c:v>1.037819780700159</c:v>
              </c:pt>
              <c:pt idx="832">
                <c:v>0.3149229338524795</c:v>
              </c:pt>
              <c:pt idx="833">
                <c:v>1.7968622693058201E-06</c:v>
              </c:pt>
              <c:pt idx="834">
                <c:v>1.806285730455375E-06</c:v>
              </c:pt>
              <c:pt idx="835">
                <c:v>0.6006263165593131</c:v>
              </c:pt>
              <c:pt idx="836">
                <c:v>0.9301479703949612</c:v>
              </c:pt>
              <c:pt idx="837">
                <c:v>0.9207915408309024</c:v>
              </c:pt>
              <c:pt idx="838">
                <c:v>0.9076795324370905</c:v>
              </c:pt>
              <c:pt idx="839">
                <c:v>0.8546384612848854</c:v>
              </c:pt>
              <c:pt idx="840">
                <c:v>0.8201731590399933</c:v>
              </c:pt>
              <c:pt idx="841">
                <c:v>0.9331745425204047</c:v>
              </c:pt>
              <c:pt idx="842">
                <c:v>0.9142001342554419</c:v>
              </c:pt>
              <c:pt idx="843">
                <c:v>0.9087971070681353</c:v>
              </c:pt>
              <c:pt idx="844">
                <c:v>0.7671543682811569</c:v>
              </c:pt>
              <c:pt idx="845">
                <c:v>0.21934466891206705</c:v>
              </c:pt>
              <c:pt idx="846">
                <c:v>0.22258250114915099</c:v>
              </c:pt>
              <c:pt idx="847">
                <c:v>0.3346348807080656</c:v>
              </c:pt>
              <c:pt idx="848">
                <c:v>0.28361049085029316</c:v>
              </c:pt>
              <c:pt idx="849">
                <c:v>0.3094017121656121</c:v>
              </c:pt>
              <c:pt idx="850">
                <c:v>0.9084747049733328</c:v>
              </c:pt>
              <c:pt idx="851">
                <c:v>0.9362701476930313</c:v>
              </c:pt>
              <c:pt idx="852">
                <c:v>1.6598030007772172E-06</c:v>
              </c:pt>
              <c:pt idx="853">
                <c:v>1.0680596993374722</c:v>
              </c:pt>
              <c:pt idx="854">
                <c:v>1.0730928714833063</c:v>
              </c:pt>
              <c:pt idx="855">
                <c:v>1.4358486573598404E-06</c:v>
              </c:pt>
              <c:pt idx="856">
                <c:v>0.11530230250611029</c:v>
              </c:pt>
              <c:pt idx="857">
                <c:v>1.5125769214257086E-06</c:v>
              </c:pt>
              <c:pt idx="858">
                <c:v>0.5980329567059856</c:v>
              </c:pt>
              <c:pt idx="859">
                <c:v>1.10242857567855</c:v>
              </c:pt>
              <c:pt idx="860">
                <c:v>1.0999578766240576</c:v>
              </c:pt>
              <c:pt idx="861">
                <c:v>0.24177669383343325</c:v>
              </c:pt>
              <c:pt idx="862">
                <c:v>0.2596542195031347</c:v>
              </c:pt>
              <c:pt idx="863">
                <c:v>0.26579530068246415</c:v>
              </c:pt>
              <c:pt idx="864">
                <c:v>0.6281944434780282</c:v>
              </c:pt>
              <c:pt idx="865">
                <c:v>0.5527546410801574</c:v>
              </c:pt>
              <c:pt idx="866">
                <c:v>0.41726156956135513</c:v>
              </c:pt>
              <c:pt idx="867">
                <c:v>0.5969827826795813</c:v>
              </c:pt>
              <c:pt idx="868">
                <c:v>0.9090253450133093</c:v>
              </c:pt>
              <c:pt idx="869">
                <c:v>0.8677231841825863</c:v>
              </c:pt>
              <c:pt idx="870">
                <c:v>0.8918694295689117</c:v>
              </c:pt>
              <c:pt idx="871">
                <c:v>0.2136244271426434</c:v>
              </c:pt>
              <c:pt idx="872">
                <c:v>1.954600614372503E-06</c:v>
              </c:pt>
              <c:pt idx="873">
                <c:v>0.6627987274711147</c:v>
              </c:pt>
              <c:pt idx="874">
                <c:v>0.5759307657416156</c:v>
              </c:pt>
              <c:pt idx="875">
                <c:v>0.6098813134381584</c:v>
              </c:pt>
              <c:pt idx="876">
                <c:v>0.4387447393467522</c:v>
              </c:pt>
              <c:pt idx="877">
                <c:v>0.43849569490529633</c:v>
              </c:pt>
              <c:pt idx="878">
                <c:v>0.4386447659985738</c:v>
              </c:pt>
              <c:pt idx="879">
                <c:v>0.8774494967844622</c:v>
              </c:pt>
              <c:pt idx="880">
                <c:v>0.9409259086363158</c:v>
              </c:pt>
              <c:pt idx="881">
                <c:v>0.953947808108435</c:v>
              </c:pt>
              <c:pt idx="882">
                <c:v>0.9509173635556346</c:v>
              </c:pt>
              <c:pt idx="883">
                <c:v>0.670554045433811</c:v>
              </c:pt>
              <c:pt idx="884">
                <c:v>0.8738851555072589</c:v>
              </c:pt>
              <c:pt idx="885">
                <c:v>0.24299422778527185</c:v>
              </c:pt>
              <c:pt idx="886">
                <c:v>1.4554856364029777E-06</c:v>
              </c:pt>
              <c:pt idx="887">
                <c:v>1.4268075801035026E-06</c:v>
              </c:pt>
              <c:pt idx="888">
                <c:v>1.0672527835344026</c:v>
              </c:pt>
              <c:pt idx="889">
                <c:v>1.0335272558532351</c:v>
              </c:pt>
              <c:pt idx="890">
                <c:v>1.0217540457477627</c:v>
              </c:pt>
              <c:pt idx="891">
                <c:v>0.34880625674910676</c:v>
              </c:pt>
              <c:pt idx="892">
                <c:v>0.7464770548028786</c:v>
              </c:pt>
              <c:pt idx="893">
                <c:v>0.716791839930671</c:v>
              </c:pt>
              <c:pt idx="894">
                <c:v>0.6911438088384476</c:v>
              </c:pt>
              <c:pt idx="895">
                <c:v>1.0525222565981862</c:v>
              </c:pt>
              <c:pt idx="896">
                <c:v>1.6955169452015655E-06</c:v>
              </c:pt>
              <c:pt idx="897">
                <c:v>0.2455410682616715</c:v>
              </c:pt>
              <c:pt idx="898">
                <c:v>1.0080725016959224</c:v>
              </c:pt>
              <c:pt idx="899">
                <c:v>1.0584627633430534</c:v>
              </c:pt>
              <c:pt idx="900">
                <c:v>0.9381370703315836</c:v>
              </c:pt>
              <c:pt idx="901">
                <c:v>1.062371324862979</c:v>
              </c:pt>
              <c:pt idx="902">
                <c:v>0.43830151628066766</c:v>
              </c:pt>
              <c:pt idx="903">
                <c:v>0.7445419726492376</c:v>
              </c:pt>
              <c:pt idx="904">
                <c:v>0.7561968272372215</c:v>
              </c:pt>
              <c:pt idx="905">
                <c:v>0.6276910782438487</c:v>
              </c:pt>
              <c:pt idx="906">
                <c:v>0.6529267063045582</c:v>
              </c:pt>
              <c:pt idx="907">
                <c:v>0.9721315990685214</c:v>
              </c:pt>
              <c:pt idx="908">
                <c:v>1.0570743362321702</c:v>
              </c:pt>
              <c:pt idx="909">
                <c:v>0.547138319155886</c:v>
              </c:pt>
              <c:pt idx="910">
                <c:v>0.38012910115308174</c:v>
              </c:pt>
              <c:pt idx="911">
                <c:v>0.5154298981429759</c:v>
              </c:pt>
              <c:pt idx="912">
                <c:v>0.22711782841073186</c:v>
              </c:pt>
              <c:pt idx="913">
                <c:v>0.9189187068888274</c:v>
              </c:pt>
              <c:pt idx="914">
                <c:v>0.8602909807856624</c:v>
              </c:pt>
              <c:pt idx="915">
                <c:v>0.8270603316998568</c:v>
              </c:pt>
              <c:pt idx="916">
                <c:v>0.7473190637457813</c:v>
              </c:pt>
              <c:pt idx="917">
                <c:v>1.0674389966094862</c:v>
              </c:pt>
              <c:pt idx="918">
                <c:v>1.0669729234247856</c:v>
              </c:pt>
              <c:pt idx="919">
                <c:v>1.0434940221197515</c:v>
              </c:pt>
              <c:pt idx="920">
                <c:v>1.0370896811909849</c:v>
              </c:pt>
              <c:pt idx="921">
                <c:v>1.0838498007837474</c:v>
              </c:pt>
              <c:pt idx="922">
                <c:v>1.0835598052797988</c:v>
              </c:pt>
              <c:pt idx="923">
                <c:v>1.0833810443422094</c:v>
              </c:pt>
              <c:pt idx="924">
                <c:v>1.0850327862976203</c:v>
              </c:pt>
              <c:pt idx="925">
                <c:v>1.0467931018393148</c:v>
              </c:pt>
              <c:pt idx="926">
                <c:v>0.29883934299976833</c:v>
              </c:pt>
              <c:pt idx="927">
                <c:v>0.3189942262948095</c:v>
              </c:pt>
              <c:pt idx="928">
                <c:v>1.0435247270486843</c:v>
              </c:pt>
              <c:pt idx="929">
                <c:v>1.0351900291958283</c:v>
              </c:pt>
              <c:pt idx="930">
                <c:v>1.0476965702577508</c:v>
              </c:pt>
              <c:pt idx="931">
                <c:v>1.0574598124834391</c:v>
              </c:pt>
              <c:pt idx="932">
                <c:v>1.0625640448256573</c:v>
              </c:pt>
              <c:pt idx="933">
                <c:v>1.0548959148708024</c:v>
              </c:pt>
              <c:pt idx="934">
                <c:v>1.0610389903108128</c:v>
              </c:pt>
              <c:pt idx="935">
                <c:v>1.0278875849221067</c:v>
              </c:pt>
              <c:pt idx="936">
                <c:v>1.0483846650651172</c:v>
              </c:pt>
              <c:pt idx="937">
                <c:v>1.0390222416971073</c:v>
              </c:pt>
              <c:pt idx="938">
                <c:v>1.0792177533202338</c:v>
              </c:pt>
              <c:pt idx="939">
                <c:v>1.0586696966809943</c:v>
              </c:pt>
              <c:pt idx="940">
                <c:v>1.082888776471371</c:v>
              </c:pt>
              <c:pt idx="941">
                <c:v>0.6519203268831815</c:v>
              </c:pt>
              <c:pt idx="942">
                <c:v>0.42762475493143737</c:v>
              </c:pt>
              <c:pt idx="943">
                <c:v>0.33345749702839433</c:v>
              </c:pt>
              <c:pt idx="944">
                <c:v>1.040470473896312</c:v>
              </c:pt>
              <c:pt idx="945">
                <c:v>0.9226421071424157</c:v>
              </c:pt>
              <c:pt idx="946">
                <c:v>1.7205970710295008E-06</c:v>
              </c:pt>
              <c:pt idx="947">
                <c:v>1.019440567643533</c:v>
              </c:pt>
              <c:pt idx="948">
                <c:v>1.018815347185907</c:v>
              </c:pt>
              <c:pt idx="949">
                <c:v>1.0124761099867947</c:v>
              </c:pt>
              <c:pt idx="950">
                <c:v>1.0597162470790173</c:v>
              </c:pt>
              <c:pt idx="951">
                <c:v>1.0153359667661874</c:v>
              </c:pt>
              <c:pt idx="952">
                <c:v>1.015558836604829</c:v>
              </c:pt>
              <c:pt idx="953">
                <c:v>1.0215330394862667</c:v>
              </c:pt>
              <c:pt idx="954">
                <c:v>1.0257344684212115</c:v>
              </c:pt>
              <c:pt idx="955">
                <c:v>1.0600099835080972</c:v>
              </c:pt>
              <c:pt idx="956">
                <c:v>0.3904227237574986</c:v>
              </c:pt>
              <c:pt idx="957">
                <c:v>0.9126060455883421</c:v>
              </c:pt>
              <c:pt idx="958">
                <c:v>0.9126069073048183</c:v>
              </c:pt>
              <c:pt idx="959">
                <c:v>0.9703511318123795</c:v>
              </c:pt>
              <c:pt idx="960">
                <c:v>0.9696130278040488</c:v>
              </c:pt>
              <c:pt idx="961">
                <c:v>0.9960123371887587</c:v>
              </c:pt>
              <c:pt idx="962">
                <c:v>0.9930661836950397</c:v>
              </c:pt>
              <c:pt idx="963">
                <c:v>1.053165274210612</c:v>
              </c:pt>
              <c:pt idx="964">
                <c:v>1.0252510459854856</c:v>
              </c:pt>
              <c:pt idx="965">
                <c:v>1.0168772214039856</c:v>
              </c:pt>
              <c:pt idx="966">
                <c:v>0.37507331323666526</c:v>
              </c:pt>
              <c:pt idx="967">
                <c:v>0.41430938862182687</c:v>
              </c:pt>
              <c:pt idx="968">
                <c:v>1.0011728989783768</c:v>
              </c:pt>
              <c:pt idx="969">
                <c:v>1.014830501588006</c:v>
              </c:pt>
              <c:pt idx="970">
                <c:v>0.912608439916027</c:v>
              </c:pt>
              <c:pt idx="971">
                <c:v>0.9300032177374062</c:v>
              </c:pt>
              <c:pt idx="972">
                <c:v>1.0651737839927062</c:v>
              </c:pt>
              <c:pt idx="973">
                <c:v>1.0673458588480251</c:v>
              </c:pt>
              <c:pt idx="974">
                <c:v>1.067600892462559</c:v>
              </c:pt>
              <c:pt idx="975">
                <c:v>0.8739960166158693</c:v>
              </c:pt>
              <c:pt idx="976">
                <c:v>0.7860268019808856</c:v>
              </c:pt>
              <c:pt idx="977">
                <c:v>0.8162540156887945</c:v>
              </c:pt>
              <c:pt idx="978">
                <c:v>0.5477196534353284</c:v>
              </c:pt>
              <c:pt idx="979">
                <c:v>1.0730123343602445</c:v>
              </c:pt>
              <c:pt idx="980">
                <c:v>1.0765660058534272</c:v>
              </c:pt>
              <c:pt idx="981">
                <c:v>0.5479983675102752</c:v>
              </c:pt>
              <c:pt idx="982">
                <c:v>0.8790342537823133</c:v>
              </c:pt>
              <c:pt idx="983">
                <c:v>0.9684309661468337</c:v>
              </c:pt>
              <c:pt idx="984">
                <c:v>0.8561127297433211</c:v>
              </c:pt>
              <c:pt idx="985">
                <c:v>0.8692395772900812</c:v>
              </c:pt>
              <c:pt idx="986">
                <c:v>0.8819634036395968</c:v>
              </c:pt>
              <c:pt idx="987">
                <c:v>1.825468653131685E-06</c:v>
              </c:pt>
              <c:pt idx="988">
                <c:v>0.08521909990526515</c:v>
              </c:pt>
              <c:pt idx="989">
                <c:v>0.09322862875244677</c:v>
              </c:pt>
              <c:pt idx="990">
                <c:v>1.9348229588939054E-06</c:v>
              </c:pt>
              <c:pt idx="991">
                <c:v>0.23854273285033323</c:v>
              </c:pt>
              <c:pt idx="992">
                <c:v>0.30538925772877074</c:v>
              </c:pt>
              <c:pt idx="993">
                <c:v>0.13635676272252942</c:v>
              </c:pt>
              <c:pt idx="994">
                <c:v>0.5003457293102481</c:v>
              </c:pt>
              <c:pt idx="995">
                <c:v>1.041930935580644</c:v>
              </c:pt>
              <c:pt idx="996">
                <c:v>0.4792787032410573</c:v>
              </c:pt>
              <c:pt idx="997">
                <c:v>0.5989855829947464</c:v>
              </c:pt>
              <c:pt idx="998">
                <c:v>0.6062249511341083</c:v>
              </c:pt>
              <c:pt idx="999">
                <c:v>0.18544246105265022</c:v>
              </c:pt>
              <c:pt idx="1000">
                <c:v>0.18263353314462638</c:v>
              </c:pt>
              <c:pt idx="1001">
                <c:v>0.20532370465129063</c:v>
              </c:pt>
              <c:pt idx="1002">
                <c:v>1.9330923439430603E-06</c:v>
              </c:pt>
              <c:pt idx="1003">
                <c:v>0.7516641223171374</c:v>
              </c:pt>
              <c:pt idx="1004">
                <c:v>0.703844312645153</c:v>
              </c:pt>
              <c:pt idx="1005">
                <c:v>0.6252512446266997</c:v>
              </c:pt>
              <c:pt idx="1006">
                <c:v>0.6050747688755509</c:v>
              </c:pt>
              <c:pt idx="1007">
                <c:v>0.6975348844069016</c:v>
              </c:pt>
              <c:pt idx="1008">
                <c:v>0.7515676310558006</c:v>
              </c:pt>
              <c:pt idx="1009">
                <c:v>0.5426574885725133</c:v>
              </c:pt>
              <c:pt idx="1010">
                <c:v>0.31843128676337207</c:v>
              </c:pt>
              <c:pt idx="1011">
                <c:v>0.47650728599793774</c:v>
              </c:pt>
              <c:pt idx="1012">
                <c:v>0.02421846544359141</c:v>
              </c:pt>
              <c:pt idx="1013">
                <c:v>0.21246438317048047</c:v>
              </c:pt>
              <c:pt idx="1014">
                <c:v>1.656950412387407E-06</c:v>
              </c:pt>
              <c:pt idx="1015">
                <c:v>0.11149466596428209</c:v>
              </c:pt>
              <c:pt idx="1016">
                <c:v>0.34410457813815554</c:v>
              </c:pt>
              <c:pt idx="1017">
                <c:v>0.87708820723355</c:v>
              </c:pt>
              <c:pt idx="1018">
                <c:v>0.7992066159220963</c:v>
              </c:pt>
              <c:pt idx="1019">
                <c:v>0.7977736094677791</c:v>
              </c:pt>
              <c:pt idx="1020">
                <c:v>0.7996923918054397</c:v>
              </c:pt>
              <c:pt idx="1021">
                <c:v>0.7973619654746942</c:v>
              </c:pt>
              <c:pt idx="1022">
                <c:v>0.6916331361384961</c:v>
              </c:pt>
              <c:pt idx="1023">
                <c:v>0.6914055511064721</c:v>
              </c:pt>
              <c:pt idx="1024">
                <c:v>0.6771848865100237</c:v>
              </c:pt>
              <c:pt idx="1025">
                <c:v>0.2519889675286156</c:v>
              </c:pt>
              <c:pt idx="1026">
                <c:v>0.967484073566941</c:v>
              </c:pt>
              <c:pt idx="1027">
                <c:v>1.0704840305976007</c:v>
              </c:pt>
              <c:pt idx="1028">
                <c:v>0.19037805069461192</c:v>
              </c:pt>
              <c:pt idx="1029">
                <c:v>0.20099411791365676</c:v>
              </c:pt>
              <c:pt idx="1030">
                <c:v>0.46795758768899326</c:v>
              </c:pt>
              <c:pt idx="1031">
                <c:v>0.6087864873435701</c:v>
              </c:pt>
              <c:pt idx="1032">
                <c:v>0.29912191512952635</c:v>
              </c:pt>
              <c:pt idx="1033">
                <c:v>0.6465787611893484</c:v>
              </c:pt>
              <c:pt idx="1034">
                <c:v>0.06693943830563914</c:v>
              </c:pt>
              <c:pt idx="1035">
                <c:v>1.7246048195784432E-06</c:v>
              </c:pt>
              <c:pt idx="1036">
                <c:v>0.09949307191085431</c:v>
              </c:pt>
              <c:pt idx="1037">
                <c:v>1.396126749551266E-06</c:v>
              </c:pt>
              <c:pt idx="1038">
                <c:v>0.08747892549225586</c:v>
              </c:pt>
              <c:pt idx="1039">
                <c:v>1.0910475111714122</c:v>
              </c:pt>
              <c:pt idx="1040">
                <c:v>0.8469199819272615</c:v>
              </c:pt>
              <c:pt idx="1041">
                <c:v>0.1651790954088935</c:v>
              </c:pt>
              <c:pt idx="1042">
                <c:v>0.24144296518936248</c:v>
              </c:pt>
              <c:pt idx="1043">
                <c:v>0.957751550515492</c:v>
              </c:pt>
              <c:pt idx="1044">
                <c:v>0.9605267450698005</c:v>
              </c:pt>
              <c:pt idx="1045">
                <c:v>1.005392022211363</c:v>
              </c:pt>
              <c:pt idx="1046">
                <c:v>1.0354844325438317</c:v>
              </c:pt>
              <c:pt idx="1047">
                <c:v>1.0462370755370496</c:v>
              </c:pt>
              <c:pt idx="1048">
                <c:v>1.0679483766216498</c:v>
              </c:pt>
              <c:pt idx="1049">
                <c:v>1.0685311570385423</c:v>
              </c:pt>
              <c:pt idx="1050">
                <c:v>1.065268772260121</c:v>
              </c:pt>
              <c:pt idx="1051">
                <c:v>0.7562738596244044</c:v>
              </c:pt>
              <c:pt idx="1052">
                <c:v>0.7598568886375018</c:v>
              </c:pt>
              <c:pt idx="1053">
                <c:v>0.6052875437418036</c:v>
              </c:pt>
              <c:pt idx="1054">
                <c:v>0.5369029128586833</c:v>
              </c:pt>
              <c:pt idx="1055">
                <c:v>0.4871480235889362</c:v>
              </c:pt>
              <c:pt idx="1056">
                <c:v>0.5588612542659701</c:v>
              </c:pt>
              <c:pt idx="1057">
                <c:v>1.0331788255085</c:v>
              </c:pt>
              <c:pt idx="1058">
                <c:v>0.5841602448034084</c:v>
              </c:pt>
              <c:pt idx="1059">
                <c:v>0.4496404164640953</c:v>
              </c:pt>
              <c:pt idx="1060">
                <c:v>0.6357720368872737</c:v>
              </c:pt>
              <c:pt idx="1061">
                <c:v>0.5914737644469189</c:v>
              </c:pt>
              <c:pt idx="1062">
                <c:v>0.5086757941657862</c:v>
              </c:pt>
              <c:pt idx="1063">
                <c:v>0.27256642404947884</c:v>
              </c:pt>
              <c:pt idx="1064">
                <c:v>0.3924696017674865</c:v>
              </c:pt>
              <c:pt idx="1065">
                <c:v>0.26989909605613915</c:v>
              </c:pt>
              <c:pt idx="1066">
                <c:v>0.5860352564317612</c:v>
              </c:pt>
              <c:pt idx="1067">
                <c:v>0.9126067841332228</c:v>
              </c:pt>
              <c:pt idx="1068">
                <c:v>0.8767274961626776</c:v>
              </c:pt>
              <c:pt idx="1069">
                <c:v>0.9159793498560322</c:v>
              </c:pt>
              <c:pt idx="1070">
                <c:v>0.8717769423562926</c:v>
              </c:pt>
              <c:pt idx="1071">
                <c:v>0.8279549350114338</c:v>
              </c:pt>
              <c:pt idx="1072">
                <c:v>0.8643859455187753</c:v>
              </c:pt>
              <c:pt idx="1073">
                <c:v>0.7783465958101841</c:v>
              </c:pt>
              <c:pt idx="1074">
                <c:v>0.8191189145980903</c:v>
              </c:pt>
              <c:pt idx="1075">
                <c:v>1.0072677819231344</c:v>
              </c:pt>
              <c:pt idx="1076">
                <c:v>0.9965923492316888</c:v>
              </c:pt>
              <c:pt idx="1077">
                <c:v>1.052275110275323</c:v>
              </c:pt>
              <c:pt idx="1078">
                <c:v>1.0677129310242641</c:v>
              </c:pt>
              <c:pt idx="1079">
                <c:v>1.0516052001622864</c:v>
              </c:pt>
              <c:pt idx="1080">
                <c:v>0.9693815065049394</c:v>
              </c:pt>
              <c:pt idx="1081">
                <c:v>0.48553967406695325</c:v>
              </c:pt>
              <c:pt idx="1082">
                <c:v>0.9087025987189321</c:v>
              </c:pt>
              <c:pt idx="1083">
                <c:v>0.9091382433281993</c:v>
              </c:pt>
              <c:pt idx="1084">
                <c:v>0.8444106062759796</c:v>
              </c:pt>
              <c:pt idx="1085">
                <c:v>0.9368480002965346</c:v>
              </c:pt>
              <c:pt idx="1086">
                <c:v>0.9005332075665666</c:v>
              </c:pt>
              <c:pt idx="1087">
                <c:v>0.30895422677423046</c:v>
              </c:pt>
              <c:pt idx="1088">
                <c:v>1.06007158590382</c:v>
              </c:pt>
              <c:pt idx="1089">
                <c:v>1.0584208638561285</c:v>
              </c:pt>
              <c:pt idx="1090">
                <c:v>0.43815329344258125</c:v>
              </c:pt>
              <c:pt idx="1091">
                <c:v>1.0717038907039667</c:v>
              </c:pt>
              <c:pt idx="1092">
                <c:v>0.18738372057752375</c:v>
              </c:pt>
              <c:pt idx="1093">
                <c:v>1.074230244073606</c:v>
              </c:pt>
              <c:pt idx="1094">
                <c:v>1.0739002310722234</c:v>
              </c:pt>
              <c:pt idx="1095">
                <c:v>0.3836787885539922</c:v>
              </c:pt>
              <c:pt idx="1096">
                <c:v>1.8292822450579596E-06</c:v>
              </c:pt>
              <c:pt idx="1097">
                <c:v>1.7200709240609413E-06</c:v>
              </c:pt>
              <c:pt idx="1098">
                <c:v>1.5187389148643631E-06</c:v>
              </c:pt>
              <c:pt idx="1099">
                <c:v>0.08714796573855954</c:v>
              </c:pt>
              <c:pt idx="1100">
                <c:v>1.5048531739494372E-06</c:v>
              </c:pt>
              <c:pt idx="1101">
                <c:v>0.6139355982043363</c:v>
              </c:pt>
              <c:pt idx="1102">
                <c:v>0.6353929161342398</c:v>
              </c:pt>
              <c:pt idx="1103">
                <c:v>0.8866889339212738</c:v>
              </c:pt>
              <c:pt idx="1104">
                <c:v>1.7691567198874849E-06</c:v>
              </c:pt>
              <c:pt idx="1105">
                <c:v>1.7052046001857107E-06</c:v>
              </c:pt>
              <c:pt idx="1106">
                <c:v>0.2762018863713685</c:v>
              </c:pt>
              <c:pt idx="1107">
                <c:v>0.6490040136819887</c:v>
              </c:pt>
              <c:pt idx="1108">
                <c:v>1.9306000358501932E-06</c:v>
              </c:pt>
              <c:pt idx="1109">
                <c:v>0.18918158499618953</c:v>
              </c:pt>
              <c:pt idx="1110">
                <c:v>1.071530541004588</c:v>
              </c:pt>
              <c:pt idx="1111">
                <c:v>1.0832537283939765</c:v>
              </c:pt>
              <c:pt idx="1112">
                <c:v>1.0497159703480858</c:v>
              </c:pt>
              <c:pt idx="1113">
                <c:v>1.027519101875023</c:v>
              </c:pt>
              <c:pt idx="1114">
                <c:v>0.28792572601306615</c:v>
              </c:pt>
              <c:pt idx="1115">
                <c:v>0.0649035949203013</c:v>
              </c:pt>
              <c:pt idx="1116">
                <c:v>0.19261096668262825</c:v>
              </c:pt>
              <c:pt idx="1117">
                <c:v>0.7697135619457741</c:v>
              </c:pt>
              <c:pt idx="1118">
                <c:v>0.72465513361786</c:v>
              </c:pt>
              <c:pt idx="1119">
                <c:v>0.7377746799455275</c:v>
              </c:pt>
              <c:pt idx="1120">
                <c:v>1.0863335310803748</c:v>
              </c:pt>
              <c:pt idx="1121">
                <c:v>1.0841408736007816</c:v>
              </c:pt>
              <c:pt idx="1122">
                <c:v>1.079720546511705</c:v>
              </c:pt>
              <c:pt idx="1123">
                <c:v>0.8040219568532493</c:v>
              </c:pt>
              <c:pt idx="1124">
                <c:v>1.060385632331328</c:v>
              </c:pt>
              <c:pt idx="1125">
                <c:v>0.1970505603852562</c:v>
              </c:pt>
              <c:pt idx="1126">
                <c:v>0.6647388006590108</c:v>
              </c:pt>
              <c:pt idx="1127">
                <c:v>0.7332156618992243</c:v>
              </c:pt>
              <c:pt idx="1128">
                <c:v>0.7081669269793864</c:v>
              </c:pt>
              <c:pt idx="1129">
                <c:v>0.8650818688766341</c:v>
              </c:pt>
              <c:pt idx="1130">
                <c:v>0.5313940843140048</c:v>
              </c:pt>
              <c:pt idx="1131">
                <c:v>0.34311141103499826</c:v>
              </c:pt>
              <c:pt idx="1132">
                <c:v>0.5401101348540114</c:v>
              </c:pt>
              <c:pt idx="1133">
                <c:v>0.3561987866621854</c:v>
              </c:pt>
              <c:pt idx="1134">
                <c:v>0.19424037172800793</c:v>
              </c:pt>
              <c:pt idx="1135">
                <c:v>1.0746170102493853</c:v>
              </c:pt>
              <c:pt idx="1136">
                <c:v>0.3654403562929007</c:v>
              </c:pt>
              <c:pt idx="1137">
                <c:v>0.20871303333280838</c:v>
              </c:pt>
              <c:pt idx="1138">
                <c:v>1.0715127018014692</c:v>
              </c:pt>
              <c:pt idx="1139">
                <c:v>1.074972006442084</c:v>
              </c:pt>
              <c:pt idx="1140">
                <c:v>0.8196156808241879</c:v>
              </c:pt>
              <c:pt idx="1141">
                <c:v>0.8688708070099895</c:v>
              </c:pt>
              <c:pt idx="1142">
                <c:v>0.33825107343900285</c:v>
              </c:pt>
              <c:pt idx="1143">
                <c:v>0.1375815544042549</c:v>
              </c:pt>
              <c:pt idx="1144">
                <c:v>1.4922221979427826E-06</c:v>
              </c:pt>
              <c:pt idx="1145">
                <c:v>1.4617476130302557E-06</c:v>
              </c:pt>
              <c:pt idx="1146">
                <c:v>0.009892230343786265</c:v>
              </c:pt>
              <c:pt idx="1147">
                <c:v>0.8098009010037046</c:v>
              </c:pt>
              <c:pt idx="1148">
                <c:v>0.4380141843984392</c:v>
              </c:pt>
              <c:pt idx="1149">
                <c:v>1.054889198624139</c:v>
              </c:pt>
              <c:pt idx="1150">
                <c:v>1.0930051984220344</c:v>
              </c:pt>
              <c:pt idx="1151">
                <c:v>1.0943456310523345</c:v>
              </c:pt>
              <c:pt idx="1152">
                <c:v>1.4471646836134788E-06</c:v>
              </c:pt>
              <c:pt idx="1153">
                <c:v>0.90209753830665</c:v>
              </c:pt>
              <c:pt idx="1154">
                <c:v>0.9165511739727008</c:v>
              </c:pt>
              <c:pt idx="1155">
                <c:v>1.047913950871795</c:v>
              </c:pt>
              <c:pt idx="1156">
                <c:v>0.732362278064259</c:v>
              </c:pt>
              <c:pt idx="1157">
                <c:v>0.7877702556941407</c:v>
              </c:pt>
              <c:pt idx="1158">
                <c:v>0.8067810512695445</c:v>
              </c:pt>
              <c:pt idx="1159">
                <c:v>0.7590731705628064</c:v>
              </c:pt>
              <c:pt idx="1160">
                <c:v>0.1969236942870486</c:v>
              </c:pt>
              <c:pt idx="1161">
                <c:v>0.020262675561688412</c:v>
              </c:pt>
              <c:pt idx="1162">
                <c:v>1.6270109620812576E-06</c:v>
              </c:pt>
              <c:pt idx="1163">
                <c:v>1.6759863844577723E-06</c:v>
              </c:pt>
              <c:pt idx="1164">
                <c:v>0.8818149067583019</c:v>
              </c:pt>
              <c:pt idx="1165">
                <c:v>0.6923545324797824</c:v>
              </c:pt>
              <c:pt idx="1166">
                <c:v>1.614444106851272E-06</c:v>
              </c:pt>
              <c:pt idx="1167">
                <c:v>0.7228544058537226</c:v>
              </c:pt>
              <c:pt idx="1168">
                <c:v>0.908719500057414</c:v>
              </c:pt>
              <c:pt idx="1169">
                <c:v>0.6107308357557324</c:v>
              </c:pt>
              <c:pt idx="1170">
                <c:v>0.23125685447583946</c:v>
              </c:pt>
              <c:pt idx="1171">
                <c:v>0.6899688613813089</c:v>
              </c:pt>
              <c:pt idx="1172">
                <c:v>0.6403992666231795</c:v>
              </c:pt>
              <c:pt idx="1173">
                <c:v>0.9213660777353891</c:v>
              </c:pt>
              <c:pt idx="1174">
                <c:v>0.6702907698032068</c:v>
              </c:pt>
              <c:pt idx="1175">
                <c:v>1.0572510170134444</c:v>
              </c:pt>
              <c:pt idx="1176">
                <c:v>0.2558038724411645</c:v>
              </c:pt>
              <c:pt idx="1177">
                <c:v>1.0820096429132882</c:v>
              </c:pt>
              <c:pt idx="1178">
                <c:v>0.37999758688047075</c:v>
              </c:pt>
              <c:pt idx="1179">
                <c:v>0.2563091455366831</c:v>
              </c:pt>
              <c:pt idx="1180">
                <c:v>0.23601066331285553</c:v>
              </c:pt>
              <c:pt idx="1181">
                <c:v>0.22131519991020115</c:v>
              </c:pt>
              <c:pt idx="1182">
                <c:v>1.0051890159687684</c:v>
              </c:pt>
              <c:pt idx="1183">
                <c:v>0.6736680141517888</c:v>
              </c:pt>
              <c:pt idx="1184">
                <c:v>0.7591752394207646</c:v>
              </c:pt>
              <c:pt idx="1185">
                <c:v>0.7183193607707189</c:v>
              </c:pt>
              <c:pt idx="1186">
                <c:v>1.0762805025053115</c:v>
              </c:pt>
              <c:pt idx="1187">
                <c:v>1.0806181355641489</c:v>
              </c:pt>
              <c:pt idx="1188">
                <c:v>1.528381264651147E-06</c:v>
              </c:pt>
              <c:pt idx="1189">
                <c:v>1.5368356134809376E-06</c:v>
              </c:pt>
              <c:pt idx="1190">
                <c:v>1.5236813388388199E-06</c:v>
              </c:pt>
              <c:pt idx="1191">
                <c:v>1.0304347279298327</c:v>
              </c:pt>
              <c:pt idx="1192">
                <c:v>0.7248611122964218</c:v>
              </c:pt>
              <c:pt idx="1193">
                <c:v>0.721767687935932</c:v>
              </c:pt>
              <c:pt idx="1194">
                <c:v>0.6628625081404169</c:v>
              </c:pt>
              <c:pt idx="1195">
                <c:v>1.067252808805806</c:v>
              </c:pt>
              <c:pt idx="1196">
                <c:v>1.0623424114134208</c:v>
              </c:pt>
              <c:pt idx="1197">
                <c:v>0.9250685723578191</c:v>
              </c:pt>
              <c:pt idx="1198">
                <c:v>0.9541147989369726</c:v>
              </c:pt>
              <c:pt idx="1199">
                <c:v>1.0190096615919644</c:v>
              </c:pt>
              <c:pt idx="1200">
                <c:v>1.0838679760042482</c:v>
              </c:pt>
              <c:pt idx="1201">
                <c:v>0.616112686308345</c:v>
              </c:pt>
              <c:pt idx="1202">
                <c:v>0.5952442766394432</c:v>
              </c:pt>
              <c:pt idx="1203">
                <c:v>1.095900810578313</c:v>
              </c:pt>
              <c:pt idx="1204">
                <c:v>1.0850558089949112</c:v>
              </c:pt>
              <c:pt idx="1205">
                <c:v>1.0443294578816973</c:v>
              </c:pt>
              <c:pt idx="1206">
                <c:v>0.8926927154105764</c:v>
              </c:pt>
              <c:pt idx="1207">
                <c:v>0.4628969759852445</c:v>
              </c:pt>
              <c:pt idx="1208">
                <c:v>0.5515926074969122</c:v>
              </c:pt>
              <c:pt idx="1209">
                <c:v>0.4974919729429428</c:v>
              </c:pt>
              <c:pt idx="1210">
                <c:v>1.0532865186764278</c:v>
              </c:pt>
              <c:pt idx="1211">
                <c:v>0.24060882235036532</c:v>
              </c:pt>
              <c:pt idx="1212">
                <c:v>1.086051139098334</c:v>
              </c:pt>
              <c:pt idx="1213">
                <c:v>1.0921038454863694</c:v>
              </c:pt>
              <c:pt idx="1214">
                <c:v>1.096833191128294</c:v>
              </c:pt>
              <c:pt idx="1215">
                <c:v>0.5815723343656878</c:v>
              </c:pt>
              <c:pt idx="1216">
                <c:v>0.91260642240682</c:v>
              </c:pt>
              <c:pt idx="1217">
                <c:v>1.0047834720694115</c:v>
              </c:pt>
              <c:pt idx="1218">
                <c:v>0.1597694606861872</c:v>
              </c:pt>
              <c:pt idx="1219">
                <c:v>1.0663969195447085</c:v>
              </c:pt>
              <c:pt idx="1220">
                <c:v>1.4189541378418161E-06</c:v>
              </c:pt>
              <c:pt idx="1221">
                <c:v>0.04295934554614561</c:v>
              </c:pt>
              <c:pt idx="1222">
                <c:v>1.0532334733943338</c:v>
              </c:pt>
              <c:pt idx="1223">
                <c:v>1.045511987319523</c:v>
              </c:pt>
              <c:pt idx="1224">
                <c:v>0.07363982469436972</c:v>
              </c:pt>
              <c:pt idx="1225">
                <c:v>0.5742104208541366</c:v>
              </c:pt>
              <c:pt idx="1226">
                <c:v>1.0672602998982268</c:v>
              </c:pt>
              <c:pt idx="1227">
                <c:v>0.0268481896590789</c:v>
              </c:pt>
              <c:pt idx="1228">
                <c:v>1.0751568446305806</c:v>
              </c:pt>
              <c:pt idx="1229">
                <c:v>0.12488586051716598</c:v>
              </c:pt>
              <c:pt idx="1230">
                <c:v>1.0454547021091354</c:v>
              </c:pt>
              <c:pt idx="1231">
                <c:v>0.6527487372000631</c:v>
              </c:pt>
              <c:pt idx="1232">
                <c:v>0.6169882830157906</c:v>
              </c:pt>
              <c:pt idx="1233">
                <c:v>0.5960974013353232</c:v>
              </c:pt>
              <c:pt idx="1234">
                <c:v>1.0294364379637249</c:v>
              </c:pt>
              <c:pt idx="1235">
                <c:v>0.6693370124338385</c:v>
              </c:pt>
              <c:pt idx="1236">
                <c:v>0.4373306962810299</c:v>
              </c:pt>
              <c:pt idx="1237">
                <c:v>1.0739588013504204</c:v>
              </c:pt>
              <c:pt idx="1238">
                <c:v>0.2691889737029684</c:v>
              </c:pt>
              <c:pt idx="1239">
                <c:v>0.5205873618849587</c:v>
              </c:pt>
              <c:pt idx="1240">
                <c:v>0.23742334541144738</c:v>
              </c:pt>
              <c:pt idx="1241">
                <c:v>0.03453263175520873</c:v>
              </c:pt>
              <c:pt idx="1242">
                <c:v>1.1027838944187018</c:v>
              </c:pt>
              <c:pt idx="1243">
                <c:v>0.43349859323314877</c:v>
              </c:pt>
              <c:pt idx="1244">
                <c:v>1.052852719586277</c:v>
              </c:pt>
              <c:pt idx="1245">
                <c:v>1.037289036169464</c:v>
              </c:pt>
              <c:pt idx="1246">
                <c:v>1.065293297940431</c:v>
              </c:pt>
              <c:pt idx="1247">
                <c:v>0.6863613068538001</c:v>
              </c:pt>
              <c:pt idx="1248">
                <c:v>1.0921531649264025</c:v>
              </c:pt>
              <c:pt idx="1249">
                <c:v>1.0899024678727198</c:v>
              </c:pt>
              <c:pt idx="1250">
                <c:v>1.1031862111141288</c:v>
              </c:pt>
              <c:pt idx="1251">
                <c:v>1.1327358714416513</c:v>
              </c:pt>
              <c:pt idx="1252">
                <c:v>1.1097803666822723</c:v>
              </c:pt>
              <c:pt idx="1253">
                <c:v>1.115036586521081</c:v>
              </c:pt>
              <c:pt idx="1254">
                <c:v>1.1196672505538656</c:v>
              </c:pt>
              <c:pt idx="1255">
                <c:v>1.1369977475957556</c:v>
              </c:pt>
              <c:pt idx="1256">
                <c:v>1.1356385886194889</c:v>
              </c:pt>
              <c:pt idx="1257">
                <c:v>1.1444700779180355</c:v>
              </c:pt>
              <c:pt idx="1258">
                <c:v>0.8275100492216696</c:v>
              </c:pt>
              <c:pt idx="1259">
                <c:v>0.9020577495933841</c:v>
              </c:pt>
              <c:pt idx="1260">
                <c:v>0.5013866305763142</c:v>
              </c:pt>
              <c:pt idx="1261">
                <c:v>0.633784209342759</c:v>
              </c:pt>
              <c:pt idx="1262">
                <c:v>0.7686723551170955</c:v>
              </c:pt>
              <c:pt idx="1263">
                <c:v>0.7869653639668702</c:v>
              </c:pt>
              <c:pt idx="1264">
                <c:v>0.6969228750024636</c:v>
              </c:pt>
              <c:pt idx="1265">
                <c:v>0.7872080887057674</c:v>
              </c:pt>
              <c:pt idx="1266">
                <c:v>1.0959857375618278</c:v>
              </c:pt>
              <c:pt idx="1267">
                <c:v>1.096853614521491</c:v>
              </c:pt>
              <c:pt idx="1268">
                <c:v>1.0896937608056503</c:v>
              </c:pt>
              <c:pt idx="1269">
                <c:v>1.0899369708541493</c:v>
              </c:pt>
              <c:pt idx="1270">
                <c:v>1.089310699097951</c:v>
              </c:pt>
              <c:pt idx="1271">
                <c:v>1.1234586565545117</c:v>
              </c:pt>
              <c:pt idx="1272">
                <c:v>1.12422521366327</c:v>
              </c:pt>
              <c:pt idx="1273">
                <c:v>1.1283915306086676</c:v>
              </c:pt>
              <c:pt idx="1274">
                <c:v>1.1287815093109528</c:v>
              </c:pt>
              <c:pt idx="1275">
                <c:v>1.1106819062488469</c:v>
              </c:pt>
              <c:pt idx="1276">
                <c:v>1.1028566213645195</c:v>
              </c:pt>
              <c:pt idx="1277">
                <c:v>1.0994430161690478</c:v>
              </c:pt>
              <c:pt idx="1278">
                <c:v>1.1047243828601006</c:v>
              </c:pt>
              <c:pt idx="1279">
                <c:v>1.1334524171976599</c:v>
              </c:pt>
              <c:pt idx="1280">
                <c:v>1.0845715763834962</c:v>
              </c:pt>
              <c:pt idx="1281">
                <c:v>1.124987223732932</c:v>
              </c:pt>
              <c:pt idx="1282">
                <c:v>1.1294631579554155</c:v>
              </c:pt>
              <c:pt idx="1283">
                <c:v>1.138155240049344</c:v>
              </c:pt>
              <c:pt idx="1284">
                <c:v>1.1112481130912633</c:v>
              </c:pt>
              <c:pt idx="1285">
                <c:v>1.1114953195203703</c:v>
              </c:pt>
              <c:pt idx="1286">
                <c:v>1.1073751658895206</c:v>
              </c:pt>
              <c:pt idx="1287">
                <c:v>1.1277470918630017</c:v>
              </c:pt>
              <c:pt idx="1288">
                <c:v>1.1286140789089314</c:v>
              </c:pt>
              <c:pt idx="1289">
                <c:v>1.13755457242827</c:v>
              </c:pt>
              <c:pt idx="1290">
                <c:v>1.146087255315862</c:v>
              </c:pt>
              <c:pt idx="1291">
                <c:v>1.1403624257983966</c:v>
              </c:pt>
              <c:pt idx="1292">
                <c:v>1.1485914817218257</c:v>
              </c:pt>
              <c:pt idx="1293">
                <c:v>1.1455375106378105</c:v>
              </c:pt>
              <c:pt idx="1294">
                <c:v>1.1499659739643522</c:v>
              </c:pt>
              <c:pt idx="1295">
                <c:v>1.162560044441525</c:v>
              </c:pt>
              <c:pt idx="1296">
                <c:v>1.1677233704082985</c:v>
              </c:pt>
              <c:pt idx="1297">
                <c:v>1.17023186245686</c:v>
              </c:pt>
              <c:pt idx="1298">
                <c:v>1.1701656056814367</c:v>
              </c:pt>
              <c:pt idx="1299">
                <c:v>1.1576904301999096</c:v>
              </c:pt>
              <c:pt idx="1300">
                <c:v>1.113499073574102</c:v>
              </c:pt>
              <c:pt idx="1301">
                <c:v>1.1211956453548158</c:v>
              </c:pt>
              <c:pt idx="1302">
                <c:v>1.123837608373949</c:v>
              </c:pt>
              <c:pt idx="1303">
                <c:v>1.1097130282599537</c:v>
              </c:pt>
              <c:pt idx="1304">
                <c:v>1.1091936386706638</c:v>
              </c:pt>
              <c:pt idx="1305">
                <c:v>1.1272570300328062</c:v>
              </c:pt>
              <c:pt idx="1306">
                <c:v>1.1381240878772159</c:v>
              </c:pt>
              <c:pt idx="1307">
                <c:v>0.7852505285294646</c:v>
              </c:pt>
              <c:pt idx="1308">
                <c:v>0.6499652588138293</c:v>
              </c:pt>
              <c:pt idx="1309">
                <c:v>0.5021209730489344</c:v>
              </c:pt>
              <c:pt idx="1310">
                <c:v>0.8170612209743495</c:v>
              </c:pt>
              <c:pt idx="1311">
                <c:v>0.7214648027289908</c:v>
              </c:pt>
              <c:pt idx="1312">
                <c:v>0.8240642779526531</c:v>
              </c:pt>
              <c:pt idx="1313">
                <c:v>1.0731184494728958</c:v>
              </c:pt>
              <c:pt idx="1314">
                <c:v>1.0752738591842554</c:v>
              </c:pt>
              <c:pt idx="1315">
                <c:v>1.098827513083808</c:v>
              </c:pt>
              <c:pt idx="1316">
                <c:v>1.084057876039953</c:v>
              </c:pt>
              <c:pt idx="1317">
                <c:v>0.997632159514137</c:v>
              </c:pt>
              <c:pt idx="1318">
                <c:v>1.1021144769716213</c:v>
              </c:pt>
              <c:pt idx="1319">
                <c:v>1.096439852582754</c:v>
              </c:pt>
              <c:pt idx="1320">
                <c:v>1.1355502334579104</c:v>
              </c:pt>
              <c:pt idx="1321">
                <c:v>0.4993683964448198</c:v>
              </c:pt>
              <c:pt idx="1322">
                <c:v>0.3065058979143733</c:v>
              </c:pt>
              <c:pt idx="1323">
                <c:v>0.2816306177841493</c:v>
              </c:pt>
              <c:pt idx="1324">
                <c:v>0.2345540474506221</c:v>
              </c:pt>
              <c:pt idx="1325">
                <c:v>1.0763681216041547</c:v>
              </c:pt>
              <c:pt idx="1326">
                <c:v>1.0738984528578919</c:v>
              </c:pt>
              <c:pt idx="1327">
                <c:v>1.1137024682442989</c:v>
              </c:pt>
              <c:pt idx="1328">
                <c:v>1.127295689876473</c:v>
              </c:pt>
              <c:pt idx="1329">
                <c:v>1.124936297580077</c:v>
              </c:pt>
              <c:pt idx="1330">
                <c:v>1.1400915336865287</c:v>
              </c:pt>
              <c:pt idx="1331">
                <c:v>1.140895114912174</c:v>
              </c:pt>
              <c:pt idx="1332">
                <c:v>0.43236786475805244</c:v>
              </c:pt>
              <c:pt idx="1333">
                <c:v>0.3021798058926835</c:v>
              </c:pt>
              <c:pt idx="1334">
                <c:v>0.4917245481228896</c:v>
              </c:pt>
              <c:pt idx="1335">
                <c:v>0.3507950126856709</c:v>
              </c:pt>
              <c:pt idx="1336">
                <c:v>0.988514823165412</c:v>
              </c:pt>
              <c:pt idx="1337">
                <c:v>0.9907338014364103</c:v>
              </c:pt>
              <c:pt idx="1338">
                <c:v>0.8795205233825005</c:v>
              </c:pt>
              <c:pt idx="1339">
                <c:v>1.059687255281047</c:v>
              </c:pt>
              <c:pt idx="1340">
                <c:v>1.0599359269523982</c:v>
              </c:pt>
              <c:pt idx="1341">
                <c:v>1.0596871005664936</c:v>
              </c:pt>
              <c:pt idx="1342">
                <c:v>0.46072680262551763</c:v>
              </c:pt>
              <c:pt idx="1343">
                <c:v>0.5692853155659551</c:v>
              </c:pt>
              <c:pt idx="1344">
                <c:v>0.588694811224751</c:v>
              </c:pt>
              <c:pt idx="1345">
                <c:v>1.0608770341300815</c:v>
              </c:pt>
              <c:pt idx="1346">
                <c:v>1.0591428846261544</c:v>
              </c:pt>
              <c:pt idx="1347">
                <c:v>1.0605481382671775</c:v>
              </c:pt>
              <c:pt idx="1348">
                <c:v>0.6046643304406925</c:v>
              </c:pt>
              <c:pt idx="1349">
                <c:v>1.0471099048016648</c:v>
              </c:pt>
              <c:pt idx="1350">
                <c:v>1.097684740828401</c:v>
              </c:pt>
              <c:pt idx="1351">
                <c:v>1.1001326900295938</c:v>
              </c:pt>
              <c:pt idx="1352">
                <c:v>1.0999926377199454</c:v>
              </c:pt>
              <c:pt idx="1353">
                <c:v>0.009050778521515396</c:v>
              </c:pt>
              <c:pt idx="1354">
                <c:v>1.298852091144913E-06</c:v>
              </c:pt>
              <c:pt idx="1355">
                <c:v>0.02702881201850158</c:v>
              </c:pt>
              <c:pt idx="1356">
                <c:v>0.39649761640318065</c:v>
              </c:pt>
              <c:pt idx="1357">
                <c:v>0.35016610723310876</c:v>
              </c:pt>
              <c:pt idx="1358">
                <c:v>0.362701056462008</c:v>
              </c:pt>
              <c:pt idx="1359">
                <c:v>0.7232737980550233</c:v>
              </c:pt>
              <c:pt idx="1360">
                <c:v>1.1035825092289344</c:v>
              </c:pt>
              <c:pt idx="1361">
                <c:v>1.0970697430234817</c:v>
              </c:pt>
              <c:pt idx="1362">
                <c:v>1.0055844401185745</c:v>
              </c:pt>
              <c:pt idx="1363">
                <c:v>1.034326181778445</c:v>
              </c:pt>
              <c:pt idx="1364">
                <c:v>0.3779772370605066</c:v>
              </c:pt>
              <c:pt idx="1365">
                <c:v>0.3753991160816893</c:v>
              </c:pt>
              <c:pt idx="1366">
                <c:v>0.5026265642126181</c:v>
              </c:pt>
              <c:pt idx="1367">
                <c:v>1.169931710885008</c:v>
              </c:pt>
              <c:pt idx="1368">
                <c:v>0.9242798271655317</c:v>
              </c:pt>
              <c:pt idx="1369">
                <c:v>0.9992468789407073</c:v>
              </c:pt>
              <c:pt idx="1370">
                <c:v>1.0524643533835996</c:v>
              </c:pt>
              <c:pt idx="1371">
                <c:v>0.9994090757263775</c:v>
              </c:pt>
              <c:pt idx="1372">
                <c:v>1.0647331529424098</c:v>
              </c:pt>
              <c:pt idx="1373">
                <c:v>1.007096005738683</c:v>
              </c:pt>
              <c:pt idx="1374">
                <c:v>1.0601683510568185</c:v>
              </c:pt>
              <c:pt idx="1375">
                <c:v>1.0812789123604545</c:v>
              </c:pt>
              <c:pt idx="1376">
                <c:v>1.0186926968518695</c:v>
              </c:pt>
              <c:pt idx="1377">
                <c:v>1.0754537772344543</c:v>
              </c:pt>
              <c:pt idx="1378">
                <c:v>1.017727644592552</c:v>
              </c:pt>
              <c:pt idx="1379">
                <c:v>1.1124434798901135</c:v>
              </c:pt>
              <c:pt idx="1380">
                <c:v>1.109622581547082</c:v>
              </c:pt>
              <c:pt idx="1381">
                <c:v>1.1342646302241244</c:v>
              </c:pt>
              <c:pt idx="1382">
                <c:v>1.14135324453869</c:v>
              </c:pt>
              <c:pt idx="1383">
                <c:v>1.137665209088084</c:v>
              </c:pt>
              <c:pt idx="1384">
                <c:v>1.0159060828160993</c:v>
              </c:pt>
              <c:pt idx="1385">
                <c:v>0.9486133877509442</c:v>
              </c:pt>
              <c:pt idx="1386">
                <c:v>1.014598469453911</c:v>
              </c:pt>
              <c:pt idx="1387">
                <c:v>0.9274295933428314</c:v>
              </c:pt>
              <c:pt idx="1388">
                <c:v>1.015565494674726</c:v>
              </c:pt>
              <c:pt idx="1389">
                <c:v>0.2541166392349318</c:v>
              </c:pt>
              <c:pt idx="1390">
                <c:v>0.7652779586771057</c:v>
              </c:pt>
              <c:pt idx="1391">
                <c:v>0.7499734344259931</c:v>
              </c:pt>
              <c:pt idx="1392">
                <c:v>1.0281842613415968</c:v>
              </c:pt>
              <c:pt idx="1393">
                <c:v>0.9347087900913331</c:v>
              </c:pt>
              <c:pt idx="1394">
                <c:v>0.9797834335952104</c:v>
              </c:pt>
              <c:pt idx="1395">
                <c:v>1.1805182961349026</c:v>
              </c:pt>
              <c:pt idx="1396">
                <c:v>1.1593678513711714</c:v>
              </c:pt>
              <c:pt idx="1397">
                <c:v>1.1806219983931074</c:v>
              </c:pt>
              <c:pt idx="1398">
                <c:v>1.1596473204327773</c:v>
              </c:pt>
              <c:pt idx="1399">
                <c:v>0.49668114070704356</c:v>
              </c:pt>
              <c:pt idx="1400">
                <c:v>1.1380533996700248</c:v>
              </c:pt>
              <c:pt idx="1401">
                <c:v>1.0875075981162576</c:v>
              </c:pt>
              <c:pt idx="1402">
                <c:v>1.097438542487097</c:v>
              </c:pt>
              <c:pt idx="1403">
                <c:v>1.1502940427309487</c:v>
              </c:pt>
              <c:pt idx="1404">
                <c:v>1.1439991472677398</c:v>
              </c:pt>
              <c:pt idx="1405">
                <c:v>1.1174574081139945</c:v>
              </c:pt>
              <c:pt idx="1406">
                <c:v>1.1381181263487017</c:v>
              </c:pt>
              <c:pt idx="1407">
                <c:v>1.12289742378881</c:v>
              </c:pt>
              <c:pt idx="1408">
                <c:v>1.1167857697346246</c:v>
              </c:pt>
              <c:pt idx="1409">
                <c:v>0.30049361626583326</c:v>
              </c:pt>
              <c:pt idx="1410">
                <c:v>1.3152395971930815E-06</c:v>
              </c:pt>
              <c:pt idx="1411">
                <c:v>1.1066013300257027</c:v>
              </c:pt>
              <c:pt idx="1412">
                <c:v>1.152465350019248</c:v>
              </c:pt>
              <c:pt idx="1413">
                <c:v>1.155495326093072</c:v>
              </c:pt>
              <c:pt idx="1414">
                <c:v>1.0647060189826028</c:v>
              </c:pt>
              <c:pt idx="1415">
                <c:v>1.118189313729586</c:v>
              </c:pt>
              <c:pt idx="1416">
                <c:v>1.0960054393216623</c:v>
              </c:pt>
              <c:pt idx="1417">
                <c:v>1.1544422230039506</c:v>
              </c:pt>
              <c:pt idx="1418">
                <c:v>1.1534338848061658</c:v>
              </c:pt>
              <c:pt idx="1419">
                <c:v>1.1510387904421748</c:v>
              </c:pt>
              <c:pt idx="1420">
                <c:v>1.4431970159160514E-06</c:v>
              </c:pt>
              <c:pt idx="1421">
                <c:v>0.06754424755668662</c:v>
              </c:pt>
              <c:pt idx="1422">
                <c:v>1.4075286737151408E-06</c:v>
              </c:pt>
              <c:pt idx="1423">
                <c:v>0.9273442225104724</c:v>
              </c:pt>
              <c:pt idx="1424">
                <c:v>0.6628038133792684</c:v>
              </c:pt>
              <c:pt idx="1425">
                <c:v>1.1980333215301777</c:v>
              </c:pt>
              <c:pt idx="1426">
                <c:v>1.2000302933710212</c:v>
              </c:pt>
              <c:pt idx="1427">
                <c:v>1.198759753309928</c:v>
              </c:pt>
              <c:pt idx="1428">
                <c:v>1.1225607949332754</c:v>
              </c:pt>
              <c:pt idx="1429">
                <c:v>1.1139090825485165</c:v>
              </c:pt>
              <c:pt idx="1430">
                <c:v>1.1096523173103108</c:v>
              </c:pt>
              <c:pt idx="1431">
                <c:v>1.0766722734253453</c:v>
              </c:pt>
              <c:pt idx="1432">
                <c:v>1.1534516607504994</c:v>
              </c:pt>
              <c:pt idx="1433">
                <c:v>1.1420489112774894</c:v>
              </c:pt>
              <c:pt idx="1434">
                <c:v>1.1442743050020037</c:v>
              </c:pt>
              <c:pt idx="1435">
                <c:v>1.1506656792836316</c:v>
              </c:pt>
              <c:pt idx="1436">
                <c:v>1.1241429648394534</c:v>
              </c:pt>
              <c:pt idx="1437">
                <c:v>0.9650952774245526</c:v>
              </c:pt>
              <c:pt idx="1438">
                <c:v>0.8958608575892826</c:v>
              </c:pt>
              <c:pt idx="1439">
                <c:v>0.8823410129392559</c:v>
              </c:pt>
              <c:pt idx="1440">
                <c:v>0.9757946032836295</c:v>
              </c:pt>
              <c:pt idx="1441">
                <c:v>1.1527355128474341</c:v>
              </c:pt>
              <c:pt idx="1442">
                <c:v>1.1494235987914585</c:v>
              </c:pt>
              <c:pt idx="1443">
                <c:v>0.8091462541004565</c:v>
              </c:pt>
              <c:pt idx="1444">
                <c:v>0.8686016934815377</c:v>
              </c:pt>
              <c:pt idx="1445">
                <c:v>0.8797887408453093</c:v>
              </c:pt>
              <c:pt idx="1446">
                <c:v>1.1264370584627712</c:v>
              </c:pt>
              <c:pt idx="1447">
                <c:v>1.1229557401804129</c:v>
              </c:pt>
              <c:pt idx="1448">
                <c:v>1.1437792230687853</c:v>
              </c:pt>
              <c:pt idx="1449">
                <c:v>0.8841832616944434</c:v>
              </c:pt>
              <c:pt idx="1450">
                <c:v>0.6681029196705223</c:v>
              </c:pt>
              <c:pt idx="1451">
                <c:v>0.9965152225581131</c:v>
              </c:pt>
              <c:pt idx="1452">
                <c:v>0.9772947475415394</c:v>
              </c:pt>
              <c:pt idx="1453">
                <c:v>1.1257525057611624</c:v>
              </c:pt>
              <c:pt idx="1454">
                <c:v>1.109656935439636</c:v>
              </c:pt>
              <c:pt idx="1455">
                <c:v>1.142887109087932</c:v>
              </c:pt>
              <c:pt idx="1456">
                <c:v>0.3901641360097243</c:v>
              </c:pt>
              <c:pt idx="1457">
                <c:v>0.5020829819881856</c:v>
              </c:pt>
              <c:pt idx="1458">
                <c:v>0.6022135196692063</c:v>
              </c:pt>
              <c:pt idx="1459">
                <c:v>0.3482053251860764</c:v>
              </c:pt>
              <c:pt idx="1460">
                <c:v>0.39140861126920184</c:v>
              </c:pt>
              <c:pt idx="1461">
                <c:v>0.4048298378105329</c:v>
              </c:pt>
              <c:pt idx="1462">
                <c:v>1.121997814238009</c:v>
              </c:pt>
              <c:pt idx="1463">
                <c:v>1.0434066993537339</c:v>
              </c:pt>
              <c:pt idx="1464">
                <c:v>1.0189072366132812</c:v>
              </c:pt>
              <c:pt idx="1465">
                <c:v>1.0592283057871557</c:v>
              </c:pt>
              <c:pt idx="1466">
                <c:v>1.190524806347682</c:v>
              </c:pt>
              <c:pt idx="1467">
                <c:v>1.1413077224387165</c:v>
              </c:pt>
              <c:pt idx="1468">
                <c:v>1.1736402469765121</c:v>
              </c:pt>
              <c:pt idx="1469">
                <c:v>1.1510435074807255</c:v>
              </c:pt>
              <c:pt idx="1470">
                <c:v>1.0653156865288822</c:v>
              </c:pt>
              <c:pt idx="1471">
                <c:v>0.49795729412289214</c:v>
              </c:pt>
              <c:pt idx="1472">
                <c:v>0.563043347208954</c:v>
              </c:pt>
              <c:pt idx="1473">
                <c:v>1.1143115691334091</c:v>
              </c:pt>
              <c:pt idx="1474">
                <c:v>1.1223606334170186</c:v>
              </c:pt>
              <c:pt idx="1475">
                <c:v>1.1063057307584296</c:v>
              </c:pt>
              <c:pt idx="1476">
                <c:v>1.0935738653388103</c:v>
              </c:pt>
              <c:pt idx="1477">
                <c:v>1.105798990595326</c:v>
              </c:pt>
              <c:pt idx="1478">
                <c:v>0.7754385085147459</c:v>
              </c:pt>
              <c:pt idx="1479">
                <c:v>0.8995112081171145</c:v>
              </c:pt>
              <c:pt idx="1480">
                <c:v>0.7986459827226653</c:v>
              </c:pt>
              <c:pt idx="1481">
                <c:v>0.9003131332524231</c:v>
              </c:pt>
              <c:pt idx="1482">
                <c:v>0.9231673761052034</c:v>
              </c:pt>
              <c:pt idx="1483">
                <c:v>0.9498868724667437</c:v>
              </c:pt>
              <c:pt idx="1484">
                <c:v>0.9803575057156553</c:v>
              </c:pt>
              <c:pt idx="1485">
                <c:v>0.8091171671228442</c:v>
              </c:pt>
              <c:pt idx="1486">
                <c:v>0.8920183024467836</c:v>
              </c:pt>
              <c:pt idx="1487">
                <c:v>1.150651761496891</c:v>
              </c:pt>
              <c:pt idx="1488">
                <c:v>1.1296484421992001</c:v>
              </c:pt>
              <c:pt idx="1489">
                <c:v>0.8965895202853499</c:v>
              </c:pt>
              <c:pt idx="1490">
                <c:v>0.9338084373097641</c:v>
              </c:pt>
              <c:pt idx="1491">
                <c:v>0.9224075792242675</c:v>
              </c:pt>
              <c:pt idx="1492">
                <c:v>0.9690144226208381</c:v>
              </c:pt>
              <c:pt idx="1493">
                <c:v>1.0067700388821057</c:v>
              </c:pt>
              <c:pt idx="1494">
                <c:v>1.1441321357622565</c:v>
              </c:pt>
              <c:pt idx="1495">
                <c:v>1.1485807150624974</c:v>
              </c:pt>
              <c:pt idx="1496">
                <c:v>1.1409244196853976</c:v>
              </c:pt>
              <c:pt idx="1497">
                <c:v>0.9799439002384349</c:v>
              </c:pt>
              <c:pt idx="1498">
                <c:v>0.46525453668813493</c:v>
              </c:pt>
              <c:pt idx="1499">
                <c:v>0.2578091077175941</c:v>
              </c:pt>
              <c:pt idx="1500">
                <c:v>0.42710380750537813</c:v>
              </c:pt>
              <c:pt idx="1501">
                <c:v>0.4234870126873647</c:v>
              </c:pt>
              <c:pt idx="1502">
                <c:v>0.41231069340646476</c:v>
              </c:pt>
              <c:pt idx="1503">
                <c:v>1.0261343362602875</c:v>
              </c:pt>
              <c:pt idx="1504">
                <c:v>1.0302143440236973</c:v>
              </c:pt>
              <c:pt idx="1505">
                <c:v>1.086938823081231</c:v>
              </c:pt>
              <c:pt idx="1506">
                <c:v>0.8291015730583773</c:v>
              </c:pt>
              <c:pt idx="1507">
                <c:v>0.7884812376161927</c:v>
              </c:pt>
              <c:pt idx="1508">
                <c:v>0.7971655328465608</c:v>
              </c:pt>
              <c:pt idx="1509">
                <c:v>1.0988819174028845</c:v>
              </c:pt>
              <c:pt idx="1510">
                <c:v>1.090881560118958</c:v>
              </c:pt>
              <c:pt idx="1511">
                <c:v>1.092847498697349</c:v>
              </c:pt>
              <c:pt idx="1512">
                <c:v>1.0854707728248987</c:v>
              </c:pt>
              <c:pt idx="1513">
                <c:v>0.9658123448834172</c:v>
              </c:pt>
              <c:pt idx="1514">
                <c:v>0.9817885220283697</c:v>
              </c:pt>
              <c:pt idx="1515">
                <c:v>1.0546752541544604</c:v>
              </c:pt>
              <c:pt idx="1516">
                <c:v>1.0325375421240006</c:v>
              </c:pt>
              <c:pt idx="1517">
                <c:v>1.1095391739234712</c:v>
              </c:pt>
              <c:pt idx="1518">
                <c:v>0.9954921602543968</c:v>
              </c:pt>
              <c:pt idx="1519">
                <c:v>0.9623693442061794</c:v>
              </c:pt>
              <c:pt idx="1520">
                <c:v>1.0970319881597295</c:v>
              </c:pt>
              <c:pt idx="1521">
                <c:v>1.0872817132004373</c:v>
              </c:pt>
              <c:pt idx="1522">
                <c:v>1.1520802873568474</c:v>
              </c:pt>
              <c:pt idx="1523">
                <c:v>1.1575047533464355</c:v>
              </c:pt>
              <c:pt idx="1524">
                <c:v>1.143638791222802</c:v>
              </c:pt>
              <c:pt idx="1525">
                <c:v>0.8036151540533837</c:v>
              </c:pt>
              <c:pt idx="1526">
                <c:v>0.9953391586442607</c:v>
              </c:pt>
              <c:pt idx="1527">
                <c:v>1.0860219054592224</c:v>
              </c:pt>
              <c:pt idx="1528">
                <c:v>1.0865277364914057</c:v>
              </c:pt>
              <c:pt idx="1529">
                <c:v>1.0843843607475119</c:v>
              </c:pt>
              <c:pt idx="1530">
                <c:v>1.0724119836584056</c:v>
              </c:pt>
              <c:pt idx="1531">
                <c:v>1.0600236128341487</c:v>
              </c:pt>
              <c:pt idx="1532">
                <c:v>1.0610274542497324</c:v>
              </c:pt>
              <c:pt idx="1533">
                <c:v>1.0445749076421849</c:v>
              </c:pt>
              <c:pt idx="1534">
                <c:v>1.0123202168316399</c:v>
              </c:pt>
              <c:pt idx="1535">
                <c:v>1.0410466542496144</c:v>
              </c:pt>
              <c:pt idx="1536">
                <c:v>1.0332435853911355</c:v>
              </c:pt>
              <c:pt idx="1537">
                <c:v>0.912474154535326</c:v>
              </c:pt>
              <c:pt idx="1538">
                <c:v>0.9202164322762562</c:v>
              </c:pt>
              <c:pt idx="1539">
                <c:v>0.9208672823510666</c:v>
              </c:pt>
              <c:pt idx="1540">
                <c:v>0.9652270140095148</c:v>
              </c:pt>
              <c:pt idx="1541">
                <c:v>1.1007226445504001</c:v>
              </c:pt>
              <c:pt idx="1542">
                <c:v>1.0604382275126365</c:v>
              </c:pt>
              <c:pt idx="1543">
                <c:v>0.9348191302018833</c:v>
              </c:pt>
              <c:pt idx="1544">
                <c:v>0.9243261353751588</c:v>
              </c:pt>
              <c:pt idx="1545">
                <c:v>0.914755554809175</c:v>
              </c:pt>
              <c:pt idx="1546">
                <c:v>1.0533300509345678</c:v>
              </c:pt>
              <c:pt idx="1547">
                <c:v>1.0558728430865092</c:v>
              </c:pt>
              <c:pt idx="1548">
                <c:v>1.0307114549765832</c:v>
              </c:pt>
              <c:pt idx="1549">
                <c:v>2.0450726875741793E-06</c:v>
              </c:pt>
              <c:pt idx="1550">
                <c:v>0.0002529972886213405</c:v>
              </c:pt>
              <c:pt idx="1551">
                <c:v>2.022259328561959E-06</c:v>
              </c:pt>
              <c:pt idx="1552">
                <c:v>0.3911567587671084</c:v>
              </c:pt>
              <c:pt idx="1553">
                <c:v>0.25579057896690915</c:v>
              </c:pt>
              <c:pt idx="1554">
                <c:v>0.442660724844791</c:v>
              </c:pt>
              <c:pt idx="1555">
                <c:v>1.034774651555328</c:v>
              </c:pt>
              <c:pt idx="1556">
                <c:v>0.4032734353692743</c:v>
              </c:pt>
              <c:pt idx="1557">
                <c:v>0.40390389016919526</c:v>
              </c:pt>
              <c:pt idx="1558">
                <c:v>0.4601045452302064</c:v>
              </c:pt>
              <c:pt idx="1559">
                <c:v>1.1834831103178212</c:v>
              </c:pt>
              <c:pt idx="1560">
                <c:v>1.1822486106965673</c:v>
              </c:pt>
              <c:pt idx="1561">
                <c:v>1.1874061059546108</c:v>
              </c:pt>
              <c:pt idx="1562">
                <c:v>1.0445143296413355</c:v>
              </c:pt>
              <c:pt idx="1563">
                <c:v>1.0255815610949972</c:v>
              </c:pt>
              <c:pt idx="1564">
                <c:v>1.087606040727364E-06</c:v>
              </c:pt>
              <c:pt idx="1565">
                <c:v>1.0724908910616892E-06</c:v>
              </c:pt>
              <c:pt idx="1566">
                <c:v>0.026668051285962995</c:v>
              </c:pt>
              <c:pt idx="1567">
                <c:v>0.5121399555307427</c:v>
              </c:pt>
              <c:pt idx="1568">
                <c:v>0.39854493251323625</c:v>
              </c:pt>
              <c:pt idx="1569">
                <c:v>0.3938670442977181</c:v>
              </c:pt>
              <c:pt idx="1570">
                <c:v>1.0003424197013524</c:v>
              </c:pt>
              <c:pt idx="1571">
                <c:v>0.9788641364431173</c:v>
              </c:pt>
              <c:pt idx="1572">
                <c:v>0.9692379763390725</c:v>
              </c:pt>
              <c:pt idx="1573">
                <c:v>0.8846413724211928</c:v>
              </c:pt>
              <c:pt idx="1574">
                <c:v>0.23257803442812372</c:v>
              </c:pt>
              <c:pt idx="1575">
                <c:v>0.3932407951447428</c:v>
              </c:pt>
              <c:pt idx="1576">
                <c:v>0.3815810193118323</c:v>
              </c:pt>
              <c:pt idx="1577">
                <c:v>1.0445113262237422</c:v>
              </c:pt>
              <c:pt idx="1578">
                <c:v>1.010002966289395</c:v>
              </c:pt>
              <c:pt idx="1579">
                <c:v>0.9202502954130989</c:v>
              </c:pt>
              <c:pt idx="1580">
                <c:v>0.8230673812658971</c:v>
              </c:pt>
              <c:pt idx="1581">
                <c:v>0.7853471296928378</c:v>
              </c:pt>
              <c:pt idx="1582">
                <c:v>0.7527893068488657</c:v>
              </c:pt>
              <c:pt idx="1583">
                <c:v>1.1763259358451268</c:v>
              </c:pt>
              <c:pt idx="1584">
                <c:v>1.1793036612397667</c:v>
              </c:pt>
              <c:pt idx="1585">
                <c:v>0.9964341546351138</c:v>
              </c:pt>
              <c:pt idx="1586">
                <c:v>0.37262810013339204</c:v>
              </c:pt>
              <c:pt idx="1587">
                <c:v>0.12757743955796996</c:v>
              </c:pt>
              <c:pt idx="1588">
                <c:v>0.3804740838804808</c:v>
              </c:pt>
              <c:pt idx="1589">
                <c:v>0.1548722093502884</c:v>
              </c:pt>
              <c:pt idx="1590">
                <c:v>0.7486130621791052</c:v>
              </c:pt>
              <c:pt idx="1591">
                <c:v>0.8102783381407028</c:v>
              </c:pt>
              <c:pt idx="1592">
                <c:v>0.9387769834419893</c:v>
              </c:pt>
              <c:pt idx="1593">
                <c:v>1.0435656563058575</c:v>
              </c:pt>
              <c:pt idx="1594">
                <c:v>1.104582339113787</c:v>
              </c:pt>
              <c:pt idx="1595">
                <c:v>1.0406946782765731</c:v>
              </c:pt>
              <c:pt idx="1596">
                <c:v>1.035359246134634</c:v>
              </c:pt>
              <c:pt idx="1597">
                <c:v>1.0346875655101795</c:v>
              </c:pt>
              <c:pt idx="1598">
                <c:v>1.0240948348508707</c:v>
              </c:pt>
              <c:pt idx="1599">
                <c:v>0.9968317571691334</c:v>
              </c:pt>
              <c:pt idx="1600">
                <c:v>1.103066125091987</c:v>
              </c:pt>
              <c:pt idx="1601">
                <c:v>1.1032255914785316</c:v>
              </c:pt>
              <c:pt idx="1602">
                <c:v>1.0904586456459755</c:v>
              </c:pt>
              <c:pt idx="1603">
                <c:v>1.1017602708673537</c:v>
              </c:pt>
              <c:pt idx="1604">
                <c:v>1.062827453062199</c:v>
              </c:pt>
              <c:pt idx="1605">
                <c:v>0.19891125440976473</c:v>
              </c:pt>
              <c:pt idx="1606">
                <c:v>0.15731817927622965</c:v>
              </c:pt>
              <c:pt idx="1607">
                <c:v>0.08581473049393241</c:v>
              </c:pt>
              <c:pt idx="1608">
                <c:v>0.8714025615534231</c:v>
              </c:pt>
              <c:pt idx="1609">
                <c:v>0.917878959185864</c:v>
              </c:pt>
              <c:pt idx="1610">
                <c:v>1.0293154110604983</c:v>
              </c:pt>
              <c:pt idx="1611">
                <c:v>1.0020568349179066</c:v>
              </c:pt>
              <c:pt idx="1612">
                <c:v>1.0955171191853168</c:v>
              </c:pt>
              <c:pt idx="1613">
                <c:v>1.1178753606213336</c:v>
              </c:pt>
              <c:pt idx="1614">
                <c:v>1.0477446146505005</c:v>
              </c:pt>
              <c:pt idx="1615">
                <c:v>1.0611640017199277E-06</c:v>
              </c:pt>
              <c:pt idx="1616">
                <c:v>0.19766583122079373</c:v>
              </c:pt>
              <c:pt idx="1617">
                <c:v>0.17234935525339476</c:v>
              </c:pt>
              <c:pt idx="1618">
                <c:v>0.2595324633210098</c:v>
              </c:pt>
              <c:pt idx="1619">
                <c:v>1.0495805132649059</c:v>
              </c:pt>
              <c:pt idx="1620">
                <c:v>1.0460823861352588</c:v>
              </c:pt>
              <c:pt idx="1621">
                <c:v>1.102737042025604</c:v>
              </c:pt>
              <c:pt idx="1622">
                <c:v>1.1143316064000928</c:v>
              </c:pt>
              <c:pt idx="1623">
                <c:v>0.38594977617038734</c:v>
              </c:pt>
              <c:pt idx="1624">
                <c:v>0.25835705921426483</c:v>
              </c:pt>
              <c:pt idx="1625">
                <c:v>0.9934438445650617</c:v>
              </c:pt>
              <c:pt idx="1626">
                <c:v>1.034090814535341</c:v>
              </c:pt>
              <c:pt idx="1627">
                <c:v>0.9831106054886074</c:v>
              </c:pt>
              <c:pt idx="1628">
                <c:v>0.9917760151005979</c:v>
              </c:pt>
              <c:pt idx="1629">
                <c:v>1.944726881901015E-06</c:v>
              </c:pt>
              <c:pt idx="1630">
                <c:v>0.049545833638029585</c:v>
              </c:pt>
              <c:pt idx="1631">
                <c:v>1.8588407068929353E-06</c:v>
              </c:pt>
              <c:pt idx="1632">
                <c:v>1.0343393549483233</c:v>
              </c:pt>
              <c:pt idx="1633">
                <c:v>0.8903809329014651</c:v>
              </c:pt>
              <c:pt idx="1634">
                <c:v>0.8804901287348766</c:v>
              </c:pt>
              <c:pt idx="1635">
                <c:v>1.815486926491816E-06</c:v>
              </c:pt>
              <c:pt idx="1636">
                <c:v>1.7894082462467367E-06</c:v>
              </c:pt>
              <c:pt idx="1637">
                <c:v>0.1309776318527324</c:v>
              </c:pt>
              <c:pt idx="1638">
                <c:v>1.6892362072750932E-06</c:v>
              </c:pt>
              <c:pt idx="1639">
                <c:v>0.1813824792922387</c:v>
              </c:pt>
              <c:pt idx="1640">
                <c:v>1.7067480731971532E-06</c:v>
              </c:pt>
              <c:pt idx="1641">
                <c:v>0.9944158054074697</c:v>
              </c:pt>
              <c:pt idx="1642">
                <c:v>0.31024749010374536</c:v>
              </c:pt>
              <c:pt idx="1643">
                <c:v>0.4153813879108391</c:v>
              </c:pt>
              <c:pt idx="1644">
                <c:v>0.3240326445275431</c:v>
              </c:pt>
              <c:pt idx="1645">
                <c:v>0.3371750814672681</c:v>
              </c:pt>
              <c:pt idx="1646">
                <c:v>0.8233954696392497</c:v>
              </c:pt>
              <c:pt idx="1647">
                <c:v>1.138847040177287</c:v>
              </c:pt>
              <c:pt idx="1648">
                <c:v>1.146581299854212</c:v>
              </c:pt>
              <c:pt idx="1649">
                <c:v>1.1408039606748719</c:v>
              </c:pt>
              <c:pt idx="1650">
                <c:v>1.097270525146807</c:v>
              </c:pt>
              <c:pt idx="1651">
                <c:v>1.1055887579822457</c:v>
              </c:pt>
              <c:pt idx="1652">
                <c:v>1.1072564712980635</c:v>
              </c:pt>
              <c:pt idx="1653">
                <c:v>1.0122259606743993</c:v>
              </c:pt>
              <c:pt idx="1654">
                <c:v>1.0407179506551352</c:v>
              </c:pt>
              <c:pt idx="1655">
                <c:v>2.015277066798101E-06</c:v>
              </c:pt>
              <c:pt idx="1656">
                <c:v>2.0233525796591225E-06</c:v>
              </c:pt>
              <c:pt idx="1657">
                <c:v>0.39278923235549507</c:v>
              </c:pt>
              <c:pt idx="1658">
                <c:v>0.39420191498653256</c:v>
              </c:pt>
              <c:pt idx="1659">
                <c:v>1.0549070222382686</c:v>
              </c:pt>
              <c:pt idx="1660">
                <c:v>1.0493581302311636</c:v>
              </c:pt>
              <c:pt idx="1661">
                <c:v>1.0652786024741279</c:v>
              </c:pt>
              <c:pt idx="1662">
                <c:v>1.11513292005616</c:v>
              </c:pt>
              <c:pt idx="1663">
                <c:v>0.5995029497532259</c:v>
              </c:pt>
              <c:pt idx="1664">
                <c:v>1.0761465867593276</c:v>
              </c:pt>
              <c:pt idx="1665">
                <c:v>1.0807199764072049</c:v>
              </c:pt>
              <c:pt idx="1666">
                <c:v>1.0905160484976382</c:v>
              </c:pt>
              <c:pt idx="1667">
                <c:v>1.1051658566215508</c:v>
              </c:pt>
              <c:pt idx="1668">
                <c:v>0.8185654100230793</c:v>
              </c:pt>
              <c:pt idx="1669">
                <c:v>0.691454465480538</c:v>
              </c:pt>
              <c:pt idx="1670">
                <c:v>0.8432056736306014</c:v>
              </c:pt>
              <c:pt idx="1671">
                <c:v>0.6548333362193944</c:v>
              </c:pt>
              <c:pt idx="1672">
                <c:v>0.815493765296452</c:v>
              </c:pt>
              <c:pt idx="1673">
                <c:v>1.0947743132893486</c:v>
              </c:pt>
              <c:pt idx="1674">
                <c:v>0.7600461038730015</c:v>
              </c:pt>
              <c:pt idx="1675">
                <c:v>0.7759162920780994</c:v>
              </c:pt>
              <c:pt idx="1676">
                <c:v>0.935196435502728</c:v>
              </c:pt>
              <c:pt idx="1677">
                <c:v>0.9328657113284176</c:v>
              </c:pt>
              <c:pt idx="1678">
                <c:v>0.9043238029641804</c:v>
              </c:pt>
              <c:pt idx="1679">
                <c:v>0.7196604586464543</c:v>
              </c:pt>
              <c:pt idx="1680">
                <c:v>0.7357487961587472</c:v>
              </c:pt>
              <c:pt idx="1681">
                <c:v>0.9197615630817164</c:v>
              </c:pt>
              <c:pt idx="1682">
                <c:v>0.8858017534944631</c:v>
              </c:pt>
              <c:pt idx="1683">
                <c:v>0.9508220730571544</c:v>
              </c:pt>
              <c:pt idx="1684">
                <c:v>0.919255392639222</c:v>
              </c:pt>
              <c:pt idx="1685">
                <c:v>1.0284460266159345</c:v>
              </c:pt>
              <c:pt idx="1686">
                <c:v>1.0200162540729287</c:v>
              </c:pt>
              <c:pt idx="1687">
                <c:v>1.0251461156895434</c:v>
              </c:pt>
              <c:pt idx="1688">
                <c:v>1.0277098777174463</c:v>
              </c:pt>
              <c:pt idx="1689">
                <c:v>1.0314142889408433</c:v>
              </c:pt>
              <c:pt idx="1690">
                <c:v>1.0457000327830652</c:v>
              </c:pt>
              <c:pt idx="1691">
                <c:v>1.0298650458585892</c:v>
              </c:pt>
              <c:pt idx="1692">
                <c:v>1.050831765555402</c:v>
              </c:pt>
              <c:pt idx="1693">
                <c:v>0.8908782025424068</c:v>
              </c:pt>
              <c:pt idx="1694">
                <c:v>0.6763103374887891</c:v>
              </c:pt>
              <c:pt idx="1695">
                <c:v>0.651369342163176</c:v>
              </c:pt>
              <c:pt idx="1696">
                <c:v>0.6455446228041408</c:v>
              </c:pt>
              <c:pt idx="1697">
                <c:v>0.5820591072451179</c:v>
              </c:pt>
              <c:pt idx="1698">
                <c:v>0.3443976060876367</c:v>
              </c:pt>
              <c:pt idx="1699">
                <c:v>0.47955745451033754</c:v>
              </c:pt>
              <c:pt idx="1700">
                <c:v>0.16982229458294354</c:v>
              </c:pt>
              <c:pt idx="1701">
                <c:v>1.7707911460073966E-06</c:v>
              </c:pt>
              <c:pt idx="1702">
                <c:v>1.7600800067627385E-06</c:v>
              </c:pt>
              <c:pt idx="1703">
                <c:v>1.1091633714212485</c:v>
              </c:pt>
              <c:pt idx="1704">
                <c:v>1.0837105123308586</c:v>
              </c:pt>
              <c:pt idx="1705">
                <c:v>1.006573546827188</c:v>
              </c:pt>
              <c:pt idx="1706">
                <c:v>1.0414298717541568</c:v>
              </c:pt>
              <c:pt idx="1707">
                <c:v>1.977271968900405E-06</c:v>
              </c:pt>
              <c:pt idx="1708">
                <c:v>0.14513549828364192</c:v>
              </c:pt>
              <c:pt idx="1709">
                <c:v>0.14850028741280985</c:v>
              </c:pt>
              <c:pt idx="1710">
                <c:v>1.6973603958756257E-06</c:v>
              </c:pt>
              <c:pt idx="1711">
                <c:v>1.7217077077388078E-06</c:v>
              </c:pt>
              <c:pt idx="1712">
                <c:v>0.9714532663687405</c:v>
              </c:pt>
              <c:pt idx="1713">
                <c:v>0.9245259835134362</c:v>
              </c:pt>
              <c:pt idx="1714">
                <c:v>0.9202587144892649</c:v>
              </c:pt>
              <c:pt idx="1715">
                <c:v>1.1452180352811778</c:v>
              </c:pt>
              <c:pt idx="1716">
                <c:v>0.22090017231700354</c:v>
              </c:pt>
              <c:pt idx="1717">
                <c:v>0.16457145120014968</c:v>
              </c:pt>
              <c:pt idx="1718">
                <c:v>0.38158159934221736</c:v>
              </c:pt>
              <c:pt idx="1719">
                <c:v>0.31226551037116934</c:v>
              </c:pt>
              <c:pt idx="1720">
                <c:v>0.2400862756069619</c:v>
              </c:pt>
              <c:pt idx="1721">
                <c:v>0.3413483658132565</c:v>
              </c:pt>
              <c:pt idx="1722">
                <c:v>0.1845958342688457</c:v>
              </c:pt>
              <c:pt idx="1723">
                <c:v>1.039349353825204</c:v>
              </c:pt>
              <c:pt idx="1724">
                <c:v>1.1345008812516741</c:v>
              </c:pt>
              <c:pt idx="1725">
                <c:v>1.1347272354954738</c:v>
              </c:pt>
              <c:pt idx="1726">
                <c:v>0.8200557135552277</c:v>
              </c:pt>
              <c:pt idx="1727">
                <c:v>1.090094946299635</c:v>
              </c:pt>
              <c:pt idx="1728">
                <c:v>1.0995279064113295</c:v>
              </c:pt>
              <c:pt idx="1729">
                <c:v>1.0951192773432858</c:v>
              </c:pt>
              <c:pt idx="1730">
                <c:v>0.6791059109733748</c:v>
              </c:pt>
              <c:pt idx="1731">
                <c:v>0.6845874728681967</c:v>
              </c:pt>
              <c:pt idx="1732">
                <c:v>0.6733337459596734</c:v>
              </c:pt>
              <c:pt idx="1733">
                <c:v>0.660181053957306</c:v>
              </c:pt>
              <c:pt idx="1734">
                <c:v>0.6381273068600948</c:v>
              </c:pt>
              <c:pt idx="1735">
                <c:v>0.6892789946414803</c:v>
              </c:pt>
              <c:pt idx="1736">
                <c:v>1.1143935014660564</c:v>
              </c:pt>
              <c:pt idx="1737">
                <c:v>1.121025411198481</c:v>
              </c:pt>
              <c:pt idx="1738">
                <c:v>1.1245725450785242</c:v>
              </c:pt>
              <c:pt idx="1739">
                <c:v>0.6122431286417944</c:v>
              </c:pt>
              <c:pt idx="1740">
                <c:v>0.611583479578114</c:v>
              </c:pt>
              <c:pt idx="1741">
                <c:v>0.5957822970415809</c:v>
              </c:pt>
              <c:pt idx="1742">
                <c:v>0.6360475391027212</c:v>
              </c:pt>
              <c:pt idx="1743">
                <c:v>0.7736428934057797</c:v>
              </c:pt>
              <c:pt idx="1744">
                <c:v>0.9080712330792509</c:v>
              </c:pt>
              <c:pt idx="1745">
                <c:v>1.1325177020154407</c:v>
              </c:pt>
              <c:pt idx="1746">
                <c:v>1.1015225867512741</c:v>
              </c:pt>
              <c:pt idx="1747">
                <c:v>0.3589582562798237</c:v>
              </c:pt>
              <c:pt idx="1748">
                <c:v>1.0479578198736519</c:v>
              </c:pt>
              <c:pt idx="1749">
                <c:v>0.9857432435944937</c:v>
              </c:pt>
              <c:pt idx="1750">
                <c:v>1.048041690318562</c:v>
              </c:pt>
              <c:pt idx="1751">
                <c:v>1.1910939558903462</c:v>
              </c:pt>
              <c:pt idx="1752">
                <c:v>1.191152692302496</c:v>
              </c:pt>
              <c:pt idx="1753">
                <c:v>1.191433522815012</c:v>
              </c:pt>
              <c:pt idx="1754">
                <c:v>1.1319812910233888</c:v>
              </c:pt>
              <c:pt idx="1755">
                <c:v>1.1460274569616382</c:v>
              </c:pt>
              <c:pt idx="1756">
                <c:v>1.1383858289350015</c:v>
              </c:pt>
              <c:pt idx="1757">
                <c:v>1.1399321286833703</c:v>
              </c:pt>
              <c:pt idx="1758">
                <c:v>0.7961962026047072</c:v>
              </c:pt>
              <c:pt idx="1759">
                <c:v>0.7422281249794249</c:v>
              </c:pt>
              <c:pt idx="1760">
                <c:v>0.6351779391305105</c:v>
              </c:pt>
              <c:pt idx="1761">
                <c:v>0.7686072370742781</c:v>
              </c:pt>
              <c:pt idx="1762">
                <c:v>0.6677883289569674</c:v>
              </c:pt>
              <c:pt idx="1763">
                <c:v>0.7215898473733584</c:v>
              </c:pt>
              <c:pt idx="1764">
                <c:v>0.7956588449724185</c:v>
              </c:pt>
              <c:pt idx="1765">
                <c:v>0.3635533098255357</c:v>
              </c:pt>
              <c:pt idx="1766">
                <c:v>0.28330536119664873</c:v>
              </c:pt>
              <c:pt idx="1767">
                <c:v>0.10185404843657456</c:v>
              </c:pt>
              <c:pt idx="1768">
                <c:v>1.1022609752569306</c:v>
              </c:pt>
              <c:pt idx="1769">
                <c:v>1.1600349824975975</c:v>
              </c:pt>
              <c:pt idx="1770">
                <c:v>1.160782758305146</c:v>
              </c:pt>
              <c:pt idx="1771">
                <c:v>1.175938151228849</c:v>
              </c:pt>
              <c:pt idx="1772">
                <c:v>1.1844990436370357</c:v>
              </c:pt>
              <c:pt idx="1773">
                <c:v>1.1914928956355921</c:v>
              </c:pt>
              <c:pt idx="1774">
                <c:v>1.1772015740608266</c:v>
              </c:pt>
              <c:pt idx="1775">
                <c:v>1.0628095530226387</c:v>
              </c:pt>
              <c:pt idx="1776">
                <c:v>1.069848561129656</c:v>
              </c:pt>
              <c:pt idx="1777">
                <c:v>1.0620016723307846</c:v>
              </c:pt>
              <c:pt idx="1778">
                <c:v>0.7571310028021827</c:v>
              </c:pt>
              <c:pt idx="1779">
                <c:v>0.7464807711618267</c:v>
              </c:pt>
              <c:pt idx="1780">
                <c:v>0.7820560978731235</c:v>
              </c:pt>
              <c:pt idx="1781">
                <c:v>0.5282154874899069</c:v>
              </c:pt>
              <c:pt idx="1782">
                <c:v>0.580788920028639</c:v>
              </c:pt>
              <c:pt idx="1783">
                <c:v>0.5381059494605146</c:v>
              </c:pt>
              <c:pt idx="1784">
                <c:v>0.8114568758394005</c:v>
              </c:pt>
              <c:pt idx="1785">
                <c:v>0.8115430034358625</c:v>
              </c:pt>
              <c:pt idx="1786">
                <c:v>1.3369474704147729E-06</c:v>
              </c:pt>
              <c:pt idx="1787">
                <c:v>0.12389750804454792</c:v>
              </c:pt>
              <c:pt idx="1788">
                <c:v>0.13679831312600413</c:v>
              </c:pt>
              <c:pt idx="1789">
                <c:v>0.2486189841083188</c:v>
              </c:pt>
              <c:pt idx="1790">
                <c:v>0.3604464193531227</c:v>
              </c:pt>
              <c:pt idx="1791">
                <c:v>1.006029823801925</c:v>
              </c:pt>
              <c:pt idx="1792">
                <c:v>0.5090761966441472</c:v>
              </c:pt>
              <c:pt idx="1793">
                <c:v>0.20383098979571151</c:v>
              </c:pt>
              <c:pt idx="1794">
                <c:v>1.0014155635053572</c:v>
              </c:pt>
              <c:pt idx="1795">
                <c:v>0.9291713500776213</c:v>
              </c:pt>
              <c:pt idx="1796">
                <c:v>1.0263265829650765</c:v>
              </c:pt>
              <c:pt idx="1797">
                <c:v>0.1892466633473709</c:v>
              </c:pt>
              <c:pt idx="1798">
                <c:v>0.1432012494385164</c:v>
              </c:pt>
              <c:pt idx="1799">
                <c:v>0.2708070572248271</c:v>
              </c:pt>
              <c:pt idx="1800">
                <c:v>0.28875887908856157</c:v>
              </c:pt>
              <c:pt idx="1801">
                <c:v>0.2273270661187421</c:v>
              </c:pt>
              <c:pt idx="1802">
                <c:v>0.9360430546029345</c:v>
              </c:pt>
              <c:pt idx="1803">
                <c:v>1.0012008614242804</c:v>
              </c:pt>
              <c:pt idx="1804">
                <c:v>1.0752508842342707</c:v>
              </c:pt>
              <c:pt idx="1805">
                <c:v>1.2332187712816729E-06</c:v>
              </c:pt>
              <c:pt idx="1806">
                <c:v>1.2921410358556887E-06</c:v>
              </c:pt>
              <c:pt idx="1807">
                <c:v>1.4937346170428587E-06</c:v>
              </c:pt>
              <c:pt idx="1808">
                <c:v>0.25517775274209004</c:v>
              </c:pt>
              <c:pt idx="1809">
                <c:v>0.05113316608708164</c:v>
              </c:pt>
              <c:pt idx="1810">
                <c:v>0.25581899544385184</c:v>
              </c:pt>
              <c:pt idx="1811">
                <c:v>0.25010754867973</c:v>
              </c:pt>
              <c:pt idx="1812">
                <c:v>1.504814254657336E-06</c:v>
              </c:pt>
              <c:pt idx="1813">
                <c:v>0.8452092934625031</c:v>
              </c:pt>
              <c:pt idx="1814">
                <c:v>1.3415810544302153E-06</c:v>
              </c:pt>
              <c:pt idx="1815">
                <c:v>1.3656989020206265E-06</c:v>
              </c:pt>
              <c:pt idx="1816">
                <c:v>0.1031505180957095</c:v>
              </c:pt>
              <c:pt idx="1817">
                <c:v>0.12705782133323265</c:v>
              </c:pt>
              <c:pt idx="1818">
                <c:v>1.3963711712195065E-06</c:v>
              </c:pt>
              <c:pt idx="1819">
                <c:v>0.14395208974266702</c:v>
              </c:pt>
              <c:pt idx="1820">
                <c:v>1.3887527092527877E-06</c:v>
              </c:pt>
              <c:pt idx="1821">
                <c:v>0.653720873139852</c:v>
              </c:pt>
              <c:pt idx="1822">
                <c:v>0.5473850384694093</c:v>
              </c:pt>
              <c:pt idx="1823">
                <c:v>1.1675504666733285</c:v>
              </c:pt>
              <c:pt idx="1824">
                <c:v>1.007769116506201</c:v>
              </c:pt>
              <c:pt idx="1825">
                <c:v>0.9909340546405583</c:v>
              </c:pt>
              <c:pt idx="1826">
                <c:v>0.9656317319332202</c:v>
              </c:pt>
              <c:pt idx="1827">
                <c:v>0.9767959520388888</c:v>
              </c:pt>
              <c:pt idx="1828">
                <c:v>1.146060164173662</c:v>
              </c:pt>
              <c:pt idx="1829">
                <c:v>1.141529816373242</c:v>
              </c:pt>
              <c:pt idx="1830">
                <c:v>1.1414770507367848</c:v>
              </c:pt>
              <c:pt idx="1831">
                <c:v>1.1410329191087294</c:v>
              </c:pt>
              <c:pt idx="1832">
                <c:v>0.45482778272734903</c:v>
              </c:pt>
              <c:pt idx="1833">
                <c:v>0.5122305818843205</c:v>
              </c:pt>
              <c:pt idx="1834">
                <c:v>0.5865211823439721</c:v>
              </c:pt>
              <c:pt idx="1835">
                <c:v>0.95872198064558</c:v>
              </c:pt>
              <c:pt idx="1836">
                <c:v>0.9665852066878853</c:v>
              </c:pt>
              <c:pt idx="1837">
                <c:v>0.9465664149565409</c:v>
              </c:pt>
              <c:pt idx="1838">
                <c:v>0.9894262873517262</c:v>
              </c:pt>
              <c:pt idx="1839">
                <c:v>1.1829386280736782</c:v>
              </c:pt>
              <c:pt idx="1840">
                <c:v>1.1829674299480972</c:v>
              </c:pt>
              <c:pt idx="1841">
                <c:v>1.1783061430143156</c:v>
              </c:pt>
              <c:pt idx="1842">
                <c:v>0.15875426278783114</c:v>
              </c:pt>
              <c:pt idx="1843">
                <c:v>0.22991802176820886</c:v>
              </c:pt>
              <c:pt idx="1844">
                <c:v>0.040178691729668196</c:v>
              </c:pt>
              <c:pt idx="1845">
                <c:v>1.8973906019340033E-06</c:v>
              </c:pt>
              <c:pt idx="1846">
                <c:v>0.3457196749220298</c:v>
              </c:pt>
              <c:pt idx="1847">
                <c:v>0.4156294598093891</c:v>
              </c:pt>
              <c:pt idx="1848">
                <c:v>0.2750849106661405</c:v>
              </c:pt>
              <c:pt idx="1849">
                <c:v>1.018968272531319</c:v>
              </c:pt>
              <c:pt idx="1850">
                <c:v>0.26193262836443926</c:v>
              </c:pt>
              <c:pt idx="1851">
                <c:v>0.23450405177074088</c:v>
              </c:pt>
              <c:pt idx="1852">
                <c:v>0.23729212020745397</c:v>
              </c:pt>
              <c:pt idx="1853">
                <c:v>0.5706324397682168</c:v>
              </c:pt>
              <c:pt idx="1854">
                <c:v>0.49942914277960804</c:v>
              </c:pt>
              <c:pt idx="1855">
                <c:v>0.49540845675408857</c:v>
              </c:pt>
              <c:pt idx="1856">
                <c:v>0.5625154211549027</c:v>
              </c:pt>
              <c:pt idx="1857">
                <c:v>0.6583760899704211</c:v>
              </c:pt>
              <c:pt idx="1858">
                <c:v>1.0496107595247581</c:v>
              </c:pt>
              <c:pt idx="1859">
                <c:v>1.196145268705424</c:v>
              </c:pt>
              <c:pt idx="1860">
                <c:v>1.1844779676690604</c:v>
              </c:pt>
              <c:pt idx="1861">
                <c:v>1.1835355853985503</c:v>
              </c:pt>
              <c:pt idx="1862">
                <c:v>1.1777180306765573</c:v>
              </c:pt>
              <c:pt idx="1863">
                <c:v>0.8569750912365082</c:v>
              </c:pt>
              <c:pt idx="1864">
                <c:v>0.8260190824264338</c:v>
              </c:pt>
              <c:pt idx="1865">
                <c:v>0.8426670684158095</c:v>
              </c:pt>
              <c:pt idx="1866">
                <c:v>0.826493299538024</c:v>
              </c:pt>
              <c:pt idx="1867">
                <c:v>0.8548731466845365</c:v>
              </c:pt>
              <c:pt idx="1868">
                <c:v>1.4770640485379752E-06</c:v>
              </c:pt>
              <c:pt idx="1869">
                <c:v>0.253072584594029</c:v>
              </c:pt>
              <c:pt idx="1870">
                <c:v>0.394145289858209</c:v>
              </c:pt>
              <c:pt idx="1871">
                <c:v>0.4009725424705259</c:v>
              </c:pt>
              <c:pt idx="1872">
                <c:v>0.34481879512868846</c:v>
              </c:pt>
              <c:pt idx="1873">
                <c:v>0.39962580708470113</c:v>
              </c:pt>
              <c:pt idx="1874">
                <c:v>0.39484368269745684</c:v>
              </c:pt>
              <c:pt idx="1875">
                <c:v>0.3222435366379528</c:v>
              </c:pt>
              <c:pt idx="1876">
                <c:v>1.1547172927516338</c:v>
              </c:pt>
              <c:pt idx="1877">
                <c:v>1.6617104086015225E-06</c:v>
              </c:pt>
              <c:pt idx="1878">
                <c:v>1.6730535017406154E-06</c:v>
              </c:pt>
              <c:pt idx="1879">
                <c:v>0.10888323035122006</c:v>
              </c:pt>
              <c:pt idx="1880">
                <c:v>1.1137323163437662</c:v>
              </c:pt>
              <c:pt idx="1881">
                <c:v>1.1244765947300488</c:v>
              </c:pt>
              <c:pt idx="1882">
                <c:v>1.1102595785321392</c:v>
              </c:pt>
              <c:pt idx="1883">
                <c:v>1.1125970523412527</c:v>
              </c:pt>
              <c:pt idx="1884">
                <c:v>1.1122018889812075</c:v>
              </c:pt>
              <c:pt idx="1885">
                <c:v>1.0791628454563391</c:v>
              </c:pt>
              <c:pt idx="1886">
                <c:v>0.39874504173554787</c:v>
              </c:pt>
              <c:pt idx="1887">
                <c:v>0.612935782159033</c:v>
              </c:pt>
              <c:pt idx="1888">
                <c:v>0.39246113891234335</c:v>
              </c:pt>
              <c:pt idx="1889">
                <c:v>0.6461046937152708</c:v>
              </c:pt>
              <c:pt idx="1890">
                <c:v>0.826232358686821</c:v>
              </c:pt>
              <c:pt idx="1891">
                <c:v>0.7075625869266738</c:v>
              </c:pt>
              <c:pt idx="1892">
                <c:v>0.2613969723826812</c:v>
              </c:pt>
              <c:pt idx="1893">
                <c:v>0.3356790808210035</c:v>
              </c:pt>
              <c:pt idx="1894">
                <c:v>0.6249651814677029</c:v>
              </c:pt>
              <c:pt idx="1895">
                <c:v>1.1240858467278358</c:v>
              </c:pt>
              <c:pt idx="1896">
                <c:v>0.44554128028522155</c:v>
              </c:pt>
              <c:pt idx="1897">
                <c:v>0.7524338707149908</c:v>
              </c:pt>
              <c:pt idx="1898">
                <c:v>0.7921668033950868</c:v>
              </c:pt>
              <c:pt idx="1899">
                <c:v>0.8040987732277947</c:v>
              </c:pt>
              <c:pt idx="1900">
                <c:v>0.7040992130300059</c:v>
              </c:pt>
              <c:pt idx="1901">
                <c:v>0.5545669481313836</c:v>
              </c:pt>
              <c:pt idx="1902">
                <c:v>0.9210609522323441</c:v>
              </c:pt>
              <c:pt idx="1903">
                <c:v>1.0347188089386086</c:v>
              </c:pt>
              <c:pt idx="1904">
                <c:v>1.0279601100798899</c:v>
              </c:pt>
              <c:pt idx="1905">
                <c:v>1.047835648885406</c:v>
              </c:pt>
              <c:pt idx="1906">
                <c:v>0.9786463869232489</c:v>
              </c:pt>
              <c:pt idx="1907">
                <c:v>0.9673378550013029</c:v>
              </c:pt>
              <c:pt idx="1908">
                <c:v>1.045385599689081</c:v>
              </c:pt>
              <c:pt idx="1909">
                <c:v>1.1865407142582638</c:v>
              </c:pt>
              <c:pt idx="1910">
                <c:v>1.1874161311988916</c:v>
              </c:pt>
              <c:pt idx="1911">
                <c:v>1.1685668832351817</c:v>
              </c:pt>
              <c:pt idx="1912">
                <c:v>0.45071155402996926</c:v>
              </c:pt>
              <c:pt idx="1913">
                <c:v>0.3792327692763585</c:v>
              </c:pt>
              <c:pt idx="1914">
                <c:v>0.57213795967291</c:v>
              </c:pt>
              <c:pt idx="1915">
                <c:v>0.5188762967111505</c:v>
              </c:pt>
              <c:pt idx="1916">
                <c:v>0.836341243820149</c:v>
              </c:pt>
              <c:pt idx="1917">
                <c:v>1.0330044060623473</c:v>
              </c:pt>
              <c:pt idx="1918">
                <c:v>1.1049482196206593</c:v>
              </c:pt>
              <c:pt idx="1919">
                <c:v>1.1142182776078382</c:v>
              </c:pt>
              <c:pt idx="1920">
                <c:v>1.1099294959824004</c:v>
              </c:pt>
              <c:pt idx="1921">
                <c:v>0.047861726499592944</c:v>
              </c:pt>
              <c:pt idx="1922">
                <c:v>1.7446976993644086E-06</c:v>
              </c:pt>
              <c:pt idx="1923">
                <c:v>1.6362581735083457E-06</c:v>
              </c:pt>
              <c:pt idx="1924">
                <c:v>1.1814584254079505</c:v>
              </c:pt>
              <c:pt idx="1925">
                <c:v>1.1827772306846263</c:v>
              </c:pt>
              <c:pt idx="1926">
                <c:v>0.4532373604711255</c:v>
              </c:pt>
              <c:pt idx="1927">
                <c:v>1.0957402074252478</c:v>
              </c:pt>
              <c:pt idx="1928">
                <c:v>1.1031077576828254</c:v>
              </c:pt>
              <c:pt idx="1929">
                <c:v>0.6980151629520202</c:v>
              </c:pt>
              <c:pt idx="1930">
                <c:v>0.8760828042632542</c:v>
              </c:pt>
              <c:pt idx="1931">
                <c:v>0.9197954859116513</c:v>
              </c:pt>
              <c:pt idx="1932">
                <c:v>0.8587316327309252</c:v>
              </c:pt>
              <c:pt idx="1933">
                <c:v>0.8845417781307606</c:v>
              </c:pt>
              <c:pt idx="1934">
                <c:v>0.9437599375229344</c:v>
              </c:pt>
              <c:pt idx="1935">
                <c:v>1.099941037433765</c:v>
              </c:pt>
              <c:pt idx="1936">
                <c:v>1.1010007911322583</c:v>
              </c:pt>
              <c:pt idx="1937">
                <c:v>1.097199473149303</c:v>
              </c:pt>
              <c:pt idx="1938">
                <c:v>1.124757499902631</c:v>
              </c:pt>
              <c:pt idx="1939">
                <c:v>0.8671106739225832</c:v>
              </c:pt>
              <c:pt idx="1940">
                <c:v>0.7770774332240669</c:v>
              </c:pt>
              <c:pt idx="1941">
                <c:v>0.8472723192091881</c:v>
              </c:pt>
              <c:pt idx="1942">
                <c:v>0.7952303583267814</c:v>
              </c:pt>
              <c:pt idx="1943">
                <c:v>0.9740573123095496</c:v>
              </c:pt>
              <c:pt idx="1944">
                <c:v>0.3025879837969792</c:v>
              </c:pt>
              <c:pt idx="1945">
                <c:v>0.45604542847854235</c:v>
              </c:pt>
              <c:pt idx="1946">
                <c:v>0.37391218216459665</c:v>
              </c:pt>
              <c:pt idx="1947">
                <c:v>0.18751964529538373</c:v>
              </c:pt>
              <c:pt idx="1948">
                <c:v>0.21832004901398433</c:v>
              </c:pt>
              <c:pt idx="1949">
                <c:v>0.2402335622771761</c:v>
              </c:pt>
              <c:pt idx="1950">
                <c:v>0.41040437151459386</c:v>
              </c:pt>
              <c:pt idx="1951">
                <c:v>0.3221110833362702</c:v>
              </c:pt>
              <c:pt idx="1952">
                <c:v>0.19808508892245358</c:v>
              </c:pt>
              <c:pt idx="1953">
                <c:v>0.09455164114754593</c:v>
              </c:pt>
              <c:pt idx="1954">
                <c:v>1.1075394154772156</c:v>
              </c:pt>
              <c:pt idx="1955">
                <c:v>0.8359704349213621</c:v>
              </c:pt>
              <c:pt idx="1956">
                <c:v>0.9632968889195609</c:v>
              </c:pt>
              <c:pt idx="1957">
                <c:v>0.527481378077777</c:v>
              </c:pt>
              <c:pt idx="1958">
                <c:v>0.6109360814303512</c:v>
              </c:pt>
              <c:pt idx="1959">
                <c:v>0.5561055287158204</c:v>
              </c:pt>
              <c:pt idx="1960">
                <c:v>1.153069245323321E-06</c:v>
              </c:pt>
              <c:pt idx="1961">
                <c:v>0.7503600543519043</c:v>
              </c:pt>
              <c:pt idx="1962">
                <c:v>0.6913109938537129</c:v>
              </c:pt>
              <c:pt idx="1963">
                <c:v>0.5795457173636792</c:v>
              </c:pt>
              <c:pt idx="1964">
                <c:v>0.5978496996660576</c:v>
              </c:pt>
              <c:pt idx="1965">
                <c:v>0.43909296547230325</c:v>
              </c:pt>
              <c:pt idx="1966">
                <c:v>0.9397676667988779</c:v>
              </c:pt>
              <c:pt idx="1967">
                <c:v>0.9309596216579887</c:v>
              </c:pt>
              <c:pt idx="1968">
                <c:v>0.5393882719847884</c:v>
              </c:pt>
              <c:pt idx="1969">
                <c:v>0.6543729493140522</c:v>
              </c:pt>
              <c:pt idx="1970">
                <c:v>0.9292054342467887</c:v>
              </c:pt>
              <c:pt idx="1971">
                <c:v>0.6611110799065629</c:v>
              </c:pt>
              <c:pt idx="1972">
                <c:v>0.6459921366585157</c:v>
              </c:pt>
              <c:pt idx="1973">
                <c:v>0.04119629954133218</c:v>
              </c:pt>
              <c:pt idx="1974">
                <c:v>2.052864162531159E-06</c:v>
              </c:pt>
              <c:pt idx="1975">
                <c:v>2.0619161719632078E-06</c:v>
              </c:pt>
              <c:pt idx="1976">
                <c:v>0.7817828497050472</c:v>
              </c:pt>
              <c:pt idx="1977">
                <c:v>0.9239359084919129</c:v>
              </c:pt>
              <c:pt idx="1978">
                <c:v>0.8588770082146526</c:v>
              </c:pt>
              <c:pt idx="1979">
                <c:v>0.9301474478923166</c:v>
              </c:pt>
              <c:pt idx="1980">
                <c:v>0.8770084177057417</c:v>
              </c:pt>
              <c:pt idx="1981">
                <c:v>0.028144297367577214</c:v>
              </c:pt>
              <c:pt idx="1982">
                <c:v>1.0497974556049635E-06</c:v>
              </c:pt>
              <c:pt idx="1983">
                <c:v>0.08770366924536113</c:v>
              </c:pt>
              <c:pt idx="1984">
                <c:v>1.050609358188435</c:v>
              </c:pt>
              <c:pt idx="1985">
                <c:v>0.3597746869643881</c:v>
              </c:pt>
              <c:pt idx="1986">
                <c:v>0.2575729685398089</c:v>
              </c:pt>
              <c:pt idx="1987">
                <c:v>0.37407606835770746</c:v>
              </c:pt>
              <c:pt idx="1988">
                <c:v>0.27227005970531937</c:v>
              </c:pt>
              <c:pt idx="1989">
                <c:v>0.24406935444154781</c:v>
              </c:pt>
              <c:pt idx="1990">
                <c:v>0.386046645285556</c:v>
              </c:pt>
              <c:pt idx="1991">
                <c:v>0.9376390153162238</c:v>
              </c:pt>
              <c:pt idx="1992">
                <c:v>0.9563544410307624</c:v>
              </c:pt>
              <c:pt idx="1993">
                <c:v>0.861379584915882</c:v>
              </c:pt>
              <c:pt idx="1994">
                <c:v>0.19294200705978182</c:v>
              </c:pt>
              <c:pt idx="1995">
                <c:v>0.17614781009782027</c:v>
              </c:pt>
              <c:pt idx="1996">
                <c:v>1.0163984716192232E-06</c:v>
              </c:pt>
              <c:pt idx="1997">
                <c:v>0.12389425467960996</c:v>
              </c:pt>
              <c:pt idx="1998">
                <c:v>0.015440529872456647</c:v>
              </c:pt>
              <c:pt idx="1999">
                <c:v>0.6756704181661766</c:v>
              </c:pt>
              <c:pt idx="2000">
                <c:v>1.091795507336914</c:v>
              </c:pt>
              <c:pt idx="2001">
                <c:v>1.0927932268107292</c:v>
              </c:pt>
              <c:pt idx="2002">
                <c:v>1.0904842524850042</c:v>
              </c:pt>
              <c:pt idx="2003">
                <c:v>1.6722834077994294E-06</c:v>
              </c:pt>
              <c:pt idx="2004">
                <c:v>0.9634270898210724</c:v>
              </c:pt>
              <c:pt idx="2005">
                <c:v>0.9528424245227689</c:v>
              </c:pt>
              <c:pt idx="2006">
                <c:v>0.9262960438652005</c:v>
              </c:pt>
              <c:pt idx="2007">
                <c:v>0.4998581149915964</c:v>
              </c:pt>
              <c:pt idx="2008">
                <c:v>0.48011407073213663</c:v>
              </c:pt>
              <c:pt idx="2009">
                <c:v>0.4801465939153565</c:v>
              </c:pt>
              <c:pt idx="2010">
                <c:v>0.8369164313792775</c:v>
              </c:pt>
              <c:pt idx="2011">
                <c:v>0.9267848417425409</c:v>
              </c:pt>
              <c:pt idx="2012">
                <c:v>1.0560886681881422E-06</c:v>
              </c:pt>
              <c:pt idx="2013">
                <c:v>1.0638794481711736E-06</c:v>
              </c:pt>
              <c:pt idx="2014">
                <c:v>0.22277262392029273</c:v>
              </c:pt>
              <c:pt idx="2015">
                <c:v>1.1038415788956086</c:v>
              </c:pt>
              <c:pt idx="2016">
                <c:v>0.9093702388502377</c:v>
              </c:pt>
              <c:pt idx="2017">
                <c:v>0.040279538001137864</c:v>
              </c:pt>
              <c:pt idx="2018">
                <c:v>0.8826547909750095</c:v>
              </c:pt>
              <c:pt idx="2019">
                <c:v>0.429172268246435</c:v>
              </c:pt>
              <c:pt idx="2020">
                <c:v>0.4809156083675248</c:v>
              </c:pt>
              <c:pt idx="2021">
                <c:v>0.479413779114404</c:v>
              </c:pt>
              <c:pt idx="2022">
                <c:v>0.6341160811317529</c:v>
              </c:pt>
              <c:pt idx="2023">
                <c:v>0.3953742988514093</c:v>
              </c:pt>
              <c:pt idx="2024">
                <c:v>1.1279122573732376</c:v>
              </c:pt>
              <c:pt idx="2025">
                <c:v>0.8962593516673562</c:v>
              </c:pt>
              <c:pt idx="2026">
                <c:v>0.8791884928177636</c:v>
              </c:pt>
              <c:pt idx="2027">
                <c:v>0.8599635841460196</c:v>
              </c:pt>
              <c:pt idx="2028">
                <c:v>0.27478054952570663</c:v>
              </c:pt>
              <c:pt idx="2029">
                <c:v>0.2739903517854709</c:v>
              </c:pt>
              <c:pt idx="2030">
                <c:v>0.2704370401667169</c:v>
              </c:pt>
              <c:pt idx="2031">
                <c:v>0.444654742683009</c:v>
              </c:pt>
              <c:pt idx="2032">
                <c:v>0.412530188658028</c:v>
              </c:pt>
              <c:pt idx="2033">
                <c:v>0.36553573311537174</c:v>
              </c:pt>
              <c:pt idx="2034">
                <c:v>0.5201607942502259</c:v>
              </c:pt>
              <c:pt idx="2035">
                <c:v>1.1303455529988606</c:v>
              </c:pt>
              <c:pt idx="2036">
                <c:v>0.42545670986911305</c:v>
              </c:pt>
              <c:pt idx="2037">
                <c:v>0.5066966162638311</c:v>
              </c:pt>
              <c:pt idx="2038">
                <c:v>0.49088354121430294</c:v>
              </c:pt>
              <c:pt idx="2039">
                <c:v>0.5525275509421542</c:v>
              </c:pt>
              <c:pt idx="2040">
                <c:v>0.6124265016393979</c:v>
              </c:pt>
              <c:pt idx="2041">
                <c:v>0.6688502224558418</c:v>
              </c:pt>
              <c:pt idx="2042">
                <c:v>0.5573192281857899</c:v>
              </c:pt>
              <c:pt idx="2043">
                <c:v>0.6599810772778212</c:v>
              </c:pt>
              <c:pt idx="2044">
                <c:v>0.6505950379492726</c:v>
              </c:pt>
              <c:pt idx="2045">
                <c:v>0.7254273048294658</c:v>
              </c:pt>
              <c:pt idx="2046">
                <c:v>0.8242248953749238</c:v>
              </c:pt>
              <c:pt idx="2047">
                <c:v>0.7668968918726854</c:v>
              </c:pt>
              <c:pt idx="2048">
                <c:v>0.4780747871394794</c:v>
              </c:pt>
              <c:pt idx="2049">
                <c:v>0.6172488837171336</c:v>
              </c:pt>
              <c:pt idx="2050">
                <c:v>0.4970543767320709</c:v>
              </c:pt>
              <c:pt idx="2051">
                <c:v>0.5176514579152905</c:v>
              </c:pt>
              <c:pt idx="2052">
                <c:v>0.1699011837735552</c:v>
              </c:pt>
              <c:pt idx="2053">
                <c:v>0.2172434478991795</c:v>
              </c:pt>
              <c:pt idx="2054">
                <c:v>0.16201550591776406</c:v>
              </c:pt>
              <c:pt idx="2055">
                <c:v>0.3287098392246762</c:v>
              </c:pt>
              <c:pt idx="2056">
                <c:v>0.2017459707423804</c:v>
              </c:pt>
              <c:pt idx="2057">
                <c:v>0.8374172502022617</c:v>
              </c:pt>
              <c:pt idx="2058">
                <c:v>0.24631426268342907</c:v>
              </c:pt>
              <c:pt idx="2059">
                <c:v>0.12544777313970004</c:v>
              </c:pt>
              <c:pt idx="2060">
                <c:v>1.1607293901635287</c:v>
              </c:pt>
              <c:pt idx="2061">
                <c:v>1.184359408515749</c:v>
              </c:pt>
              <c:pt idx="2062">
                <c:v>1.1772101897622118</c:v>
              </c:pt>
              <c:pt idx="2063">
                <c:v>1.1115011960894232</c:v>
              </c:pt>
              <c:pt idx="2064">
                <c:v>0.38603854388335074</c:v>
              </c:pt>
              <c:pt idx="2065">
                <c:v>1.1904638360437765</c:v>
              </c:pt>
              <c:pt idx="2066">
                <c:v>1.1856513915043863</c:v>
              </c:pt>
              <c:pt idx="2067">
                <c:v>1.184971125816481</c:v>
              </c:pt>
              <c:pt idx="2068">
                <c:v>1.1703609864353621</c:v>
              </c:pt>
              <c:pt idx="2069">
                <c:v>1.1558998345161227</c:v>
              </c:pt>
              <c:pt idx="2070">
                <c:v>0.6614898067608695</c:v>
              </c:pt>
              <c:pt idx="2071">
                <c:v>0.7859264116085182</c:v>
              </c:pt>
              <c:pt idx="2072">
                <c:v>0.7013172259794891</c:v>
              </c:pt>
              <c:pt idx="2073">
                <c:v>0.27424868597734514</c:v>
              </c:pt>
              <c:pt idx="2074">
                <c:v>0.5050642306315688</c:v>
              </c:pt>
              <c:pt idx="2075">
                <c:v>0.28931432991968586</c:v>
              </c:pt>
              <c:pt idx="2076">
                <c:v>0.3968390258478887</c:v>
              </c:pt>
              <c:pt idx="2077">
                <c:v>0.0005510906140471029</c:v>
              </c:pt>
              <c:pt idx="2078">
                <c:v>1.1244752446646396E-06</c:v>
              </c:pt>
              <c:pt idx="2079">
                <c:v>1.0901350693061721E-06</c:v>
              </c:pt>
              <c:pt idx="2080">
                <c:v>2.143253054792292E-06</c:v>
              </c:pt>
              <c:pt idx="2081">
                <c:v>1.6079869855817403E-06</c:v>
              </c:pt>
              <c:pt idx="2082">
                <c:v>1.5714306749839514E-06</c:v>
              </c:pt>
              <c:pt idx="2083">
                <c:v>1.1057749132279728</c:v>
              </c:pt>
              <c:pt idx="2084">
                <c:v>1.0928966189799094</c:v>
              </c:pt>
              <c:pt idx="2085">
                <c:v>1.1448338538809861</c:v>
              </c:pt>
              <c:pt idx="2086">
                <c:v>1.105959709354467</c:v>
              </c:pt>
              <c:pt idx="2087">
                <c:v>1.1081512993610292</c:v>
              </c:pt>
              <c:pt idx="2088">
                <c:v>1.0848507759347732</c:v>
              </c:pt>
              <c:pt idx="2089">
                <c:v>1.0938605589998052</c:v>
              </c:pt>
              <c:pt idx="2090">
                <c:v>1.0955694678881793</c:v>
              </c:pt>
              <c:pt idx="2091">
                <c:v>1.1651595266927943</c:v>
              </c:pt>
              <c:pt idx="2092">
                <c:v>0.656105242023754</c:v>
              </c:pt>
              <c:pt idx="2093">
                <c:v>0.6369854645776486</c:v>
              </c:pt>
              <c:pt idx="2094">
                <c:v>0.5452420044296561</c:v>
              </c:pt>
              <c:pt idx="2095">
                <c:v>0.39071324131417035</c:v>
              </c:pt>
              <c:pt idx="2096">
                <c:v>0.6413766452429789</c:v>
              </c:pt>
              <c:pt idx="2097">
                <c:v>0.7100065839089309</c:v>
              </c:pt>
              <c:pt idx="2098">
                <c:v>0.6602133768937588</c:v>
              </c:pt>
              <c:pt idx="2099">
                <c:v>0.6589043321161421</c:v>
              </c:pt>
              <c:pt idx="2100">
                <c:v>1.0795544026854031</c:v>
              </c:pt>
              <c:pt idx="2101">
                <c:v>1.0883488320790438</c:v>
              </c:pt>
              <c:pt idx="2102">
                <c:v>1.0868742263621125</c:v>
              </c:pt>
              <c:pt idx="2103">
                <c:v>1.1321007688658717</c:v>
              </c:pt>
              <c:pt idx="2104">
                <c:v>0.2026841674885772</c:v>
              </c:pt>
              <c:pt idx="2105">
                <c:v>1.0425661851443004</c:v>
              </c:pt>
              <c:pt idx="2106">
                <c:v>0.5101744337866767</c:v>
              </c:pt>
              <c:pt idx="2107">
                <c:v>0.2017360665694335</c:v>
              </c:pt>
              <c:pt idx="2108">
                <c:v>0.5568594115870016</c:v>
              </c:pt>
              <c:pt idx="2109">
                <c:v>0.5388348348003553</c:v>
              </c:pt>
              <c:pt idx="2110">
                <c:v>1.1682707383079893</c:v>
              </c:pt>
              <c:pt idx="2111">
                <c:v>1.1633607040694334</c:v>
              </c:pt>
              <c:pt idx="2112">
                <c:v>1.155110553304242</c:v>
              </c:pt>
              <c:pt idx="2113">
                <c:v>1.1074138321612363</c:v>
              </c:pt>
              <c:pt idx="2114">
                <c:v>1.1900856583234203</c:v>
              </c:pt>
              <c:pt idx="2115">
                <c:v>1.1780599797963056</c:v>
              </c:pt>
              <c:pt idx="2116">
                <c:v>1.1906070419677142</c:v>
              </c:pt>
              <c:pt idx="2117">
                <c:v>0.9830697544090751</c:v>
              </c:pt>
              <c:pt idx="2118">
                <c:v>0.996951203537791</c:v>
              </c:pt>
              <c:pt idx="2119">
                <c:v>0.8861263465731672</c:v>
              </c:pt>
              <c:pt idx="2120">
                <c:v>1.0717412817979604</c:v>
              </c:pt>
              <c:pt idx="2121">
                <c:v>1.0361924648993877</c:v>
              </c:pt>
              <c:pt idx="2122">
                <c:v>1.1906144592142223</c:v>
              </c:pt>
              <c:pt idx="2123">
                <c:v>1.158769447753154</c:v>
              </c:pt>
              <c:pt idx="2124">
                <c:v>0.22819809438501618</c:v>
              </c:pt>
              <c:pt idx="2125">
                <c:v>1.1830810128632376</c:v>
              </c:pt>
              <c:pt idx="2126">
                <c:v>1.1294710208288654</c:v>
              </c:pt>
              <c:pt idx="2127">
                <c:v>1.131236472394348</c:v>
              </c:pt>
              <c:pt idx="2128">
                <c:v>0.8985484085771285</c:v>
              </c:pt>
              <c:pt idx="2129">
                <c:v>0.9259690222640691</c:v>
              </c:pt>
              <c:pt idx="2130">
                <c:v>0.9307431456349105</c:v>
              </c:pt>
              <c:pt idx="2131">
                <c:v>0.9293036460780749</c:v>
              </c:pt>
              <c:pt idx="2132">
                <c:v>1.1848864574641145</c:v>
              </c:pt>
              <c:pt idx="2133">
                <c:v>1.18409061585976</c:v>
              </c:pt>
              <c:pt idx="2134">
                <c:v>0.6896455447127666</c:v>
              </c:pt>
              <c:pt idx="2135">
                <c:v>1.1722959002867361</c:v>
              </c:pt>
              <c:pt idx="2136">
                <c:v>1.1848034419338398</c:v>
              </c:pt>
              <c:pt idx="2137">
                <c:v>1.068237762189662</c:v>
              </c:pt>
              <c:pt idx="2138">
                <c:v>1.1984381112279323</c:v>
              </c:pt>
              <c:pt idx="2139">
                <c:v>1.198282619654076</c:v>
              </c:pt>
              <c:pt idx="2140">
                <c:v>1.1982722890189508</c:v>
              </c:pt>
              <c:pt idx="2141">
                <c:v>1.1981282846704793</c:v>
              </c:pt>
              <c:pt idx="2142">
                <c:v>0.7469191905779852</c:v>
              </c:pt>
              <c:pt idx="2143">
                <c:v>0.9830498529606755</c:v>
              </c:pt>
              <c:pt idx="2144">
                <c:v>0.4859914985686733</c:v>
              </c:pt>
              <c:pt idx="2145">
                <c:v>0.29055071154888573</c:v>
              </c:pt>
              <c:pt idx="2146">
                <c:v>0.5413077786368433</c:v>
              </c:pt>
              <c:pt idx="2147">
                <c:v>0.8379232944795509</c:v>
              </c:pt>
              <c:pt idx="2148">
                <c:v>0.842364004793025</c:v>
              </c:pt>
              <c:pt idx="2149">
                <c:v>0.816474519539565</c:v>
              </c:pt>
              <c:pt idx="2150">
                <c:v>1.0392605528382215</c:v>
              </c:pt>
              <c:pt idx="2151">
                <c:v>0.9896101820898285</c:v>
              </c:pt>
              <c:pt idx="2152">
                <c:v>1.5649045434371062E-06</c:v>
              </c:pt>
              <c:pt idx="2153">
                <c:v>0.08344763761870928</c:v>
              </c:pt>
              <c:pt idx="2154">
                <c:v>1.643961916712665E-06</c:v>
              </c:pt>
              <c:pt idx="2155">
                <c:v>0.5724133142146678</c:v>
              </c:pt>
              <c:pt idx="2156">
                <c:v>0.5517255372772593</c:v>
              </c:pt>
              <c:pt idx="2157">
                <c:v>1.1350786545893365</c:v>
              </c:pt>
              <c:pt idx="2158">
                <c:v>1.1508044539740063</c:v>
              </c:pt>
              <c:pt idx="2159">
                <c:v>0.6905464354095932</c:v>
              </c:pt>
              <c:pt idx="2160">
                <c:v>0.6806161796493374</c:v>
              </c:pt>
              <c:pt idx="2161">
                <c:v>0.5193079360767335</c:v>
              </c:pt>
              <c:pt idx="2162">
                <c:v>0.45273133826674306</c:v>
              </c:pt>
              <c:pt idx="2163">
                <c:v>0.5708703000035729</c:v>
              </c:pt>
              <c:pt idx="2164">
                <c:v>0.6972505921212544</c:v>
              </c:pt>
              <c:pt idx="2165">
                <c:v>0.8960892865625141</c:v>
              </c:pt>
              <c:pt idx="2166">
                <c:v>0.6874005461290899</c:v>
              </c:pt>
              <c:pt idx="2167">
                <c:v>0.7097349157385928</c:v>
              </c:pt>
              <c:pt idx="2168">
                <c:v>0.4707384337873172</c:v>
              </c:pt>
              <c:pt idx="2169">
                <c:v>0.5537794840384965</c:v>
              </c:pt>
              <c:pt idx="2170">
                <c:v>0.5365037418691141</c:v>
              </c:pt>
              <c:pt idx="2171">
                <c:v>0.8072845370259383</c:v>
              </c:pt>
              <c:pt idx="2172">
                <c:v>0.7049284459137745</c:v>
              </c:pt>
              <c:pt idx="2173">
                <c:v>0.7335497399220632</c:v>
              </c:pt>
              <c:pt idx="2174">
                <c:v>1.1358777084961431</c:v>
              </c:pt>
              <c:pt idx="2175">
                <c:v>1.179073657377009</c:v>
              </c:pt>
              <c:pt idx="2176">
                <c:v>1.1842841318967707</c:v>
              </c:pt>
              <c:pt idx="2177">
                <c:v>1.1841420990289713</c:v>
              </c:pt>
              <c:pt idx="2178">
                <c:v>1.1770415758530168</c:v>
              </c:pt>
              <c:pt idx="2179">
                <c:v>0.16788439383645357</c:v>
              </c:pt>
              <c:pt idx="2180">
                <c:v>0.06379227909725678</c:v>
              </c:pt>
              <c:pt idx="2181">
                <c:v>0.2917565386381126</c:v>
              </c:pt>
              <c:pt idx="2182">
                <c:v>0.19669729092224653</c:v>
              </c:pt>
              <c:pt idx="2183">
                <c:v>0.3487887217562812</c:v>
              </c:pt>
              <c:pt idx="2184">
                <c:v>1.1909645050710225</c:v>
              </c:pt>
              <c:pt idx="2185">
                <c:v>1.1848764876236442</c:v>
              </c:pt>
              <c:pt idx="2186">
                <c:v>0.42492365429354517</c:v>
              </c:pt>
              <c:pt idx="2187">
                <c:v>1.116101766647908</c:v>
              </c:pt>
              <c:pt idx="2188">
                <c:v>1.112180839881623</c:v>
              </c:pt>
              <c:pt idx="2189">
                <c:v>1.1082889547918908</c:v>
              </c:pt>
              <c:pt idx="2190">
                <c:v>1.1453995270074144</c:v>
              </c:pt>
              <c:pt idx="2191">
                <c:v>0.5614381549959484</c:v>
              </c:pt>
              <c:pt idx="2192">
                <c:v>0.7188018415658837</c:v>
              </c:pt>
              <c:pt idx="2193">
                <c:v>1.1122352324427376</c:v>
              </c:pt>
              <c:pt idx="2194">
                <c:v>0.7012168855817162</c:v>
              </c:pt>
              <c:pt idx="2195">
                <c:v>0.6949066443153267</c:v>
              </c:pt>
              <c:pt idx="2196">
                <c:v>0.592756233210898</c:v>
              </c:pt>
              <c:pt idx="2197">
                <c:v>1.0780525072411034</c:v>
              </c:pt>
              <c:pt idx="2198">
                <c:v>1.0909804073955465</c:v>
              </c:pt>
              <c:pt idx="2199">
                <c:v>1.1415536243768274</c:v>
              </c:pt>
              <c:pt idx="2200">
                <c:v>1.11682796769345</c:v>
              </c:pt>
              <c:pt idx="2201">
                <c:v>0.5053513786891421</c:v>
              </c:pt>
              <c:pt idx="2202">
                <c:v>0.2877814076314458</c:v>
              </c:pt>
              <c:pt idx="2203">
                <c:v>0.6985835826863628</c:v>
              </c:pt>
              <c:pt idx="2204">
                <c:v>0.5174628206460379</c:v>
              </c:pt>
              <c:pt idx="2205">
                <c:v>0.8308856728460877</c:v>
              </c:pt>
              <c:pt idx="2206">
                <c:v>1.127915500661712</c:v>
              </c:pt>
              <c:pt idx="2207">
                <c:v>1.1276433293053219</c:v>
              </c:pt>
              <c:pt idx="2208">
                <c:v>0.6988890117713575</c:v>
              </c:pt>
              <c:pt idx="2209">
                <c:v>1.1485994189659599</c:v>
              </c:pt>
              <c:pt idx="2210">
                <c:v>1.1518928787019864</c:v>
              </c:pt>
              <c:pt idx="2211">
                <c:v>1.1417865237975335</c:v>
              </c:pt>
              <c:pt idx="2212">
                <c:v>1.1615296870142067</c:v>
              </c:pt>
              <c:pt idx="2213">
                <c:v>1.1719800481573495</c:v>
              </c:pt>
              <c:pt idx="2214">
                <c:v>1.1679875999103817</c:v>
              </c:pt>
              <c:pt idx="2215">
                <c:v>1.0835655456485027</c:v>
              </c:pt>
              <c:pt idx="2216">
                <c:v>1.1569708809039367</c:v>
              </c:pt>
              <c:pt idx="2217">
                <c:v>0.9328185591865416</c:v>
              </c:pt>
              <c:pt idx="2218">
                <c:v>1.148994941939403</c:v>
              </c:pt>
              <c:pt idx="2219">
                <c:v>0.5231500899759469</c:v>
              </c:pt>
              <c:pt idx="2220">
                <c:v>0.5152934706453431</c:v>
              </c:pt>
              <c:pt idx="2221">
                <c:v>0.5600928319888434</c:v>
              </c:pt>
              <c:pt idx="2222">
                <c:v>0.2792646388977022</c:v>
              </c:pt>
              <c:pt idx="2223">
                <c:v>1.1799952835444365</c:v>
              </c:pt>
              <c:pt idx="2224">
                <c:v>1.1709111600810667</c:v>
              </c:pt>
              <c:pt idx="2225">
                <c:v>1.172380547231004</c:v>
              </c:pt>
              <c:pt idx="2226">
                <c:v>1.1766003465756367</c:v>
              </c:pt>
              <c:pt idx="2227">
                <c:v>1.1088991807559703</c:v>
              </c:pt>
              <c:pt idx="2228">
                <c:v>1.1484516361683212</c:v>
              </c:pt>
              <c:pt idx="2229">
                <c:v>1.1394287155962475</c:v>
              </c:pt>
              <c:pt idx="2230">
                <c:v>1.1308307750885591</c:v>
              </c:pt>
              <c:pt idx="2231">
                <c:v>1.08269550603935</c:v>
              </c:pt>
              <c:pt idx="2232">
                <c:v>1.0836356283593296</c:v>
              </c:pt>
              <c:pt idx="2233">
                <c:v>1.1103827917076616</c:v>
              </c:pt>
              <c:pt idx="2234">
                <c:v>1.1917656697113872</c:v>
              </c:pt>
              <c:pt idx="2235">
                <c:v>1.0384588074516183</c:v>
              </c:pt>
              <c:pt idx="2236">
                <c:v>1.0363435515907875</c:v>
              </c:pt>
              <c:pt idx="2237">
                <c:v>0.9109197420433439</c:v>
              </c:pt>
              <c:pt idx="2238">
                <c:v>1.9606258342053867E-06</c:v>
              </c:pt>
              <c:pt idx="2239">
                <c:v>1.9477953805837556E-06</c:v>
              </c:pt>
              <c:pt idx="2240">
                <c:v>0.8393752040048255</c:v>
              </c:pt>
              <c:pt idx="2241">
                <c:v>0.8410460853528539</c:v>
              </c:pt>
              <c:pt idx="2242">
                <c:v>1.170756383683678</c:v>
              </c:pt>
              <c:pt idx="2243">
                <c:v>1.1708921904944618</c:v>
              </c:pt>
              <c:pt idx="2244">
                <c:v>1.7964191144356258E-06</c:v>
              </c:pt>
              <c:pt idx="2245">
                <c:v>0.08288455743960965</c:v>
              </c:pt>
              <c:pt idx="2246">
                <c:v>0.5030814163195492</c:v>
              </c:pt>
              <c:pt idx="2247">
                <c:v>0.5294983600170229</c:v>
              </c:pt>
              <c:pt idx="2248">
                <c:v>0.7723838171159823</c:v>
              </c:pt>
              <c:pt idx="2249">
                <c:v>0.849307957828996</c:v>
              </c:pt>
              <c:pt idx="2250">
                <c:v>0.8831292783644569</c:v>
              </c:pt>
              <c:pt idx="2251">
                <c:v>0.9858035173587181</c:v>
              </c:pt>
              <c:pt idx="2252">
                <c:v>0.9762964467993996</c:v>
              </c:pt>
              <c:pt idx="2253">
                <c:v>0.9048747592714712</c:v>
              </c:pt>
              <c:pt idx="2254">
                <c:v>0.9102295820696862</c:v>
              </c:pt>
              <c:pt idx="2255">
                <c:v>0.9341946801994514</c:v>
              </c:pt>
              <c:pt idx="2256">
                <c:v>0.8393919941955863</c:v>
              </c:pt>
              <c:pt idx="2257">
                <c:v>0.9077897249026274</c:v>
              </c:pt>
              <c:pt idx="2258">
                <c:v>0.2708040035035896</c:v>
              </c:pt>
              <c:pt idx="2259">
                <c:v>0.2884602924286373</c:v>
              </c:pt>
              <c:pt idx="2260">
                <c:v>1.155968166904387</c:v>
              </c:pt>
              <c:pt idx="2261">
                <c:v>1.146412135056407</c:v>
              </c:pt>
              <c:pt idx="2262">
                <c:v>0.9002313560392586</c:v>
              </c:pt>
              <c:pt idx="2263">
                <c:v>1.106562355571364</c:v>
              </c:pt>
              <c:pt idx="2264">
                <c:v>1.1344879516762183</c:v>
              </c:pt>
              <c:pt idx="2265">
                <c:v>1.0959258240494079</c:v>
              </c:pt>
              <c:pt idx="2266">
                <c:v>1.1650208659821901</c:v>
              </c:pt>
              <c:pt idx="2267">
                <c:v>1.1083896382569431</c:v>
              </c:pt>
              <c:pt idx="2268">
                <c:v>1.1723589520557258</c:v>
              </c:pt>
              <c:pt idx="2269">
                <c:v>1.152320973658384</c:v>
              </c:pt>
              <c:pt idx="2270">
                <c:v>1.1526419220146122</c:v>
              </c:pt>
              <c:pt idx="2271">
                <c:v>1.1615898202265509</c:v>
              </c:pt>
              <c:pt idx="2272">
                <c:v>0.23956940205318858</c:v>
              </c:pt>
              <c:pt idx="2273">
                <c:v>1.6318943233090925E-06</c:v>
              </c:pt>
              <c:pt idx="2274">
                <c:v>1.073923789353476</c:v>
              </c:pt>
              <c:pt idx="2275">
                <c:v>1.1366573071135</c:v>
              </c:pt>
              <c:pt idx="2276">
                <c:v>1.0953779511566402</c:v>
              </c:pt>
              <c:pt idx="2277">
                <c:v>1.1407780746093035</c:v>
              </c:pt>
              <c:pt idx="2278">
                <c:v>1.4833009545366654E-06</c:v>
              </c:pt>
              <c:pt idx="2279">
                <c:v>0.2449111346761677</c:v>
              </c:pt>
              <c:pt idx="2280">
                <c:v>1.5139215060093766E-06</c:v>
              </c:pt>
              <c:pt idx="2281">
                <c:v>0.06776841260770838</c:v>
              </c:pt>
              <c:pt idx="2282">
                <c:v>1.0338065297132868</c:v>
              </c:pt>
              <c:pt idx="2283">
                <c:v>0.45608576633809633</c:v>
              </c:pt>
              <c:pt idx="2284">
                <c:v>0.5668602482822666</c:v>
              </c:pt>
              <c:pt idx="2285">
                <c:v>0.5309508857481412</c:v>
              </c:pt>
              <c:pt idx="2286">
                <c:v>0.7324045911486637</c:v>
              </c:pt>
              <c:pt idx="2287">
                <c:v>0.7472069551096218</c:v>
              </c:pt>
              <c:pt idx="2288">
                <c:v>1.0197646467112562</c:v>
              </c:pt>
              <c:pt idx="2289">
                <c:v>1.014978713476542</c:v>
              </c:pt>
              <c:pt idx="2290">
                <c:v>0.9985858644723734</c:v>
              </c:pt>
              <c:pt idx="2291">
                <c:v>0.22436684425841044</c:v>
              </c:pt>
              <c:pt idx="2292">
                <c:v>0.4949750045226599</c:v>
              </c:pt>
              <c:pt idx="2293">
                <c:v>1.022208139176764</c:v>
              </c:pt>
              <c:pt idx="2294">
                <c:v>0.7664799773323794</c:v>
              </c:pt>
              <c:pt idx="2295">
                <c:v>0.7565388712092054</c:v>
              </c:pt>
              <c:pt idx="2296">
                <c:v>1.1402202476549912</c:v>
              </c:pt>
              <c:pt idx="2297">
                <c:v>1.2686717062796834E-06</c:v>
              </c:pt>
              <c:pt idx="2298">
                <c:v>1.2606727815475216E-06</c:v>
              </c:pt>
              <c:pt idx="2299">
                <c:v>1.1059364704115913</c:v>
              </c:pt>
              <c:pt idx="2300">
                <c:v>1.1061908721676823</c:v>
              </c:pt>
              <c:pt idx="2301">
                <c:v>1.0742805625921115</c:v>
              </c:pt>
              <c:pt idx="2302">
                <c:v>0.6425800837397753</c:v>
              </c:pt>
              <c:pt idx="2303">
                <c:v>0.6429302964716422</c:v>
              </c:pt>
              <c:pt idx="2304">
                <c:v>0.6515081431167966</c:v>
              </c:pt>
              <c:pt idx="2305">
                <c:v>0.4647995341125973</c:v>
              </c:pt>
              <c:pt idx="2306">
                <c:v>0.0952097566808547</c:v>
              </c:pt>
              <c:pt idx="2307">
                <c:v>0.3194534587990472</c:v>
              </c:pt>
              <c:pt idx="2308">
                <c:v>0.10891352680902894</c:v>
              </c:pt>
              <c:pt idx="2309">
                <c:v>0.2627493094273286</c:v>
              </c:pt>
              <c:pt idx="2310">
                <c:v>1.1528330952333818</c:v>
              </c:pt>
              <c:pt idx="2311">
                <c:v>0.05289097460636699</c:v>
              </c:pt>
              <c:pt idx="2312">
                <c:v>1.1668551137282268</c:v>
              </c:pt>
              <c:pt idx="2313">
                <c:v>1.1687720594905087</c:v>
              </c:pt>
              <c:pt idx="2314">
                <c:v>1.163730364972867</c:v>
              </c:pt>
              <c:pt idx="2315">
                <c:v>0.6707498535277016</c:v>
              </c:pt>
              <c:pt idx="2316">
                <c:v>0.7153154510554411</c:v>
              </c:pt>
              <c:pt idx="2317">
                <c:v>1.0840285801690277</c:v>
              </c:pt>
              <c:pt idx="2318">
                <c:v>1.0846078689660055</c:v>
              </c:pt>
              <c:pt idx="2319">
                <c:v>1.082447490092488</c:v>
              </c:pt>
              <c:pt idx="2320">
                <c:v>0.6363177005853289</c:v>
              </c:pt>
              <c:pt idx="2321">
                <c:v>0.5608599297032447</c:v>
              </c:pt>
              <c:pt idx="2322">
                <c:v>0.5143218990709161</c:v>
              </c:pt>
              <c:pt idx="2323">
                <c:v>0.3749848998067916</c:v>
              </c:pt>
              <c:pt idx="2324">
                <c:v>0.6106918558766169</c:v>
              </c:pt>
              <c:pt idx="2325">
                <c:v>0.5237671826779164</c:v>
              </c:pt>
              <c:pt idx="2326">
                <c:v>0.957693852558354</c:v>
              </c:pt>
              <c:pt idx="2327">
                <c:v>0.8447882956589632</c:v>
              </c:pt>
              <c:pt idx="2328">
                <c:v>0.9409448493043895</c:v>
              </c:pt>
              <c:pt idx="2329">
                <c:v>0.052483002330398085</c:v>
              </c:pt>
              <c:pt idx="2330">
                <c:v>0.4396074877035968</c:v>
              </c:pt>
              <c:pt idx="2331">
                <c:v>0.1117117113119475</c:v>
              </c:pt>
              <c:pt idx="2332">
                <c:v>1.0100243867339996E-06</c:v>
              </c:pt>
              <c:pt idx="2333">
                <c:v>0.03411834940026307</c:v>
              </c:pt>
              <c:pt idx="2334">
                <c:v>0.9016098277436535</c:v>
              </c:pt>
              <c:pt idx="2335">
                <c:v>0.930734400552774</c:v>
              </c:pt>
              <c:pt idx="2336">
                <c:v>0.4885257231267531</c:v>
              </c:pt>
              <c:pt idx="2337">
                <c:v>0.30864915658801545</c:v>
              </c:pt>
              <c:pt idx="2338">
                <c:v>0.6924203342676939</c:v>
              </c:pt>
              <c:pt idx="2339">
                <c:v>0.7256528740914912</c:v>
              </c:pt>
              <c:pt idx="2340">
                <c:v>0.8253215725902573</c:v>
              </c:pt>
              <c:pt idx="2341">
                <c:v>0.4474854831461433</c:v>
              </c:pt>
              <c:pt idx="2342">
                <c:v>0.9830953022151738</c:v>
              </c:pt>
              <c:pt idx="2343">
                <c:v>0.41216802933325125</c:v>
              </c:pt>
              <c:pt idx="2344">
                <c:v>1.2333598727634514E-06</c:v>
              </c:pt>
              <c:pt idx="2345">
                <c:v>0.3962669873171518</c:v>
              </c:pt>
              <c:pt idx="2346">
                <c:v>0.3550006235589498</c:v>
              </c:pt>
              <c:pt idx="2347">
                <c:v>0.49079050854084</c:v>
              </c:pt>
              <c:pt idx="2348">
                <c:v>0.8808782098114344</c:v>
              </c:pt>
              <c:pt idx="2349">
                <c:v>0.8914134076386129</c:v>
              </c:pt>
              <c:pt idx="2350">
                <c:v>0.30540752674958493</c:v>
              </c:pt>
              <c:pt idx="2351">
                <c:v>0.5005240314616894</c:v>
              </c:pt>
              <c:pt idx="2352">
                <c:v>0.5281197734307657</c:v>
              </c:pt>
              <c:pt idx="2353">
                <c:v>0.5187886477141519</c:v>
              </c:pt>
              <c:pt idx="2354">
                <c:v>0.5690470851485523</c:v>
              </c:pt>
              <c:pt idx="2355">
                <c:v>0.1965117675844506</c:v>
              </c:pt>
              <c:pt idx="2356">
                <c:v>0.09357360978097162</c:v>
              </c:pt>
              <c:pt idx="2357">
                <c:v>1.3931558637601472E-06</c:v>
              </c:pt>
              <c:pt idx="2358">
                <c:v>0.31140744982681984</c:v>
              </c:pt>
              <c:pt idx="2359">
                <c:v>0.8300559672399633</c:v>
              </c:pt>
              <c:pt idx="2360">
                <c:v>0.8158724635172044</c:v>
              </c:pt>
              <c:pt idx="2361">
                <c:v>0.7407758346401434</c:v>
              </c:pt>
              <c:pt idx="2362">
                <c:v>0.6590667759716617</c:v>
              </c:pt>
              <c:pt idx="2363">
                <c:v>0.6263902937363361</c:v>
              </c:pt>
              <c:pt idx="2364">
                <c:v>0.5627857452782586</c:v>
              </c:pt>
              <c:pt idx="2365">
                <c:v>0.8356945878997758</c:v>
              </c:pt>
              <c:pt idx="2366">
                <c:v>0.9029173340207793</c:v>
              </c:pt>
              <c:pt idx="2367">
                <c:v>0.8505551141395469</c:v>
              </c:pt>
              <c:pt idx="2368">
                <c:v>0.625707840608179</c:v>
              </c:pt>
              <c:pt idx="2369">
                <c:v>0.49217949149107343</c:v>
              </c:pt>
              <c:pt idx="2370">
                <c:v>1.11025758767615</c:v>
              </c:pt>
              <c:pt idx="2371">
                <c:v>0.429575055196309</c:v>
              </c:pt>
              <c:pt idx="2372">
                <c:v>0.22526267297866592</c:v>
              </c:pt>
              <c:pt idx="2373">
                <c:v>0.18642385095547</c:v>
              </c:pt>
              <c:pt idx="2374">
                <c:v>0.2257455548043204</c:v>
              </c:pt>
              <c:pt idx="2375">
                <c:v>0.25174941771927445</c:v>
              </c:pt>
              <c:pt idx="2376">
                <c:v>0.7761502247777093</c:v>
              </c:pt>
              <c:pt idx="2377">
                <c:v>0.8243841750508697</c:v>
              </c:pt>
              <c:pt idx="2378">
                <c:v>0.8451594845358388</c:v>
              </c:pt>
              <c:pt idx="2379">
                <c:v>0.809701308343036</c:v>
              </c:pt>
              <c:pt idx="2380">
                <c:v>0.7108039891145532</c:v>
              </c:pt>
              <c:pt idx="2381">
                <c:v>0.6984138955286072</c:v>
              </c:pt>
              <c:pt idx="2382">
                <c:v>0.7841921355675967</c:v>
              </c:pt>
              <c:pt idx="2383">
                <c:v>0.51632079014824</c:v>
              </c:pt>
              <c:pt idx="2384">
                <c:v>0.49780607322066056</c:v>
              </c:pt>
              <c:pt idx="2385">
                <c:v>0.6233427531673492</c:v>
              </c:pt>
              <c:pt idx="2386">
                <c:v>0.7300144924332382</c:v>
              </c:pt>
              <c:pt idx="2387">
                <c:v>0.5757841852685782</c:v>
              </c:pt>
              <c:pt idx="2388">
                <c:v>0.7544764446225857</c:v>
              </c:pt>
              <c:pt idx="2389">
                <c:v>0.5871090668085654</c:v>
              </c:pt>
              <c:pt idx="2390">
                <c:v>0.3968180140662001</c:v>
              </c:pt>
              <c:pt idx="2391">
                <c:v>1.080602611019315</c:v>
              </c:pt>
              <c:pt idx="2392">
                <c:v>1.0809289553872994</c:v>
              </c:pt>
              <c:pt idx="2393">
                <c:v>1.079000994400311</c:v>
              </c:pt>
              <c:pt idx="2394">
                <c:v>0.7132186039727209</c:v>
              </c:pt>
              <c:pt idx="2395">
                <c:v>0.6957665865837263</c:v>
              </c:pt>
              <c:pt idx="2396">
                <c:v>1.0897427789266965</c:v>
              </c:pt>
              <c:pt idx="2397">
                <c:v>1.553288876766657E-06</c:v>
              </c:pt>
              <c:pt idx="2398">
                <c:v>1.5707042359089687E-06</c:v>
              </c:pt>
              <c:pt idx="2399">
                <c:v>0.12204523618842578</c:v>
              </c:pt>
              <c:pt idx="2400">
                <c:v>0.3489581717633027</c:v>
              </c:pt>
              <c:pt idx="2401">
                <c:v>1.046399488740875</c:v>
              </c:pt>
              <c:pt idx="2402">
                <c:v>0.6428306514584439</c:v>
              </c:pt>
              <c:pt idx="2403">
                <c:v>0.26071672828983933</c:v>
              </c:pt>
              <c:pt idx="2404">
                <c:v>1.1695939105180295</c:v>
              </c:pt>
              <c:pt idx="2405">
                <c:v>1.161046102734823</c:v>
              </c:pt>
              <c:pt idx="2406">
                <c:v>1.0878535151281525</c:v>
              </c:pt>
              <c:pt idx="2407">
                <c:v>1.0975156101104868</c:v>
              </c:pt>
              <c:pt idx="2408">
                <c:v>1.085171311190138</c:v>
              </c:pt>
              <c:pt idx="2409">
                <c:v>1.0845658771685502</c:v>
              </c:pt>
              <c:pt idx="2410">
                <c:v>0.0897835866267652</c:v>
              </c:pt>
              <c:pt idx="2411">
                <c:v>1.0903187425968808E-06</c:v>
              </c:pt>
              <c:pt idx="2412">
                <c:v>1.1446211043994043E-06</c:v>
              </c:pt>
              <c:pt idx="2413">
                <c:v>1.149442048003413</c:v>
              </c:pt>
              <c:pt idx="2414">
                <c:v>0.7461094957433944</c:v>
              </c:pt>
              <c:pt idx="2415">
                <c:v>0.6742817266514043</c:v>
              </c:pt>
              <c:pt idx="2416">
                <c:v>0.7246738678789623</c:v>
              </c:pt>
              <c:pt idx="2417">
                <c:v>0.6583955065986346</c:v>
              </c:pt>
              <c:pt idx="2418">
                <c:v>0.8223631083330004</c:v>
              </c:pt>
              <c:pt idx="2419">
                <c:v>0.28480957072980234</c:v>
              </c:pt>
              <c:pt idx="2420">
                <c:v>1.0095739175688956</c:v>
              </c:pt>
              <c:pt idx="2421">
                <c:v>0.9268334575781343</c:v>
              </c:pt>
              <c:pt idx="2422">
                <c:v>0.791473023726625</c:v>
              </c:pt>
              <c:pt idx="2423">
                <c:v>1.11457970711097</c:v>
              </c:pt>
              <c:pt idx="2424">
                <c:v>1.1126295348886652</c:v>
              </c:pt>
              <c:pt idx="2425">
                <c:v>1.119209071612671</c:v>
              </c:pt>
              <c:pt idx="2426">
                <c:v>0.31797801586673236</c:v>
              </c:pt>
              <c:pt idx="2427">
                <c:v>0.9818434895020578</c:v>
              </c:pt>
              <c:pt idx="2428">
                <c:v>1.0104672922149969</c:v>
              </c:pt>
              <c:pt idx="2429">
                <c:v>1.0599352421999448</c:v>
              </c:pt>
              <c:pt idx="2430">
                <c:v>0.23098933462965532</c:v>
              </c:pt>
              <c:pt idx="2431">
                <c:v>0.07701548968068977</c:v>
              </c:pt>
              <c:pt idx="2432">
                <c:v>0.2024932379330031</c:v>
              </c:pt>
              <c:pt idx="2433">
                <c:v>1.5637288212258035E-06</c:v>
              </c:pt>
              <c:pt idx="2434">
                <c:v>1.1770493853366975</c:v>
              </c:pt>
              <c:pt idx="2435">
                <c:v>0.6375581688021391</c:v>
              </c:pt>
              <c:pt idx="2436">
                <c:v>0.49866461891066133</c:v>
              </c:pt>
              <c:pt idx="2437">
                <c:v>0.287623428246934</c:v>
              </c:pt>
              <c:pt idx="2438">
                <c:v>0.29176148171363075</c:v>
              </c:pt>
              <c:pt idx="2439">
                <c:v>1.1641114363494505</c:v>
              </c:pt>
              <c:pt idx="2440">
                <c:v>1.174011956962636</c:v>
              </c:pt>
              <c:pt idx="2441">
                <c:v>0.2516194825129114</c:v>
              </c:pt>
              <c:pt idx="2442">
                <c:v>0.5259684671923678</c:v>
              </c:pt>
              <c:pt idx="2443">
                <c:v>0.5520315092565706</c:v>
              </c:pt>
              <c:pt idx="2444">
                <c:v>1.1345399691143168</c:v>
              </c:pt>
              <c:pt idx="2445">
                <c:v>1.1317857373217945</c:v>
              </c:pt>
              <c:pt idx="2446">
                <c:v>1.1299051332143617</c:v>
              </c:pt>
              <c:pt idx="2447">
                <c:v>1.1541384483662647</c:v>
              </c:pt>
              <c:pt idx="2448">
                <c:v>1.1507261338441697</c:v>
              </c:pt>
              <c:pt idx="2449">
                <c:v>1.0510045838448379</c:v>
              </c:pt>
              <c:pt idx="2450">
                <c:v>1.1738129489778948</c:v>
              </c:pt>
              <c:pt idx="2451">
                <c:v>0.018993291847061416</c:v>
              </c:pt>
              <c:pt idx="2452">
                <c:v>0.040891577564490834</c:v>
              </c:pt>
              <c:pt idx="2453">
                <c:v>0.37580556918572094</c:v>
              </c:pt>
              <c:pt idx="2454">
                <c:v>0.7815327216966329</c:v>
              </c:pt>
              <c:pt idx="2455">
                <c:v>0.7622655337953886</c:v>
              </c:pt>
              <c:pt idx="2456">
                <c:v>0.7237426123472345</c:v>
              </c:pt>
              <c:pt idx="2457">
                <c:v>1.110725466134058</c:v>
              </c:pt>
              <c:pt idx="2458">
                <c:v>1.1097912491708541</c:v>
              </c:pt>
              <c:pt idx="2459">
                <c:v>0.47382429585539626</c:v>
              </c:pt>
              <c:pt idx="2460">
                <c:v>0.3557917286406634</c:v>
              </c:pt>
              <c:pt idx="2461">
                <c:v>0.2754775395398613</c:v>
              </c:pt>
              <c:pt idx="2462">
                <c:v>0.28670781404526946</c:v>
              </c:pt>
              <c:pt idx="2463">
                <c:v>0.25662537228103793</c:v>
              </c:pt>
              <c:pt idx="2464">
                <c:v>0.04283629589646375</c:v>
              </c:pt>
              <c:pt idx="2465">
                <c:v>0.9235771820157067</c:v>
              </c:pt>
              <c:pt idx="2466">
                <c:v>0.25628347348989994</c:v>
              </c:pt>
              <c:pt idx="2467">
                <c:v>1.1537742425146036</c:v>
              </c:pt>
              <c:pt idx="2468">
                <c:v>1.1602910092492527</c:v>
              </c:pt>
              <c:pt idx="2469">
                <c:v>0.8750898850086923</c:v>
              </c:pt>
              <c:pt idx="2470">
                <c:v>0.21712742064697796</c:v>
              </c:pt>
              <c:pt idx="2471">
                <c:v>0.9707927637548134</c:v>
              </c:pt>
              <c:pt idx="2472">
                <c:v>0.8289004422637747</c:v>
              </c:pt>
              <c:pt idx="2473">
                <c:v>1.4140823668550225E-06</c:v>
              </c:pt>
              <c:pt idx="2474">
                <c:v>1.3605493027877193E-06</c:v>
              </c:pt>
              <c:pt idx="2475">
                <c:v>1.1053271395412454</c:v>
              </c:pt>
              <c:pt idx="2476">
                <c:v>1.9200708937274618E-06</c:v>
              </c:pt>
              <c:pt idx="2477">
                <c:v>1.0582958588469538</c:v>
              </c:pt>
              <c:pt idx="2478">
                <c:v>0.5062815153873145</c:v>
              </c:pt>
              <c:pt idx="2479">
                <c:v>0.5095763668041895</c:v>
              </c:pt>
              <c:pt idx="2480">
                <c:v>0.7070773871526196</c:v>
              </c:pt>
              <c:pt idx="2481">
                <c:v>0.6269938003203119</c:v>
              </c:pt>
              <c:pt idx="2482">
                <c:v>0.7454917022874319</c:v>
              </c:pt>
              <c:pt idx="2483">
                <c:v>1.1076327212395614</c:v>
              </c:pt>
              <c:pt idx="2484">
                <c:v>0.45070180164874996</c:v>
              </c:pt>
              <c:pt idx="2485">
                <c:v>9.887420276718907E-07</c:v>
              </c:pt>
              <c:pt idx="2486">
                <c:v>0.5129166635857848</c:v>
              </c:pt>
              <c:pt idx="2487">
                <c:v>0.3874641213157777</c:v>
              </c:pt>
              <c:pt idx="2488">
                <c:v>0.8481008049528916</c:v>
              </c:pt>
              <c:pt idx="2489">
                <c:v>1.1036283704507914</c:v>
              </c:pt>
              <c:pt idx="2490">
                <c:v>0.7349208784137048</c:v>
              </c:pt>
              <c:pt idx="2491">
                <c:v>0.7867034601833163</c:v>
              </c:pt>
              <c:pt idx="2492">
                <c:v>1.0779315720293208</c:v>
              </c:pt>
              <c:pt idx="2493">
                <c:v>0.6282663017271287</c:v>
              </c:pt>
              <c:pt idx="2494">
                <c:v>0.44483104747446905</c:v>
              </c:pt>
              <c:pt idx="2495">
                <c:v>0.39086066168984923</c:v>
              </c:pt>
              <c:pt idx="2496">
                <c:v>0.6377758081360128</c:v>
              </c:pt>
              <c:pt idx="2497">
                <c:v>0.25330151505899146</c:v>
              </c:pt>
              <c:pt idx="2498">
                <c:v>1.185292008701079</c:v>
              </c:pt>
              <c:pt idx="2499">
                <c:v>1.1869855612310585</c:v>
              </c:pt>
              <c:pt idx="2500">
                <c:v>0.6429631712271475</c:v>
              </c:pt>
              <c:pt idx="2501">
                <c:v>0.6386315867158605</c:v>
              </c:pt>
              <c:pt idx="2502">
                <c:v>0.6404885104590488</c:v>
              </c:pt>
              <c:pt idx="2503">
                <c:v>0.8611729054848476</c:v>
              </c:pt>
              <c:pt idx="2504">
                <c:v>0.8686822467671841</c:v>
              </c:pt>
              <c:pt idx="2505">
                <c:v>0.31596802746198477</c:v>
              </c:pt>
              <c:pt idx="2506">
                <c:v>0.35911983078746945</c:v>
              </c:pt>
              <c:pt idx="2507">
                <c:v>0.3145233999715425</c:v>
              </c:pt>
              <c:pt idx="2508">
                <c:v>2.0185142923860213E-06</c:v>
              </c:pt>
              <c:pt idx="2509">
                <c:v>2.052424587153953E-06</c:v>
              </c:pt>
              <c:pt idx="2510">
                <c:v>0.0012030655483084383</c:v>
              </c:pt>
              <c:pt idx="2511">
                <c:v>0.060393767920828574</c:v>
              </c:pt>
              <c:pt idx="2512">
                <c:v>2.066772365009803E-06</c:v>
              </c:pt>
              <c:pt idx="2513">
                <c:v>0.9747152230796542</c:v>
              </c:pt>
              <c:pt idx="2514">
                <c:v>0.000657481028924285</c:v>
              </c:pt>
              <c:pt idx="2515">
                <c:v>0.03876851082328681</c:v>
              </c:pt>
              <c:pt idx="2516">
                <c:v>0.22669412609077236</c:v>
              </c:pt>
              <c:pt idx="2517">
                <c:v>0.39332326121552685</c:v>
              </c:pt>
              <c:pt idx="2518">
                <c:v>1.193548597646213</c:v>
              </c:pt>
              <c:pt idx="2519">
                <c:v>0.5300074896804301</c:v>
              </c:pt>
              <c:pt idx="2520">
                <c:v>0.2747977210793247</c:v>
              </c:pt>
              <c:pt idx="2521">
                <c:v>0.9197988387130848</c:v>
              </c:pt>
              <c:pt idx="2522">
                <c:v>0.7881306960085555</c:v>
              </c:pt>
              <c:pt idx="2523">
                <c:v>0.7291359343376947</c:v>
              </c:pt>
              <c:pt idx="2524">
                <c:v>0.6472587595595923</c:v>
              </c:pt>
              <c:pt idx="2525">
                <c:v>0.8469449091463281</c:v>
              </c:pt>
              <c:pt idx="2526">
                <c:v>0.2430917502473812</c:v>
              </c:pt>
              <c:pt idx="2527">
                <c:v>0.5060264542132578</c:v>
              </c:pt>
              <c:pt idx="2528">
                <c:v>1.161107627220006</c:v>
              </c:pt>
              <c:pt idx="2529">
                <c:v>1.1604109711947417</c:v>
              </c:pt>
              <c:pt idx="2530">
                <c:v>1.1640475391883687</c:v>
              </c:pt>
              <c:pt idx="2531">
                <c:v>1.1388772274712395</c:v>
              </c:pt>
              <c:pt idx="2532">
                <c:v>1.1417849928047095</c:v>
              </c:pt>
              <c:pt idx="2533">
                <c:v>1.1739980471769498</c:v>
              </c:pt>
              <c:pt idx="2534">
                <c:v>1.175386129424588</c:v>
              </c:pt>
              <c:pt idx="2535">
                <c:v>1.1562620437555464</c:v>
              </c:pt>
              <c:pt idx="2536">
                <c:v>1.1713244905247007</c:v>
              </c:pt>
              <c:pt idx="2537">
                <c:v>0.5108644019407637</c:v>
              </c:pt>
              <c:pt idx="2538">
                <c:v>0.4201143979390046</c:v>
              </c:pt>
              <c:pt idx="2539">
                <c:v>0.36592473675975196</c:v>
              </c:pt>
              <c:pt idx="2540">
                <c:v>0.5575882956918236</c:v>
              </c:pt>
              <c:pt idx="2541">
                <c:v>1.1179057644543755</c:v>
              </c:pt>
              <c:pt idx="2542">
                <c:v>0.8352851695409972</c:v>
              </c:pt>
              <c:pt idx="2543">
                <c:v>0.9228022524669399</c:v>
              </c:pt>
              <c:pt idx="2544">
                <c:v>1.1029209924361196</c:v>
              </c:pt>
              <c:pt idx="2545">
                <c:v>1.1721326702706314</c:v>
              </c:pt>
              <c:pt idx="2546">
                <c:v>0.7454412970334531</c:v>
              </c:pt>
              <c:pt idx="2547">
                <c:v>0.921961466319103</c:v>
              </c:pt>
              <c:pt idx="2548">
                <c:v>0.8805844004927399</c:v>
              </c:pt>
              <c:pt idx="2549">
                <c:v>0.4919241762761769</c:v>
              </c:pt>
              <c:pt idx="2550">
                <c:v>1.1568861741037713</c:v>
              </c:pt>
              <c:pt idx="2551">
                <c:v>0.11904907985071925</c:v>
              </c:pt>
              <c:pt idx="2552">
                <c:v>0.2715285533834824</c:v>
              </c:pt>
              <c:pt idx="2553">
                <c:v>1.1958254039010676</c:v>
              </c:pt>
              <c:pt idx="2554">
                <c:v>1.191487039633718</c:v>
              </c:pt>
              <c:pt idx="2555">
                <c:v>1.192688326935316</c:v>
              </c:pt>
              <c:pt idx="2556">
                <c:v>1.0823849302637585</c:v>
              </c:pt>
              <c:pt idx="2557">
                <c:v>1.1709892333835712</c:v>
              </c:pt>
              <c:pt idx="2558">
                <c:v>1.1689075764663643</c:v>
              </c:pt>
              <c:pt idx="2559">
                <c:v>0.8360680420941523</c:v>
              </c:pt>
              <c:pt idx="2560">
                <c:v>1.1317243959825751</c:v>
              </c:pt>
              <c:pt idx="2561">
                <c:v>1.1336386925110082</c:v>
              </c:pt>
              <c:pt idx="2562">
                <c:v>1.1342666448981924</c:v>
              </c:pt>
              <c:pt idx="2563">
                <c:v>1.1375024922131354</c:v>
              </c:pt>
              <c:pt idx="2564">
                <c:v>1.1342108044069614</c:v>
              </c:pt>
              <c:pt idx="2565">
                <c:v>0.8751023724276716</c:v>
              </c:pt>
              <c:pt idx="2566">
                <c:v>0.9695979012031221</c:v>
              </c:pt>
              <c:pt idx="2567">
                <c:v>0.8650968485040912</c:v>
              </c:pt>
              <c:pt idx="2568">
                <c:v>0.9715664236049757</c:v>
              </c:pt>
              <c:pt idx="2569">
                <c:v>1.0999665743154114</c:v>
              </c:pt>
              <c:pt idx="2570">
                <c:v>1.0616383532489004</c:v>
              </c:pt>
              <c:pt idx="2571">
                <c:v>1.1654432298461561</c:v>
              </c:pt>
              <c:pt idx="2572">
                <c:v>1.1769361781561087</c:v>
              </c:pt>
              <c:pt idx="2573">
                <c:v>1.1682108565719804</c:v>
              </c:pt>
              <c:pt idx="2574">
                <c:v>0.9244403734109118</c:v>
              </c:pt>
              <c:pt idx="2575">
                <c:v>1.080807969190693</c:v>
              </c:pt>
              <c:pt idx="2576">
                <c:v>0.24881038343404</c:v>
              </c:pt>
              <c:pt idx="2577">
                <c:v>0.9916034332794011</c:v>
              </c:pt>
              <c:pt idx="2578">
                <c:v>1.01870368488585</c:v>
              </c:pt>
              <c:pt idx="2579">
                <c:v>0.9029250261840155</c:v>
              </c:pt>
              <c:pt idx="2580">
                <c:v>0.9036289600259763</c:v>
              </c:pt>
              <c:pt idx="2581">
                <c:v>1.1531168539352678E-06</c:v>
              </c:pt>
              <c:pt idx="2582">
                <c:v>0.03622253154233074</c:v>
              </c:pt>
              <c:pt idx="2583">
                <c:v>0.9874370359982225</c:v>
              </c:pt>
              <c:pt idx="2584">
                <c:v>1.1958633557315526</c:v>
              </c:pt>
              <c:pt idx="2585">
                <c:v>1.1955230671886012</c:v>
              </c:pt>
              <c:pt idx="2586">
                <c:v>1.1927061899413038</c:v>
              </c:pt>
              <c:pt idx="2587">
                <c:v>0.31456952485824236</c:v>
              </c:pt>
              <c:pt idx="2588">
                <c:v>0.07626718395999002</c:v>
              </c:pt>
              <c:pt idx="2589">
                <c:v>1.3272935954443591E-06</c:v>
              </c:pt>
              <c:pt idx="2590">
                <c:v>0.8150008939659381</c:v>
              </c:pt>
              <c:pt idx="2591">
                <c:v>0.8145333779089831</c:v>
              </c:pt>
              <c:pt idx="2592">
                <c:v>0.7260896942873166</c:v>
              </c:pt>
              <c:pt idx="2593">
                <c:v>0.7361796210128901</c:v>
              </c:pt>
              <c:pt idx="2594">
                <c:v>0.5236851712884271</c:v>
              </c:pt>
              <c:pt idx="2595">
                <c:v>0.8273940138698311</c:v>
              </c:pt>
              <c:pt idx="2596">
                <c:v>0.8698591077240039</c:v>
              </c:pt>
              <c:pt idx="2597">
                <c:v>0.7843562318295105</c:v>
              </c:pt>
              <c:pt idx="2598">
                <c:v>0.7402071718187283</c:v>
              </c:pt>
              <c:pt idx="2599">
                <c:v>1.038133613798899</c:v>
              </c:pt>
              <c:pt idx="2600">
                <c:v>0.8454066882624072</c:v>
              </c:pt>
              <c:pt idx="2601">
                <c:v>1.2797677665222851E-06</c:v>
              </c:pt>
              <c:pt idx="2602">
                <c:v>0.003918209571396681</c:v>
              </c:pt>
              <c:pt idx="2603">
                <c:v>1.2041875635951422E-06</c:v>
              </c:pt>
              <c:pt idx="2604">
                <c:v>1.1625674349059776</c:v>
              </c:pt>
              <c:pt idx="2605">
                <c:v>0.8795473909020763</c:v>
              </c:pt>
              <c:pt idx="2606">
                <c:v>0.8802576565465481</c:v>
              </c:pt>
              <c:pt idx="2607">
                <c:v>0.8827708711223854</c:v>
              </c:pt>
              <c:pt idx="2608">
                <c:v>0.2786956003145025</c:v>
              </c:pt>
              <c:pt idx="2609">
                <c:v>0.3228531971631605</c:v>
              </c:pt>
              <c:pt idx="2610">
                <c:v>0.08386120174016497</c:v>
              </c:pt>
              <c:pt idx="2611">
                <c:v>0.20365685449740328</c:v>
              </c:pt>
              <c:pt idx="2612">
                <c:v>0.2545464052697096</c:v>
              </c:pt>
              <c:pt idx="2613">
                <c:v>1.1430476253873036</c:v>
              </c:pt>
              <c:pt idx="2614">
                <c:v>1.0666163461259748</c:v>
              </c:pt>
              <c:pt idx="2615">
                <c:v>0.36058672978315154</c:v>
              </c:pt>
              <c:pt idx="2616">
                <c:v>1.0805397342003114</c:v>
              </c:pt>
              <c:pt idx="2617">
                <c:v>1.09360952667017</c:v>
              </c:pt>
              <c:pt idx="2618">
                <c:v>0.2265388434582023</c:v>
              </c:pt>
              <c:pt idx="2619">
                <c:v>0.14524769644851665</c:v>
              </c:pt>
              <c:pt idx="2620">
                <c:v>0.11481157983727915</c:v>
              </c:pt>
              <c:pt idx="2621">
                <c:v>1.1225764603252905E-06</c:v>
              </c:pt>
              <c:pt idx="2622">
                <c:v>1.0600128537184668</c:v>
              </c:pt>
              <c:pt idx="2623">
                <c:v>1.0620260489369244</c:v>
              </c:pt>
              <c:pt idx="2624">
                <c:v>0.26102936472782223</c:v>
              </c:pt>
              <c:pt idx="2625">
                <c:v>0.25076182877704706</c:v>
              </c:pt>
              <c:pt idx="2626">
                <c:v>1.1375933985857052</c:v>
              </c:pt>
              <c:pt idx="2627">
                <c:v>1.1344940363460798</c:v>
              </c:pt>
              <c:pt idx="2628">
                <c:v>0.5197036068356242</c:v>
              </c:pt>
              <c:pt idx="2629">
                <c:v>0.2601752008727384</c:v>
              </c:pt>
              <c:pt idx="2630">
                <c:v>0.14341430785219686</c:v>
              </c:pt>
              <c:pt idx="2631">
                <c:v>0.41837248569948715</c:v>
              </c:pt>
              <c:pt idx="2632">
                <c:v>1.1902893541629802</c:v>
              </c:pt>
              <c:pt idx="2633">
                <c:v>1.1829468257990732</c:v>
              </c:pt>
              <c:pt idx="2634">
                <c:v>1.1207948725063033</c:v>
              </c:pt>
              <c:pt idx="2635">
                <c:v>1.1036125474605638</c:v>
              </c:pt>
              <c:pt idx="2636">
                <c:v>0.9966240428634668</c:v>
              </c:pt>
              <c:pt idx="2637">
                <c:v>0.21270292399008633</c:v>
              </c:pt>
              <c:pt idx="2638">
                <c:v>0.14893748841536958</c:v>
              </c:pt>
              <c:pt idx="2639">
                <c:v>0.23140760067452978</c:v>
              </c:pt>
              <c:pt idx="2640">
                <c:v>0.05566543246251179</c:v>
              </c:pt>
              <c:pt idx="2641">
                <c:v>0.12125751947773468</c:v>
              </c:pt>
              <c:pt idx="2642">
                <c:v>0.00024667838237770145</c:v>
              </c:pt>
              <c:pt idx="2643">
                <c:v>0.4324395242050639</c:v>
              </c:pt>
              <c:pt idx="2644">
                <c:v>0.16277899358794884</c:v>
              </c:pt>
              <c:pt idx="2645">
                <c:v>1.0201173835392878</c:v>
              </c:pt>
              <c:pt idx="2646">
                <c:v>0.9204813280613796</c:v>
              </c:pt>
              <c:pt idx="2647">
                <c:v>2.0649127176459967E-06</c:v>
              </c:pt>
              <c:pt idx="2648">
                <c:v>0.06059414966176405</c:v>
              </c:pt>
              <c:pt idx="2649">
                <c:v>1.9667579654034408E-06</c:v>
              </c:pt>
              <c:pt idx="2650">
                <c:v>2.069160938573205E-06</c:v>
              </c:pt>
              <c:pt idx="2651">
                <c:v>0.48634743820425386</c:v>
              </c:pt>
              <c:pt idx="2652">
                <c:v>0.6077350453852103</c:v>
              </c:pt>
              <c:pt idx="2653">
                <c:v>0.5235656744441111</c:v>
              </c:pt>
              <c:pt idx="2654">
                <c:v>0.4339557388359809</c:v>
              </c:pt>
              <c:pt idx="2655">
                <c:v>0.7874353856675647</c:v>
              </c:pt>
              <c:pt idx="2656">
                <c:v>0.9058383256125686</c:v>
              </c:pt>
              <c:pt idx="2657">
                <c:v>0.8886516326567967</c:v>
              </c:pt>
              <c:pt idx="2658">
                <c:v>0.8351700342559729</c:v>
              </c:pt>
              <c:pt idx="2659">
                <c:v>1.1133308829079396</c:v>
              </c:pt>
              <c:pt idx="2660">
                <c:v>1.0088355979858837E-06</c:v>
              </c:pt>
              <c:pt idx="2661">
                <c:v>1.0088815483211722E-06</c:v>
              </c:pt>
              <c:pt idx="2662">
                <c:v>1.1965518336036975</c:v>
              </c:pt>
              <c:pt idx="2663">
                <c:v>1.199760419618138</c:v>
              </c:pt>
              <c:pt idx="2664">
                <c:v>1.2006611927790618</c:v>
              </c:pt>
              <c:pt idx="2665">
                <c:v>0.8940862028844774</c:v>
              </c:pt>
              <c:pt idx="2666">
                <c:v>1.0156239194854034E-06</c:v>
              </c:pt>
              <c:pt idx="2667">
                <c:v>0.6354492882851551</c:v>
              </c:pt>
              <c:pt idx="2668">
                <c:v>0.40211181140404806</c:v>
              </c:pt>
              <c:pt idx="2669">
                <c:v>1.4491303419442277E-06</c:v>
              </c:pt>
              <c:pt idx="2670">
                <c:v>0.02299033179088652</c:v>
              </c:pt>
              <c:pt idx="2671">
                <c:v>1.4147566088373648E-06</c:v>
              </c:pt>
              <c:pt idx="2672">
                <c:v>1.120233565935421</c:v>
              </c:pt>
              <c:pt idx="2673">
                <c:v>0.6523987192320968</c:v>
              </c:pt>
              <c:pt idx="2674">
                <c:v>0.0004054750420156618</c:v>
              </c:pt>
              <c:pt idx="2675">
                <c:v>0.5726659826019251</c:v>
              </c:pt>
              <c:pt idx="2676">
                <c:v>1.1957934310252025</c:v>
              </c:pt>
              <c:pt idx="2677">
                <c:v>1.1997043446517333</c:v>
              </c:pt>
              <c:pt idx="2678">
                <c:v>1.0187382180986206</c:v>
              </c:pt>
              <c:pt idx="2679">
                <c:v>1.0644489528848848</c:v>
              </c:pt>
              <c:pt idx="2680">
                <c:v>0.6455072251192194</c:v>
              </c:pt>
              <c:pt idx="2681">
                <c:v>0.6374329888149858</c:v>
              </c:pt>
              <c:pt idx="2682">
                <c:v>0.6588946379243882</c:v>
              </c:pt>
              <c:pt idx="2683">
                <c:v>0.6465554190800251</c:v>
              </c:pt>
              <c:pt idx="2684">
                <c:v>0.6743516289648899</c:v>
              </c:pt>
              <c:pt idx="2685">
                <c:v>0.6437669849560212</c:v>
              </c:pt>
              <c:pt idx="2686">
                <c:v>0.8217738319170367</c:v>
              </c:pt>
              <c:pt idx="2687">
                <c:v>0.7803739166705498</c:v>
              </c:pt>
              <c:pt idx="2688">
                <c:v>0.8839049855379717</c:v>
              </c:pt>
              <c:pt idx="2689">
                <c:v>1.1020971293613921</c:v>
              </c:pt>
              <c:pt idx="2690">
                <c:v>1.4210955193175683E-06</c:v>
              </c:pt>
              <c:pt idx="2691">
                <c:v>0.8704169212382358</c:v>
              </c:pt>
              <c:pt idx="2692">
                <c:v>0.45307985605767626</c:v>
              </c:pt>
              <c:pt idx="2693">
                <c:v>0.5670235486881884</c:v>
              </c:pt>
              <c:pt idx="2694">
                <c:v>0.5132186609352817</c:v>
              </c:pt>
              <c:pt idx="2695">
                <c:v>0.2263747091059419</c:v>
              </c:pt>
              <c:pt idx="2696">
                <c:v>0.28964994604521577</c:v>
              </c:pt>
              <c:pt idx="2697">
                <c:v>0.2552181431610021</c:v>
              </c:pt>
              <c:pt idx="2698">
                <c:v>1.1934310734679894</c:v>
              </c:pt>
              <c:pt idx="2699">
                <c:v>1.1927062365146806</c:v>
              </c:pt>
              <c:pt idx="2700">
                <c:v>0.5851948494230861</c:v>
              </c:pt>
              <c:pt idx="2701">
                <c:v>0.6118834066804226</c:v>
              </c:pt>
              <c:pt idx="2702">
                <c:v>0.6018522770607182</c:v>
              </c:pt>
              <c:pt idx="2703">
                <c:v>0.6539901985297163</c:v>
              </c:pt>
              <c:pt idx="2704">
                <c:v>0.7155305048202426</c:v>
              </c:pt>
              <c:pt idx="2705">
                <c:v>0.19718118363906847</c:v>
              </c:pt>
              <c:pt idx="2706">
                <c:v>1.1035321326796033</c:v>
              </c:pt>
              <c:pt idx="2707">
                <c:v>1.0096797042281578</c:v>
              </c:pt>
              <c:pt idx="2708">
                <c:v>0.9606834253354398</c:v>
              </c:pt>
              <c:pt idx="2709">
                <c:v>0.9474584781059958</c:v>
              </c:pt>
              <c:pt idx="2710">
                <c:v>1.0243738794524355</c:v>
              </c:pt>
              <c:pt idx="2711">
                <c:v>1.0374214521427774</c:v>
              </c:pt>
              <c:pt idx="2712">
                <c:v>1.0175898235490335</c:v>
              </c:pt>
              <c:pt idx="2713">
                <c:v>1.0446587512872838</c:v>
              </c:pt>
              <c:pt idx="2714">
                <c:v>0.87829555724377</c:v>
              </c:pt>
              <c:pt idx="2715">
                <c:v>0.7889972834041225</c:v>
              </c:pt>
              <c:pt idx="2716">
                <c:v>0.8790299770143961</c:v>
              </c:pt>
              <c:pt idx="2717">
                <c:v>0.8166171895728345</c:v>
              </c:pt>
              <c:pt idx="2718">
                <c:v>0.3637902959385207</c:v>
              </c:pt>
              <c:pt idx="2719">
                <c:v>1.1147630698692599</c:v>
              </c:pt>
              <c:pt idx="2720">
                <c:v>1.1142905180598637</c:v>
              </c:pt>
              <c:pt idx="2721">
                <c:v>0.9768709619355931</c:v>
              </c:pt>
              <c:pt idx="2722">
                <c:v>0.7541579957439837</c:v>
              </c:pt>
              <c:pt idx="2723">
                <c:v>0.6720086759236693</c:v>
              </c:pt>
              <c:pt idx="2724">
                <c:v>0.5474526640610936</c:v>
              </c:pt>
              <c:pt idx="2725">
                <c:v>0.507138296511527</c:v>
              </c:pt>
              <c:pt idx="2726">
                <c:v>0.6677209199498826</c:v>
              </c:pt>
              <c:pt idx="2727">
                <c:v>0.7086030192945897</c:v>
              </c:pt>
              <c:pt idx="2728">
                <c:v>1.9452642840865734E-06</c:v>
              </c:pt>
              <c:pt idx="2729">
                <c:v>0.2176063944974612</c:v>
              </c:pt>
              <c:pt idx="2730">
                <c:v>1.0205206850227324</c:v>
              </c:pt>
              <c:pt idx="2731">
                <c:v>1.0606541166460251E-06</c:v>
              </c:pt>
              <c:pt idx="2732">
                <c:v>0.011551260667428282</c:v>
              </c:pt>
              <c:pt idx="2733">
                <c:v>1.0793931218823512E-06</c:v>
              </c:pt>
              <c:pt idx="2734">
                <c:v>1.0166232496950167E-06</c:v>
              </c:pt>
              <c:pt idx="2735">
                <c:v>0.1724905328513371</c:v>
              </c:pt>
              <c:pt idx="2736">
                <c:v>1.1562191328282236</c:v>
              </c:pt>
              <c:pt idx="2737">
                <c:v>0.25638539129224164</c:v>
              </c:pt>
              <c:pt idx="2738">
                <c:v>0.6359166405020147</c:v>
              </c:pt>
              <c:pt idx="2739">
                <c:v>0.1863465961922545</c:v>
              </c:pt>
              <c:pt idx="2740">
                <c:v>0.7759557195301175</c:v>
              </c:pt>
              <c:pt idx="2741">
                <c:v>1.1610503680956774</c:v>
              </c:pt>
              <c:pt idx="2742">
                <c:v>2.0295240382088046E-06</c:v>
              </c:pt>
              <c:pt idx="2743">
                <c:v>0.13284758199875568</c:v>
              </c:pt>
              <c:pt idx="2744">
                <c:v>0.27313633169546947</c:v>
              </c:pt>
              <c:pt idx="2745">
                <c:v>0.6444121387406345</c:v>
              </c:pt>
              <c:pt idx="2746">
                <c:v>0.25552434617221076</c:v>
              </c:pt>
              <c:pt idx="2747">
                <c:v>0.1514589412734091</c:v>
              </c:pt>
              <c:pt idx="2748">
                <c:v>1.1228670414873967</c:v>
              </c:pt>
              <c:pt idx="2749">
                <c:v>0.7028492556015113</c:v>
              </c:pt>
              <c:pt idx="2750">
                <c:v>0.6762860455053784</c:v>
              </c:pt>
              <c:pt idx="2751">
                <c:v>0.4681128881981148</c:v>
              </c:pt>
              <c:pt idx="2752">
                <c:v>0.2653737799411943</c:v>
              </c:pt>
              <c:pt idx="2753">
                <c:v>0.5077086334739966</c:v>
              </c:pt>
              <c:pt idx="2754">
                <c:v>1.0713197482978465</c:v>
              </c:pt>
              <c:pt idx="2755">
                <c:v>1.069443989576327</c:v>
              </c:pt>
              <c:pt idx="2756">
                <c:v>1.0837006684951567</c:v>
              </c:pt>
              <c:pt idx="2757">
                <c:v>1.0463812549899374</c:v>
              </c:pt>
              <c:pt idx="2758">
                <c:v>2.0207787817018297E-06</c:v>
              </c:pt>
              <c:pt idx="2759">
                <c:v>1.173020747306922</c:v>
              </c:pt>
              <c:pt idx="2760">
                <c:v>1.1364685588892702</c:v>
              </c:pt>
              <c:pt idx="2761">
                <c:v>1.140477990853326</c:v>
              </c:pt>
              <c:pt idx="2762">
                <c:v>0.5626453210819111</c:v>
              </c:pt>
              <c:pt idx="2763">
                <c:v>0.6110977159495101</c:v>
              </c:pt>
              <c:pt idx="2764">
                <c:v>0.6294827159947609</c:v>
              </c:pt>
              <c:pt idx="2765">
                <c:v>0.6276367802136105</c:v>
              </c:pt>
              <c:pt idx="2766">
                <c:v>0.6341100263415966</c:v>
              </c:pt>
              <c:pt idx="2767">
                <c:v>0.5276975775458672</c:v>
              </c:pt>
              <c:pt idx="2768">
                <c:v>1.135284353142659</c:v>
              </c:pt>
              <c:pt idx="2769">
                <c:v>1.1416895672695886</c:v>
              </c:pt>
              <c:pt idx="2770">
                <c:v>0.8197433535278408</c:v>
              </c:pt>
              <c:pt idx="2771">
                <c:v>2.022411079803246E-06</c:v>
              </c:pt>
              <c:pt idx="2772">
                <c:v>0.47567668526461393</c:v>
              </c:pt>
              <c:pt idx="2773">
                <c:v>0.4497188991216085</c:v>
              </c:pt>
              <c:pt idx="2774">
                <c:v>0.8458873838501744</c:v>
              </c:pt>
              <c:pt idx="2775">
                <c:v>0.7975138848208959</c:v>
              </c:pt>
              <c:pt idx="2776">
                <c:v>0.190414477001687</c:v>
              </c:pt>
              <c:pt idx="2777">
                <c:v>0.0709921642782213</c:v>
              </c:pt>
              <c:pt idx="2778">
                <c:v>1.7537886674250108E-06</c:v>
              </c:pt>
              <c:pt idx="2779">
                <c:v>1.7298449589842844E-06</c:v>
              </c:pt>
              <c:pt idx="2780">
                <c:v>0.7422264452163138</c:v>
              </c:pt>
              <c:pt idx="2781">
                <c:v>0.1633921996987046</c:v>
              </c:pt>
              <c:pt idx="2782">
                <c:v>0.11431393288301439</c:v>
              </c:pt>
              <c:pt idx="2783">
                <c:v>0.11703559222654324</c:v>
              </c:pt>
              <c:pt idx="2784">
                <c:v>0.004648379466898666</c:v>
              </c:pt>
              <c:pt idx="2785">
                <c:v>0.10657861332047126</c:v>
              </c:pt>
              <c:pt idx="2786">
                <c:v>1.5225232143770586E-06</c:v>
              </c:pt>
              <c:pt idx="2787">
                <c:v>0.14482207983581713</c:v>
              </c:pt>
              <c:pt idx="2788">
                <c:v>1.5916325573730634E-06</c:v>
              </c:pt>
              <c:pt idx="2789">
                <c:v>0.7991078297639783</c:v>
              </c:pt>
              <c:pt idx="2790">
                <c:v>0.40590596412951724</c:v>
              </c:pt>
              <c:pt idx="2791">
                <c:v>0.47686661210100545</c:v>
              </c:pt>
              <c:pt idx="2792">
                <c:v>1.154837233860617</c:v>
              </c:pt>
              <c:pt idx="2793">
                <c:v>1.116902057090765</c:v>
              </c:pt>
              <c:pt idx="2794">
                <c:v>1.1173220268749533</c:v>
              </c:pt>
              <c:pt idx="2795">
                <c:v>0.6995264887546537</c:v>
              </c:pt>
              <c:pt idx="2796">
                <c:v>0.27297616440293926</c:v>
              </c:pt>
              <c:pt idx="2797">
                <c:v>0.3089790383458424</c:v>
              </c:pt>
              <c:pt idx="2798">
                <c:v>1.1876472508099725</c:v>
              </c:pt>
              <c:pt idx="2799">
                <c:v>1.1316574458103825</c:v>
              </c:pt>
              <c:pt idx="2800">
                <c:v>1.0871958084154154</c:v>
              </c:pt>
              <c:pt idx="2801">
                <c:v>0.6402037425686175</c:v>
              </c:pt>
              <c:pt idx="2802">
                <c:v>1.1952989881000884</c:v>
              </c:pt>
              <c:pt idx="2803">
                <c:v>1.1655680686176997</c:v>
              </c:pt>
              <c:pt idx="2804">
                <c:v>0.9368398412396525</c:v>
              </c:pt>
              <c:pt idx="2805">
                <c:v>1.0268890393428494</c:v>
              </c:pt>
              <c:pt idx="2806">
                <c:v>1.1244356120243981</c:v>
              </c:pt>
              <c:pt idx="2807">
                <c:v>1.1543292335487592</c:v>
              </c:pt>
              <c:pt idx="2808">
                <c:v>1.998142884759707E-06</c:v>
              </c:pt>
              <c:pt idx="2809">
                <c:v>1.1490330131509225</c:v>
              </c:pt>
              <c:pt idx="2810">
                <c:v>1.1386705860969621</c:v>
              </c:pt>
              <c:pt idx="2811">
                <c:v>1.1056686026449383</c:v>
              </c:pt>
              <c:pt idx="2812">
                <c:v>1.1420090598440167</c:v>
              </c:pt>
              <c:pt idx="2813">
                <c:v>0.16068622051904793</c:v>
              </c:pt>
              <c:pt idx="2814">
                <c:v>1.621884005098628E-06</c:v>
              </c:pt>
              <c:pt idx="2815">
                <c:v>0.19489541422535914</c:v>
              </c:pt>
              <c:pt idx="2816">
                <c:v>0.1732134755066389</c:v>
              </c:pt>
              <c:pt idx="2817">
                <c:v>1.0679188154352202</c:v>
              </c:pt>
              <c:pt idx="2818">
                <c:v>1.092302555594286</c:v>
              </c:pt>
              <c:pt idx="2819">
                <c:v>1.082769748457732</c:v>
              </c:pt>
              <c:pt idx="2820">
                <c:v>0.4570616100168851</c:v>
              </c:pt>
              <c:pt idx="2821">
                <c:v>0.9977253830780397</c:v>
              </c:pt>
              <c:pt idx="2822">
                <c:v>1.060482919648949</c:v>
              </c:pt>
              <c:pt idx="2823">
                <c:v>1.0690613779344385</c:v>
              </c:pt>
              <c:pt idx="2824">
                <c:v>0.24271960941064646</c:v>
              </c:pt>
              <c:pt idx="2825">
                <c:v>1.1253500613766991</c:v>
              </c:pt>
              <c:pt idx="2826">
                <c:v>0.7058185331814676</c:v>
              </c:pt>
              <c:pt idx="2827">
                <c:v>0.8259033219428406</c:v>
              </c:pt>
              <c:pt idx="2828">
                <c:v>0.9428715526210856</c:v>
              </c:pt>
              <c:pt idx="2829">
                <c:v>0.2671890707873498</c:v>
              </c:pt>
              <c:pt idx="2830">
                <c:v>1.1636235363978946</c:v>
              </c:pt>
              <c:pt idx="2831">
                <c:v>1.1565298234425019</c:v>
              </c:pt>
              <c:pt idx="2832">
                <c:v>1.1668645940706939</c:v>
              </c:pt>
              <c:pt idx="2833">
                <c:v>0.3094172751417715</c:v>
              </c:pt>
              <c:pt idx="2834">
                <c:v>0.008370015412353361</c:v>
              </c:pt>
              <c:pt idx="2835">
                <c:v>1.1716554492762083</c:v>
              </c:pt>
              <c:pt idx="2836">
                <c:v>1.1443468035047124</c:v>
              </c:pt>
              <c:pt idx="2837">
                <c:v>1.1463275237210686</c:v>
              </c:pt>
              <c:pt idx="2838">
                <c:v>0.7398600544122321</c:v>
              </c:pt>
              <c:pt idx="2839">
                <c:v>0.7840499361115009</c:v>
              </c:pt>
              <c:pt idx="2840">
                <c:v>1.1896001510255803</c:v>
              </c:pt>
              <c:pt idx="2841">
                <c:v>1.1903713358548849</c:v>
              </c:pt>
              <c:pt idx="2842">
                <c:v>1.1907115198261788</c:v>
              </c:pt>
              <c:pt idx="2843">
                <c:v>1.1485750804556174</c:v>
              </c:pt>
              <c:pt idx="2844">
                <c:v>1.5369689908480145E-06</c:v>
              </c:pt>
              <c:pt idx="2845">
                <c:v>0.5841719020331337</c:v>
              </c:pt>
              <c:pt idx="2846">
                <c:v>0.5952879533710511</c:v>
              </c:pt>
              <c:pt idx="2847">
                <c:v>0.7371679682236875</c:v>
              </c:pt>
              <c:pt idx="2848">
                <c:v>0.8560082669815336</c:v>
              </c:pt>
              <c:pt idx="2849">
                <c:v>0.6214109965733422</c:v>
              </c:pt>
              <c:pt idx="2850">
                <c:v>0.4462629137396851</c:v>
              </c:pt>
              <c:pt idx="2851">
                <c:v>1.2966140804080747E-06</c:v>
              </c:pt>
              <c:pt idx="2852">
                <c:v>0.5863878948770516</c:v>
              </c:pt>
              <c:pt idx="2853">
                <c:v>0.22807100638249356</c:v>
              </c:pt>
              <c:pt idx="2854">
                <c:v>0.5289019200140195</c:v>
              </c:pt>
              <c:pt idx="2855">
                <c:v>0.7200772104700145</c:v>
              </c:pt>
              <c:pt idx="2856">
                <c:v>0.6976453318318414</c:v>
              </c:pt>
              <c:pt idx="2857">
                <c:v>0.704607420205867</c:v>
              </c:pt>
              <c:pt idx="2858">
                <c:v>0.5017910394501315</c:v>
              </c:pt>
              <c:pt idx="2859">
                <c:v>0.7160210197763407</c:v>
              </c:pt>
              <c:pt idx="2860">
                <c:v>0.7052460663535113</c:v>
              </c:pt>
              <c:pt idx="2861">
                <c:v>0.6298556514522397</c:v>
              </c:pt>
              <c:pt idx="2862">
                <c:v>0.6600443436927139</c:v>
              </c:pt>
              <c:pt idx="2863">
                <c:v>0.7320601077350758</c:v>
              </c:pt>
              <c:pt idx="2864">
                <c:v>0.5350012019474404</c:v>
              </c:pt>
              <c:pt idx="2865">
                <c:v>0.15542040002022123</c:v>
              </c:pt>
              <c:pt idx="2866">
                <c:v>0.2067832544468562</c:v>
              </c:pt>
              <c:pt idx="2867">
                <c:v>0.22455359196728208</c:v>
              </c:pt>
              <c:pt idx="2868">
                <c:v>0.18339245127919732</c:v>
              </c:pt>
              <c:pt idx="2869">
                <c:v>0.0010099033037237054</c:v>
              </c:pt>
              <c:pt idx="2870">
                <c:v>1.114709522306979</c:v>
              </c:pt>
              <c:pt idx="2871">
                <c:v>0.8221288123475899</c:v>
              </c:pt>
              <c:pt idx="2872">
                <c:v>0.2425158800907677</c:v>
              </c:pt>
              <c:pt idx="2873">
                <c:v>1.109970071978847</c:v>
              </c:pt>
              <c:pt idx="2874">
                <c:v>1.1046355778470414</c:v>
              </c:pt>
              <c:pt idx="2875">
                <c:v>1.161556613284187</c:v>
              </c:pt>
              <c:pt idx="2876">
                <c:v>0.7312055376609226</c:v>
              </c:pt>
              <c:pt idx="2877">
                <c:v>0.320078084813215</c:v>
              </c:pt>
              <c:pt idx="2878">
                <c:v>1.156540013847909</c:v>
              </c:pt>
              <c:pt idx="2879">
                <c:v>1.1862024707688343</c:v>
              </c:pt>
              <c:pt idx="2880">
                <c:v>1.192877113311807</c:v>
              </c:pt>
              <c:pt idx="2881">
                <c:v>1.0655009507452184</c:v>
              </c:pt>
              <c:pt idx="2882">
                <c:v>1.0614461957082857</c:v>
              </c:pt>
              <c:pt idx="2883">
                <c:v>1.1201757514346602</c:v>
              </c:pt>
              <c:pt idx="2884">
                <c:v>1.1158065536076176</c:v>
              </c:pt>
              <c:pt idx="2885">
                <c:v>1.1168854506862178</c:v>
              </c:pt>
              <c:pt idx="2886">
                <c:v>0.17540135572512397</c:v>
              </c:pt>
              <c:pt idx="2887">
                <c:v>1.884614211104833E-06</c:v>
              </c:pt>
              <c:pt idx="2888">
                <c:v>1.7448085242863859E-06</c:v>
              </c:pt>
              <c:pt idx="2889">
                <c:v>1.7748762975983153E-06</c:v>
              </c:pt>
              <c:pt idx="2890">
                <c:v>1.8343781979361537E-06</c:v>
              </c:pt>
              <c:pt idx="2891">
                <c:v>1.1084767632525012</c:v>
              </c:pt>
              <c:pt idx="2892">
                <c:v>1.1212711460444575</c:v>
              </c:pt>
              <c:pt idx="2893">
                <c:v>1.1089887991488225</c:v>
              </c:pt>
              <c:pt idx="2894">
                <c:v>1.1074822615351356</c:v>
              </c:pt>
              <c:pt idx="2895">
                <c:v>1.1259742242892155</c:v>
              </c:pt>
              <c:pt idx="2896">
                <c:v>1.161362750755484</c:v>
              </c:pt>
              <c:pt idx="2897">
                <c:v>1.1683481671698686</c:v>
              </c:pt>
              <c:pt idx="2898">
                <c:v>1.1546031832535106</c:v>
              </c:pt>
              <c:pt idx="2899">
                <c:v>1.1557236334578906</c:v>
              </c:pt>
              <c:pt idx="2900">
                <c:v>1.0330813920316881</c:v>
              </c:pt>
              <c:pt idx="2901">
                <c:v>1.108796941331833</c:v>
              </c:pt>
              <c:pt idx="2902">
                <c:v>1.1221400829993464</c:v>
              </c:pt>
              <c:pt idx="2903">
                <c:v>1.1459019594602944</c:v>
              </c:pt>
              <c:pt idx="2904">
                <c:v>1.143941739289601</c:v>
              </c:pt>
              <c:pt idx="2905">
                <c:v>1.1454148626365106</c:v>
              </c:pt>
              <c:pt idx="2906">
                <c:v>0.8955329576284576</c:v>
              </c:pt>
              <c:pt idx="2907">
                <c:v>0.8839258536135292</c:v>
              </c:pt>
              <c:pt idx="2908">
                <c:v>1.101300450459984</c:v>
              </c:pt>
              <c:pt idx="2909">
                <c:v>1.1730249093634915</c:v>
              </c:pt>
              <c:pt idx="2910">
                <c:v>1.1465890486326848</c:v>
              </c:pt>
              <c:pt idx="2911">
                <c:v>0.16114535816757347</c:v>
              </c:pt>
              <c:pt idx="2912">
                <c:v>0.9493998439413271</c:v>
              </c:pt>
              <c:pt idx="2913">
                <c:v>1.1041288544733265</c:v>
              </c:pt>
              <c:pt idx="2914">
                <c:v>1.0757368597627082</c:v>
              </c:pt>
              <c:pt idx="2915">
                <c:v>1.001242253433254</c:v>
              </c:pt>
              <c:pt idx="2916">
                <c:v>1.1691656772640262</c:v>
              </c:pt>
              <c:pt idx="2917">
                <c:v>0.8391412306686556</c:v>
              </c:pt>
              <c:pt idx="2918">
                <c:v>0.7200874572127584</c:v>
              </c:pt>
              <c:pt idx="2919">
                <c:v>0.3789913327636125</c:v>
              </c:pt>
              <c:pt idx="2920">
                <c:v>0.6310831225644782</c:v>
              </c:pt>
              <c:pt idx="2921">
                <c:v>0.6165824331283876</c:v>
              </c:pt>
              <c:pt idx="2922">
                <c:v>1.1556885837436388</c:v>
              </c:pt>
              <c:pt idx="2923">
                <c:v>0.44760424167218715</c:v>
              </c:pt>
              <c:pt idx="2924">
                <c:v>0.4772454588767716</c:v>
              </c:pt>
              <c:pt idx="2925">
                <c:v>1.999096917924147E-06</c:v>
              </c:pt>
              <c:pt idx="2926">
                <c:v>1.1003714158608735</c:v>
              </c:pt>
              <c:pt idx="2927">
                <c:v>0.2767752150263837</c:v>
              </c:pt>
              <c:pt idx="2928">
                <c:v>0.5178746668924799</c:v>
              </c:pt>
              <c:pt idx="2929">
                <c:v>1.1118239849676352</c:v>
              </c:pt>
              <c:pt idx="2930">
                <c:v>1.1895313535398493</c:v>
              </c:pt>
              <c:pt idx="2931">
                <c:v>0.8585131828627834</c:v>
              </c:pt>
              <c:pt idx="2932">
                <c:v>0.7182769847361964</c:v>
              </c:pt>
              <c:pt idx="2933">
                <c:v>0.6178271961753818</c:v>
              </c:pt>
              <c:pt idx="2934">
                <c:v>0.7992961727617325</c:v>
              </c:pt>
              <c:pt idx="2935">
                <c:v>1.1939547009283549</c:v>
              </c:pt>
              <c:pt idx="2936">
                <c:v>1.195505363100179</c:v>
              </c:pt>
              <c:pt idx="2937">
                <c:v>1.763698978562173E-06</c:v>
              </c:pt>
              <c:pt idx="2938">
                <c:v>0.04125156835975403</c:v>
              </c:pt>
              <c:pt idx="2939">
                <c:v>0.6359922822521787</c:v>
              </c:pt>
              <c:pt idx="2940">
                <c:v>0.2224148011803586</c:v>
              </c:pt>
              <c:pt idx="2941">
                <c:v>1.1773998342215182</c:v>
              </c:pt>
              <c:pt idx="2942">
                <c:v>0.12950862348914746</c:v>
              </c:pt>
              <c:pt idx="2943">
                <c:v>1.1187484284314775</c:v>
              </c:pt>
              <c:pt idx="2944">
                <c:v>0.34501868558423276</c:v>
              </c:pt>
              <c:pt idx="2945">
                <c:v>0.9072584596377723</c:v>
              </c:pt>
              <c:pt idx="2946">
                <c:v>1.1104423094066929</c:v>
              </c:pt>
              <c:pt idx="2947">
                <c:v>1.1263185817073367</c:v>
              </c:pt>
              <c:pt idx="2948">
                <c:v>1.094583335416464</c:v>
              </c:pt>
              <c:pt idx="2949">
                <c:v>1.1955102208521668</c:v>
              </c:pt>
              <c:pt idx="2950">
                <c:v>1.1484541586014516</c:v>
              </c:pt>
              <c:pt idx="2951">
                <c:v>1.1717074300280175</c:v>
              </c:pt>
              <c:pt idx="2952">
                <c:v>0.5443376562011836</c:v>
              </c:pt>
              <c:pt idx="2953">
                <c:v>0.2421160887510852</c:v>
              </c:pt>
              <c:pt idx="2954">
                <c:v>0.4184711055375694</c:v>
              </c:pt>
              <c:pt idx="2955">
                <c:v>0.5065337890641165</c:v>
              </c:pt>
              <c:pt idx="2956">
                <c:v>0.38060914829956133</c:v>
              </c:pt>
              <c:pt idx="2957">
                <c:v>0.5592135629465308</c:v>
              </c:pt>
              <c:pt idx="2958">
                <c:v>1.093310257895233</c:v>
              </c:pt>
              <c:pt idx="2959">
                <c:v>1.1112158783264994</c:v>
              </c:pt>
              <c:pt idx="2960">
                <c:v>1.1049064576778111</c:v>
              </c:pt>
              <c:pt idx="2961">
                <c:v>0.4472462957286195</c:v>
              </c:pt>
              <c:pt idx="2962">
                <c:v>0.6638606879274088</c:v>
              </c:pt>
              <c:pt idx="2963">
                <c:v>1.1473470812824238</c:v>
              </c:pt>
              <c:pt idx="2964">
                <c:v>1.115053398649779</c:v>
              </c:pt>
              <c:pt idx="2965">
                <c:v>0.7684193076762584</c:v>
              </c:pt>
              <c:pt idx="2966">
                <c:v>0.9193299738919335</c:v>
              </c:pt>
              <c:pt idx="2967">
                <c:v>0.05275447800235342</c:v>
              </c:pt>
              <c:pt idx="2968">
                <c:v>1.1868923809718104</c:v>
              </c:pt>
              <c:pt idx="2969">
                <c:v>0.6401223464192272</c:v>
              </c:pt>
              <c:pt idx="2970">
                <c:v>0.7824851086581339</c:v>
              </c:pt>
              <c:pt idx="2971">
                <c:v>0.010899657069270496</c:v>
              </c:pt>
              <c:pt idx="2972">
                <c:v>0.9902934775896337</c:v>
              </c:pt>
              <c:pt idx="2973">
                <c:v>1.0361019953333859</c:v>
              </c:pt>
              <c:pt idx="2974">
                <c:v>0.8223384145874844</c:v>
              </c:pt>
              <c:pt idx="2975">
                <c:v>1.1677355047112212</c:v>
              </c:pt>
              <c:pt idx="2976">
                <c:v>0.5578296930059896</c:v>
              </c:pt>
              <c:pt idx="2977">
                <c:v>0.5124234411342715</c:v>
              </c:pt>
              <c:pt idx="2978">
                <c:v>0.6642763526914108</c:v>
              </c:pt>
              <c:pt idx="2979">
                <c:v>1.112855571618698</c:v>
              </c:pt>
              <c:pt idx="2980">
                <c:v>0.4320713425536668</c:v>
              </c:pt>
              <c:pt idx="2981">
                <c:v>1.0926991067298666</c:v>
              </c:pt>
              <c:pt idx="2982">
                <c:v>0.7711085693973769</c:v>
              </c:pt>
              <c:pt idx="2983">
                <c:v>1.12955842197322</c:v>
              </c:pt>
              <c:pt idx="2984">
                <c:v>1.1671931867752998</c:v>
              </c:pt>
              <c:pt idx="2985">
                <c:v>1.15852974463209</c:v>
              </c:pt>
              <c:pt idx="2986">
                <c:v>0.8413139363634853</c:v>
              </c:pt>
              <c:pt idx="2987">
                <c:v>0.5095874034691059</c:v>
              </c:pt>
              <c:pt idx="2988">
                <c:v>0.5527871984826775</c:v>
              </c:pt>
              <c:pt idx="2989">
                <c:v>0.4969243801714796</c:v>
              </c:pt>
              <c:pt idx="2990">
                <c:v>0.30725236712225523</c:v>
              </c:pt>
              <c:pt idx="2991">
                <c:v>0.4497168701310118</c:v>
              </c:pt>
              <c:pt idx="2992">
                <c:v>1.1845706179405382</c:v>
              </c:pt>
              <c:pt idx="2993">
                <c:v>0.5879429400273388</c:v>
              </c:pt>
              <c:pt idx="2994">
                <c:v>0.5824055192194609</c:v>
              </c:pt>
              <c:pt idx="2995">
                <c:v>0.9983645043929836</c:v>
              </c:pt>
              <c:pt idx="2996">
                <c:v>1.0100870586170272</c:v>
              </c:pt>
              <c:pt idx="2997">
                <c:v>0.3810128186322196</c:v>
              </c:pt>
              <c:pt idx="2998">
                <c:v>0.39630292506606263</c:v>
              </c:pt>
              <c:pt idx="2999">
                <c:v>0.3686090245255385</c:v>
              </c:pt>
              <c:pt idx="3000">
                <c:v>0.30237899872860774</c:v>
              </c:pt>
              <c:pt idx="3001">
                <c:v>0.32858039665331107</c:v>
              </c:pt>
              <c:pt idx="3002">
                <c:v>0.01739206908539237</c:v>
              </c:pt>
              <c:pt idx="3003">
                <c:v>0.033336984085953016</c:v>
              </c:pt>
              <c:pt idx="3004">
                <c:v>0.35814256908917286</c:v>
              </c:pt>
              <c:pt idx="3005">
                <c:v>0.34074806841180866</c:v>
              </c:pt>
              <c:pt idx="3006">
                <c:v>0.18123769475169355</c:v>
              </c:pt>
              <c:pt idx="3007">
                <c:v>0.359982942693026</c:v>
              </c:pt>
              <c:pt idx="3008">
                <c:v>0.24836526271261167</c:v>
              </c:pt>
              <c:pt idx="3009">
                <c:v>0.3577000518239211</c:v>
              </c:pt>
              <c:pt idx="3010">
                <c:v>0.3691586833266939</c:v>
              </c:pt>
              <c:pt idx="3011">
                <c:v>0.5650856719155739</c:v>
              </c:pt>
              <c:pt idx="3012">
                <c:v>0.3392486780853158</c:v>
              </c:pt>
              <c:pt idx="3013">
                <c:v>0.4667916658258142</c:v>
              </c:pt>
              <c:pt idx="3014">
                <c:v>0.4650828436679478</c:v>
              </c:pt>
              <c:pt idx="3015">
                <c:v>0.4700492882631371</c:v>
              </c:pt>
              <c:pt idx="3016">
                <c:v>0.7434842303656467</c:v>
              </c:pt>
              <c:pt idx="3017">
                <c:v>0.7385838814418307</c:v>
              </c:pt>
              <c:pt idx="3018">
                <c:v>0.7032433208191652</c:v>
              </c:pt>
              <c:pt idx="3019">
                <c:v>0.7300844391792068</c:v>
              </c:pt>
              <c:pt idx="3020">
                <c:v>0.8202101958352175</c:v>
              </c:pt>
              <c:pt idx="3021">
                <c:v>0.4536371444842352</c:v>
              </c:pt>
              <c:pt idx="3022">
                <c:v>0.23436375252941005</c:v>
              </c:pt>
              <c:pt idx="3023">
                <c:v>0.4564075394127258</c:v>
              </c:pt>
              <c:pt idx="3024">
                <c:v>0.3374591127131881</c:v>
              </c:pt>
              <c:pt idx="3025">
                <c:v>0.6389070006246301</c:v>
              </c:pt>
              <c:pt idx="3026">
                <c:v>0.6584692040311967</c:v>
              </c:pt>
              <c:pt idx="3027">
                <c:v>0.6295556652995431</c:v>
              </c:pt>
              <c:pt idx="3028">
                <c:v>0.4323471278789517</c:v>
              </c:pt>
              <c:pt idx="3029">
                <c:v>1.6493956139900292E-06</c:v>
              </c:pt>
              <c:pt idx="3030">
                <c:v>1.617711559129218E-06</c:v>
              </c:pt>
              <c:pt idx="3031">
                <c:v>0.4087257303209586</c:v>
              </c:pt>
              <c:pt idx="3032">
                <c:v>0.4333954435849409</c:v>
              </c:pt>
              <c:pt idx="3033">
                <c:v>0.5023023707261033</c:v>
              </c:pt>
              <c:pt idx="3034">
                <c:v>0.3481657860685205</c:v>
              </c:pt>
              <c:pt idx="3035">
                <c:v>0.248705360536023</c:v>
              </c:pt>
              <c:pt idx="3036">
                <c:v>1.5632609150542126E-06</c:v>
              </c:pt>
              <c:pt idx="3037">
                <c:v>0.16035146070431275</c:v>
              </c:pt>
              <c:pt idx="3038">
                <c:v>0.7327992054476484</c:v>
              </c:pt>
              <c:pt idx="3039">
                <c:v>0.8419817553964228</c:v>
              </c:pt>
              <c:pt idx="3040">
                <c:v>0.7345621867918357</c:v>
              </c:pt>
              <c:pt idx="3041">
                <c:v>0.3175635880952379</c:v>
              </c:pt>
              <c:pt idx="3042">
                <c:v>0.4038220012865468</c:v>
              </c:pt>
              <c:pt idx="3043">
                <c:v>0.2353411593765229</c:v>
              </c:pt>
              <c:pt idx="3044">
                <c:v>0.8640681570116515</c:v>
              </c:pt>
              <c:pt idx="3045">
                <c:v>0.8935488105081943</c:v>
              </c:pt>
              <c:pt idx="3046">
                <c:v>0.8425886744650841</c:v>
              </c:pt>
              <c:pt idx="3047">
                <c:v>0.477566248250206</c:v>
              </c:pt>
              <c:pt idx="3048">
                <c:v>0.8208793678139404</c:v>
              </c:pt>
              <c:pt idx="3049">
                <c:v>0.895194534585323</c:v>
              </c:pt>
              <c:pt idx="3050">
                <c:v>0.8423278146349026</c:v>
              </c:pt>
              <c:pt idx="3051">
                <c:v>1.272675330573107E-06</c:v>
              </c:pt>
              <c:pt idx="3052">
                <c:v>0.08014432524929552</c:v>
              </c:pt>
              <c:pt idx="3053">
                <c:v>1.3066949708635985E-06</c:v>
              </c:pt>
              <c:pt idx="3054">
                <c:v>1.0690369816246137</c:v>
              </c:pt>
              <c:pt idx="3055">
                <c:v>1.0813611379857213</c:v>
              </c:pt>
              <c:pt idx="3056">
                <c:v>1.072106340641449</c:v>
              </c:pt>
              <c:pt idx="3057">
                <c:v>0.7633284158555752</c:v>
              </c:pt>
              <c:pt idx="3058">
                <c:v>0.6127139874189481</c:v>
              </c:pt>
              <c:pt idx="3059">
                <c:v>0.5162865945059724</c:v>
              </c:pt>
              <c:pt idx="3060">
                <c:v>0.5732972784140126</c:v>
              </c:pt>
              <c:pt idx="3061">
                <c:v>0.6786267465044196</c:v>
              </c:pt>
              <c:pt idx="3062">
                <c:v>0.8535296489309361</c:v>
              </c:pt>
              <c:pt idx="3063">
                <c:v>0.899264666316561</c:v>
              </c:pt>
              <c:pt idx="3064">
                <c:v>0.9012617483167565</c:v>
              </c:pt>
              <c:pt idx="3065">
                <c:v>0.9042252046864367</c:v>
              </c:pt>
              <c:pt idx="3066">
                <c:v>0.1315563883908588</c:v>
              </c:pt>
              <c:pt idx="3067">
                <c:v>1.4992693290804004E-06</c:v>
              </c:pt>
              <c:pt idx="3068">
                <c:v>0.1871115826443581</c:v>
              </c:pt>
              <c:pt idx="3069">
                <c:v>0.07118547381602654</c:v>
              </c:pt>
              <c:pt idx="3070">
                <c:v>0.24454758672525623</c:v>
              </c:pt>
              <c:pt idx="3071">
                <c:v>0.2997520006082696</c:v>
              </c:pt>
              <c:pt idx="3072">
                <c:v>0.36723571011702144</c:v>
              </c:pt>
              <c:pt idx="3073">
                <c:v>0.8917880546547916</c:v>
              </c:pt>
              <c:pt idx="3074">
                <c:v>0.8096566744170025</c:v>
              </c:pt>
              <c:pt idx="3075">
                <c:v>0.7966037848832102</c:v>
              </c:pt>
              <c:pt idx="3076">
                <c:v>1.5343688451544E-06</c:v>
              </c:pt>
              <c:pt idx="3077">
                <c:v>0.012934895393831535</c:v>
              </c:pt>
              <c:pt idx="3078">
                <c:v>1.0012893804244285</c:v>
              </c:pt>
              <c:pt idx="3079">
                <c:v>1.0058165224951758</c:v>
              </c:pt>
              <c:pt idx="3080">
                <c:v>0.6341566887548209</c:v>
              </c:pt>
              <c:pt idx="3081">
                <c:v>0.6658688586551939</c:v>
              </c:pt>
              <c:pt idx="3082">
                <c:v>0.640627604314865</c:v>
              </c:pt>
              <c:pt idx="3083">
                <c:v>0.8064186902399821</c:v>
              </c:pt>
              <c:pt idx="3084">
                <c:v>0.7732691600228014</c:v>
              </c:pt>
              <c:pt idx="3085">
                <c:v>0.8306813558900585</c:v>
              </c:pt>
              <c:pt idx="3086">
                <c:v>0.8016279298433867</c:v>
              </c:pt>
              <c:pt idx="3087">
                <c:v>0.9399673979813696</c:v>
              </c:pt>
              <c:pt idx="3088">
                <c:v>0.9377437221853293</c:v>
              </c:pt>
              <c:pt idx="3089">
                <c:v>0.9877294853190091</c:v>
              </c:pt>
              <c:pt idx="3090">
                <c:v>0.5590296684530842</c:v>
              </c:pt>
              <c:pt idx="3091">
                <c:v>0.7606201868768219</c:v>
              </c:pt>
              <c:pt idx="3092">
                <c:v>0.7969495036579061</c:v>
              </c:pt>
              <c:pt idx="3093">
                <c:v>0.7801624316693675</c:v>
              </c:pt>
              <c:pt idx="3094">
                <c:v>0.9768793318651476</c:v>
              </c:pt>
              <c:pt idx="3095">
                <c:v>0.9361435360625942</c:v>
              </c:pt>
              <c:pt idx="3096">
                <c:v>0.9482232181497536</c:v>
              </c:pt>
              <c:pt idx="3097">
                <c:v>0.5870017991148853</c:v>
              </c:pt>
              <c:pt idx="3098">
                <c:v>0.882663386135794</c:v>
              </c:pt>
              <c:pt idx="3099">
                <c:v>0.8798144053474405</c:v>
              </c:pt>
              <c:pt idx="3100">
                <c:v>0.910901189943047</c:v>
              </c:pt>
              <c:pt idx="3101">
                <c:v>0.9376512612800701</c:v>
              </c:pt>
              <c:pt idx="3102">
                <c:v>0.7690895596826557</c:v>
              </c:pt>
              <c:pt idx="3103">
                <c:v>0.7117323342135794</c:v>
              </c:pt>
              <c:pt idx="3104">
                <c:v>0.9588612199137728</c:v>
              </c:pt>
              <c:pt idx="3105">
                <c:v>0.11894963230841489</c:v>
              </c:pt>
              <c:pt idx="3106">
                <c:v>0.9204275503132735</c:v>
              </c:pt>
              <c:pt idx="3107">
                <c:v>0.9155200824744009</c:v>
              </c:pt>
              <c:pt idx="3108">
                <c:v>0.31783248766845484</c:v>
              </c:pt>
              <c:pt idx="3109">
                <c:v>0.3731528049139282</c:v>
              </c:pt>
              <c:pt idx="3110">
                <c:v>0.9925674677737473</c:v>
              </c:pt>
              <c:pt idx="3111">
                <c:v>0.95116257486471</c:v>
              </c:pt>
              <c:pt idx="3112">
                <c:v>0.962242801088753</c:v>
              </c:pt>
              <c:pt idx="3113">
                <c:v>1.3421196470563193E-06</c:v>
              </c:pt>
              <c:pt idx="3114">
                <c:v>0.08068387854804619</c:v>
              </c:pt>
              <c:pt idx="3115">
                <c:v>1.446988928034123E-06</c:v>
              </c:pt>
              <c:pt idx="3116">
                <c:v>0.00889653689057587</c:v>
              </c:pt>
              <c:pt idx="3117">
                <c:v>1.4057649795755945E-06</c:v>
              </c:pt>
              <c:pt idx="3118">
                <c:v>0.26309667196015707</c:v>
              </c:pt>
              <c:pt idx="3119">
                <c:v>0.388195030482029</c:v>
              </c:pt>
              <c:pt idx="3120">
                <c:v>0.31016327853592873</c:v>
              </c:pt>
              <c:pt idx="3121">
                <c:v>0.1947202716751462</c:v>
              </c:pt>
              <c:pt idx="3122">
                <c:v>0.6190286846918058</c:v>
              </c:pt>
              <c:pt idx="3123">
                <c:v>1.6379404040973407E-06</c:v>
              </c:pt>
              <c:pt idx="3124">
                <c:v>0.6466755488489009</c:v>
              </c:pt>
              <c:pt idx="3125">
                <c:v>0.619767473531487</c:v>
              </c:pt>
              <c:pt idx="3126">
                <c:v>0.5328916562106181</c:v>
              </c:pt>
              <c:pt idx="3127">
                <c:v>0.508107870853354</c:v>
              </c:pt>
              <c:pt idx="3128">
                <c:v>0.8472924133943321</c:v>
              </c:pt>
              <c:pt idx="3129">
                <c:v>0.8602787941461736</c:v>
              </c:pt>
              <c:pt idx="3130">
                <c:v>0.8390607015827994</c:v>
              </c:pt>
              <c:pt idx="3131">
                <c:v>0.007041715525645564</c:v>
              </c:pt>
              <c:pt idx="3132">
                <c:v>0.6446932741838146</c:v>
              </c:pt>
              <c:pt idx="3133">
                <c:v>0.6329072841523276</c:v>
              </c:pt>
              <c:pt idx="3134">
                <c:v>0.5494760530952123</c:v>
              </c:pt>
              <c:pt idx="3135">
                <c:v>0.6902155951155231</c:v>
              </c:pt>
              <c:pt idx="3136">
                <c:v>0.6823829927144051</c:v>
              </c:pt>
              <c:pt idx="3137">
                <c:v>0.7497476553848741</c:v>
              </c:pt>
              <c:pt idx="3138">
                <c:v>0.12420158309966801</c:v>
              </c:pt>
              <c:pt idx="3139">
                <c:v>1.621990966135603E-06</c:v>
              </c:pt>
              <c:pt idx="3140">
                <c:v>0.4152821120166284</c:v>
              </c:pt>
              <c:pt idx="3141">
                <c:v>0.5271362149239127</c:v>
              </c:pt>
              <c:pt idx="3142">
                <c:v>1.0063198124550545</c:v>
              </c:pt>
              <c:pt idx="3143">
                <c:v>1.0148033652457205</c:v>
              </c:pt>
              <c:pt idx="3144">
                <c:v>0.9832418643959925</c:v>
              </c:pt>
              <c:pt idx="3145">
                <c:v>0.7271518833349104</c:v>
              </c:pt>
              <c:pt idx="3146">
                <c:v>1.6201299991278086E-06</c:v>
              </c:pt>
              <c:pt idx="3147">
                <c:v>0.009171011928607965</c:v>
              </c:pt>
              <c:pt idx="3148">
                <c:v>0.9993298989441357</c:v>
              </c:pt>
              <c:pt idx="3149">
                <c:v>1.0055715797836458</c:v>
              </c:pt>
              <c:pt idx="3150">
                <c:v>1.0154539520365722</c:v>
              </c:pt>
              <c:pt idx="3151">
                <c:v>0.7360397051000132</c:v>
              </c:pt>
              <c:pt idx="3152">
                <c:v>0.8781367965655266</c:v>
              </c:pt>
              <c:pt idx="3153">
                <c:v>0.8701448847991657</c:v>
              </c:pt>
              <c:pt idx="3154">
                <c:v>0.24296656994708393</c:v>
              </c:pt>
              <c:pt idx="3155">
                <c:v>0.9067804969392459</c:v>
              </c:pt>
              <c:pt idx="3156">
                <c:v>0.9020287472089334</c:v>
              </c:pt>
              <c:pt idx="3157">
                <c:v>0.2449002625679884</c:v>
              </c:pt>
              <c:pt idx="3158">
                <c:v>0.24694000518635104</c:v>
              </c:pt>
              <c:pt idx="3159">
                <c:v>0.21374390106483812</c:v>
              </c:pt>
              <c:pt idx="3160">
                <c:v>0.8276379987446607</c:v>
              </c:pt>
              <c:pt idx="3161">
                <c:v>0.44084008883390824</c:v>
              </c:pt>
              <c:pt idx="3162">
                <c:v>0.43357943134032395</c:v>
              </c:pt>
              <c:pt idx="3163">
                <c:v>0.8935663756482453</c:v>
              </c:pt>
              <c:pt idx="3164">
                <c:v>0.998457514553774</c:v>
              </c:pt>
              <c:pt idx="3165">
                <c:v>0.11474774334188591</c:v>
              </c:pt>
              <c:pt idx="3166">
                <c:v>1.158957140467467E-06</c:v>
              </c:pt>
              <c:pt idx="3167">
                <c:v>1.2146331735897278E-06</c:v>
              </c:pt>
              <c:pt idx="3168">
                <c:v>0.4161193951590997</c:v>
              </c:pt>
              <c:pt idx="3169">
                <c:v>0.282802127214349</c:v>
              </c:pt>
              <c:pt idx="3170">
                <c:v>0.4142533655355537</c:v>
              </c:pt>
              <c:pt idx="3171">
                <c:v>0.5829520681627975</c:v>
              </c:pt>
              <c:pt idx="3172">
                <c:v>0.6827962737435713</c:v>
              </c:pt>
              <c:pt idx="3173">
                <c:v>0.6246719629397932</c:v>
              </c:pt>
              <c:pt idx="3174">
                <c:v>0.82994398954898</c:v>
              </c:pt>
              <c:pt idx="3175">
                <c:v>0.6042283985155864</c:v>
              </c:pt>
              <c:pt idx="3176">
                <c:v>0.9063909795282866</c:v>
              </c:pt>
              <c:pt idx="3177">
                <c:v>1.666593413548742E-06</c:v>
              </c:pt>
              <c:pt idx="3178">
                <c:v>1.6513955639559166E-06</c:v>
              </c:pt>
              <c:pt idx="3179">
                <c:v>1.5862126967797062E-06</c:v>
              </c:pt>
              <c:pt idx="3180">
                <c:v>1.582252290944328E-06</c:v>
              </c:pt>
              <c:pt idx="3181">
                <c:v>1.6009100342096243E-06</c:v>
              </c:pt>
              <c:pt idx="3182">
                <c:v>1.017026263660827</c:v>
              </c:pt>
              <c:pt idx="3183">
                <c:v>0.4864507799604137</c:v>
              </c:pt>
              <c:pt idx="3184">
                <c:v>1.0438086669362119</c:v>
              </c:pt>
              <c:pt idx="3185">
                <c:v>1.1287501542161288E-06</c:v>
              </c:pt>
              <c:pt idx="3186">
                <c:v>0.1014715239714623</c:v>
              </c:pt>
              <c:pt idx="3187">
                <c:v>1.167339715329699E-06</c:v>
              </c:pt>
              <c:pt idx="3188">
                <c:v>0.1705553995002029</c:v>
              </c:pt>
              <c:pt idx="3189">
                <c:v>0.3331350488591389</c:v>
              </c:pt>
              <c:pt idx="3190">
                <c:v>0.7987732745190603</c:v>
              </c:pt>
              <c:pt idx="3191">
                <c:v>0.6137014415491637</c:v>
              </c:pt>
              <c:pt idx="3192">
                <c:v>0.6115202254357701</c:v>
              </c:pt>
              <c:pt idx="3193">
                <c:v>0.6034388118790603</c:v>
              </c:pt>
              <c:pt idx="3194">
                <c:v>0.6208073334135005</c:v>
              </c:pt>
              <c:pt idx="3195">
                <c:v>0.8733076040569921</c:v>
              </c:pt>
              <c:pt idx="3196">
                <c:v>0.8602588499554686</c:v>
              </c:pt>
              <c:pt idx="3197">
                <c:v>0.8691702782667502</c:v>
              </c:pt>
              <c:pt idx="3198">
                <c:v>0.8662621517002637</c:v>
              </c:pt>
              <c:pt idx="3199">
                <c:v>0.6752106834490234</c:v>
              </c:pt>
              <c:pt idx="3200">
                <c:v>0.7609250833282866</c:v>
              </c:pt>
              <c:pt idx="3201">
                <c:v>0.8085309513844054</c:v>
              </c:pt>
              <c:pt idx="3202">
                <c:v>0.8759202034992992</c:v>
              </c:pt>
              <c:pt idx="3203">
                <c:v>0.599582327928774</c:v>
              </c:pt>
              <c:pt idx="3204">
                <c:v>1.0351051145583605</c:v>
              </c:pt>
              <c:pt idx="3205">
                <c:v>0.7216658821919036</c:v>
              </c:pt>
              <c:pt idx="3206">
                <c:v>0.7307875954077084</c:v>
              </c:pt>
              <c:pt idx="3207">
                <c:v>0.7340484927400279</c:v>
              </c:pt>
              <c:pt idx="3208">
                <c:v>0.9207207879017819</c:v>
              </c:pt>
              <c:pt idx="3209">
                <c:v>0.8699469827988277</c:v>
              </c:pt>
              <c:pt idx="3210">
                <c:v>0.9206566378421711</c:v>
              </c:pt>
              <c:pt idx="3211">
                <c:v>0.8706850228095271</c:v>
              </c:pt>
              <c:pt idx="3212">
                <c:v>0.6810513355171639</c:v>
              </c:pt>
              <c:pt idx="3213">
                <c:v>0.6392948684895429</c:v>
              </c:pt>
              <c:pt idx="3214">
                <c:v>0.8937058444642619</c:v>
              </c:pt>
              <c:pt idx="3215">
                <c:v>0.32401522415866396</c:v>
              </c:pt>
              <c:pt idx="3216">
                <c:v>0.25261646818796873</c:v>
              </c:pt>
              <c:pt idx="3217">
                <c:v>0.2959547565674396</c:v>
              </c:pt>
              <c:pt idx="3218">
                <c:v>0.23471429842015992</c:v>
              </c:pt>
              <c:pt idx="3219">
                <c:v>1.6485033739004462E-06</c:v>
              </c:pt>
              <c:pt idx="3220">
                <c:v>0.8698948267221278</c:v>
              </c:pt>
              <c:pt idx="3221">
                <c:v>0.04531885405427728</c:v>
              </c:pt>
              <c:pt idx="3222">
                <c:v>1.2182732302154936E-06</c:v>
              </c:pt>
              <c:pt idx="3223">
                <c:v>0.0665012045306555</c:v>
              </c:pt>
              <c:pt idx="3224">
                <c:v>0.9916775807601174</c:v>
              </c:pt>
              <c:pt idx="3225">
                <c:v>0.731039729391714</c:v>
              </c:pt>
              <c:pt idx="3226">
                <c:v>0.8230745908818589</c:v>
              </c:pt>
              <c:pt idx="3227">
                <c:v>1.0412625477813766</c:v>
              </c:pt>
              <c:pt idx="3228">
                <c:v>1.2715411202408558E-06</c:v>
              </c:pt>
              <c:pt idx="3229">
                <c:v>0.9823269914331003</c:v>
              </c:pt>
              <c:pt idx="3230">
                <c:v>0.9898726098316366</c:v>
              </c:pt>
              <c:pt idx="3231">
                <c:v>0.9764800219629133</c:v>
              </c:pt>
              <c:pt idx="3232">
                <c:v>0.9586288146112822</c:v>
              </c:pt>
              <c:pt idx="3233">
                <c:v>0.9532289857434854</c:v>
              </c:pt>
              <c:pt idx="3234">
                <c:v>0.8853379821051138</c:v>
              </c:pt>
              <c:pt idx="3235">
                <c:v>0.949518832100591</c:v>
              </c:pt>
              <c:pt idx="3236">
                <c:v>0.9295549334446265</c:v>
              </c:pt>
              <c:pt idx="3237">
                <c:v>0.9282172009613914</c:v>
              </c:pt>
              <c:pt idx="3238">
                <c:v>0.46793682189293073</c:v>
              </c:pt>
              <c:pt idx="3239">
                <c:v>0.4995925242701014</c:v>
              </c:pt>
              <c:pt idx="3240">
                <c:v>1.0063518898138237</c:v>
              </c:pt>
              <c:pt idx="3241">
                <c:v>0.9991307190055849</c:v>
              </c:pt>
              <c:pt idx="3242">
                <c:v>1.009650549976807</c:v>
              </c:pt>
              <c:pt idx="3243">
                <c:v>1.0644638050131958</c:v>
              </c:pt>
              <c:pt idx="3244">
                <c:v>1.0039360263801875</c:v>
              </c:pt>
              <c:pt idx="3245">
                <c:v>0.9968977534826261</c:v>
              </c:pt>
              <c:pt idx="3246">
                <c:v>0.8443943668837686</c:v>
              </c:pt>
              <c:pt idx="3247">
                <c:v>0.8523892421371535</c:v>
              </c:pt>
              <c:pt idx="3248">
                <c:v>1.053888125886769</c:v>
              </c:pt>
              <c:pt idx="3249">
                <c:v>0.9910821255702887</c:v>
              </c:pt>
              <c:pt idx="3250">
                <c:v>0.8193684575926837</c:v>
              </c:pt>
              <c:pt idx="3251">
                <c:v>0.7790348691977433</c:v>
              </c:pt>
              <c:pt idx="3252">
                <c:v>0.6861034534149743</c:v>
              </c:pt>
              <c:pt idx="3253">
                <c:v>0.7615543713774326</c:v>
              </c:pt>
              <c:pt idx="3254">
                <c:v>0.777364394221124</c:v>
              </c:pt>
              <c:pt idx="3255">
                <c:v>0.7006024290796335</c:v>
              </c:pt>
              <c:pt idx="3256">
                <c:v>0.7392367553656877</c:v>
              </c:pt>
              <c:pt idx="3257">
                <c:v>0.762059136722936</c:v>
              </c:pt>
              <c:pt idx="3258">
                <c:v>0.7979515351205405</c:v>
              </c:pt>
              <c:pt idx="3259">
                <c:v>1.0267702099981757</c:v>
              </c:pt>
              <c:pt idx="3260">
                <c:v>1.0543404460447487</c:v>
              </c:pt>
              <c:pt idx="3261">
                <c:v>1.055218941250855</c:v>
              </c:pt>
              <c:pt idx="3262">
                <c:v>1.0335697308808882</c:v>
              </c:pt>
              <c:pt idx="3263">
                <c:v>1.0222981175217285</c:v>
              </c:pt>
              <c:pt idx="3264">
                <c:v>1.0237572088722384</c:v>
              </c:pt>
              <c:pt idx="3265">
                <c:v>1.031040593816916</c:v>
              </c:pt>
              <c:pt idx="3266">
                <c:v>1.039664021576913</c:v>
              </c:pt>
              <c:pt idx="3267">
                <c:v>0.9353365054457567</c:v>
              </c:pt>
              <c:pt idx="3268">
                <c:v>0.9855625552647267</c:v>
              </c:pt>
              <c:pt idx="3269">
                <c:v>0.9875253714225802</c:v>
              </c:pt>
              <c:pt idx="3270">
                <c:v>0.9269809749392205</c:v>
              </c:pt>
              <c:pt idx="3271">
                <c:v>0.8484137802377066</c:v>
              </c:pt>
              <c:pt idx="3272">
                <c:v>0.8722199527677366</c:v>
              </c:pt>
              <c:pt idx="3273">
                <c:v>0.9143885286172058</c:v>
              </c:pt>
              <c:pt idx="3274">
                <c:v>1.6218815481016464E-06</c:v>
              </c:pt>
              <c:pt idx="3275">
                <c:v>0.5808947854278625</c:v>
              </c:pt>
              <c:pt idx="3276">
                <c:v>0.3859691304425714</c:v>
              </c:pt>
              <c:pt idx="3277">
                <c:v>0.24370484501038933</c:v>
              </c:pt>
              <c:pt idx="3278">
                <c:v>0.24536583877277263</c:v>
              </c:pt>
              <c:pt idx="3279">
                <c:v>0.29310840943709854</c:v>
              </c:pt>
              <c:pt idx="3280">
                <c:v>0.3575849926374146</c:v>
              </c:pt>
              <c:pt idx="3281">
                <c:v>0.5049482952804475</c:v>
              </c:pt>
              <c:pt idx="3282">
                <c:v>0.44857530756305364</c:v>
              </c:pt>
              <c:pt idx="3283">
                <c:v>0.2618446723427733</c:v>
              </c:pt>
              <c:pt idx="3284">
                <c:v>0.46313735297190667</c:v>
              </c:pt>
              <c:pt idx="3285">
                <c:v>0.444048691745442</c:v>
              </c:pt>
              <c:pt idx="3286">
                <c:v>0.4841377930712608</c:v>
              </c:pt>
              <c:pt idx="3287">
                <c:v>0.9252569381423982</c:v>
              </c:pt>
              <c:pt idx="3288">
                <c:v>0.9379516161828144</c:v>
              </c:pt>
              <c:pt idx="3289">
                <c:v>0.9251387432323377</c:v>
              </c:pt>
              <c:pt idx="3290">
                <c:v>0.9101360813802141</c:v>
              </c:pt>
              <c:pt idx="3291">
                <c:v>0.8183757693270826</c:v>
              </c:pt>
              <c:pt idx="3292">
                <c:v>0.11513950844580842</c:v>
              </c:pt>
              <c:pt idx="3293">
                <c:v>0.2154201626728916</c:v>
              </c:pt>
              <c:pt idx="3294">
                <c:v>0.29021491771818403</c:v>
              </c:pt>
              <c:pt idx="3295">
                <c:v>0.3207963358379269</c:v>
              </c:pt>
              <c:pt idx="3296">
                <c:v>0.2647333284492198</c:v>
              </c:pt>
              <c:pt idx="3297">
                <c:v>0.612349116542848</c:v>
              </c:pt>
              <c:pt idx="3298">
                <c:v>0.7326571605118013</c:v>
              </c:pt>
              <c:pt idx="3299">
                <c:v>1.5740702407718064E-06</c:v>
              </c:pt>
              <c:pt idx="3300">
                <c:v>0.5895859378078815</c:v>
              </c:pt>
              <c:pt idx="3301">
                <c:v>0.4899035210366971</c:v>
              </c:pt>
              <c:pt idx="3302">
                <c:v>1.6263472708853571E-06</c:v>
              </c:pt>
              <c:pt idx="3303">
                <c:v>0.057826541825112855</c:v>
              </c:pt>
              <c:pt idx="3304">
                <c:v>1.6750126629160056E-06</c:v>
              </c:pt>
              <c:pt idx="3305">
                <c:v>0.6591136516140021</c:v>
              </c:pt>
              <c:pt idx="3306">
                <c:v>0.7543484266445084</c:v>
              </c:pt>
              <c:pt idx="3307">
                <c:v>0.8807551500364706</c:v>
              </c:pt>
              <c:pt idx="3308">
                <c:v>0.2710882253663848</c:v>
              </c:pt>
              <c:pt idx="3309">
                <c:v>0.04443611509889895</c:v>
              </c:pt>
              <c:pt idx="3310">
                <c:v>1.5560098228210708E-06</c:v>
              </c:pt>
              <c:pt idx="3311">
                <c:v>1.496983331207964E-06</c:v>
              </c:pt>
              <c:pt idx="3312">
                <c:v>0.5739406974231631</c:v>
              </c:pt>
              <c:pt idx="3313">
                <c:v>0.6211836044869782</c:v>
              </c:pt>
              <c:pt idx="3314">
                <c:v>0.6231706131406385</c:v>
              </c:pt>
              <c:pt idx="3315">
                <c:v>0.6183092277983546</c:v>
              </c:pt>
              <c:pt idx="3316">
                <c:v>0.3814563622093248</c:v>
              </c:pt>
              <c:pt idx="3317">
                <c:v>0.42518031726584504</c:v>
              </c:pt>
              <c:pt idx="3318">
                <c:v>0.4027131536265462</c:v>
              </c:pt>
              <c:pt idx="3319">
                <c:v>0.8753495466483856</c:v>
              </c:pt>
              <c:pt idx="3320">
                <c:v>0.8754454271743444</c:v>
              </c:pt>
              <c:pt idx="3321">
                <c:v>0.4420934294688243</c:v>
              </c:pt>
              <c:pt idx="3322">
                <c:v>0.3939530371815527</c:v>
              </c:pt>
              <c:pt idx="3323">
                <c:v>0.3392870543660326</c:v>
              </c:pt>
              <c:pt idx="3324">
                <c:v>0.9022172465343468</c:v>
              </c:pt>
              <c:pt idx="3325">
                <c:v>0.8602045275091841</c:v>
              </c:pt>
              <c:pt idx="3326">
                <c:v>1.036617352884762</c:v>
              </c:pt>
              <c:pt idx="3327">
                <c:v>0.8330549072093538</c:v>
              </c:pt>
              <c:pt idx="3328">
                <c:v>0.854499525141447</c:v>
              </c:pt>
              <c:pt idx="3329">
                <c:v>0.8184561080884568</c:v>
              </c:pt>
              <c:pt idx="3330">
                <c:v>1.0002754576790809</c:v>
              </c:pt>
              <c:pt idx="3331">
                <c:v>0.9488716974110091</c:v>
              </c:pt>
              <c:pt idx="3332">
                <c:v>0.3123535334454027</c:v>
              </c:pt>
              <c:pt idx="3333">
                <c:v>0.21218264895147013</c:v>
              </c:pt>
              <c:pt idx="3334">
                <c:v>0.30646707984392957</c:v>
              </c:pt>
              <c:pt idx="3335">
                <c:v>0.9045751072776127</c:v>
              </c:pt>
              <c:pt idx="3336">
                <c:v>0.8803327863124936</c:v>
              </c:pt>
              <c:pt idx="3337">
                <c:v>0.9034639061898784</c:v>
              </c:pt>
              <c:pt idx="3338">
                <c:v>0.6106351575151631</c:v>
              </c:pt>
              <c:pt idx="3339">
                <c:v>0.8725743248726513</c:v>
              </c:pt>
              <c:pt idx="3340">
                <c:v>0.8601086156118035</c:v>
              </c:pt>
              <c:pt idx="3341">
                <c:v>0.8209975906338283</c:v>
              </c:pt>
              <c:pt idx="3342">
                <c:v>0.6807664438970868</c:v>
              </c:pt>
              <c:pt idx="3343">
                <c:v>0.6438498686897992</c:v>
              </c:pt>
              <c:pt idx="3344">
                <c:v>0.6017012605292746</c:v>
              </c:pt>
              <c:pt idx="3345">
                <c:v>0.699070512044353</c:v>
              </c:pt>
              <c:pt idx="3346">
                <c:v>0.9658843794701288</c:v>
              </c:pt>
              <c:pt idx="3347">
                <c:v>0.9695906238975891</c:v>
              </c:pt>
              <c:pt idx="3348">
                <c:v>0.9769665317213503</c:v>
              </c:pt>
              <c:pt idx="3349">
                <c:v>0.9917557723652356</c:v>
              </c:pt>
              <c:pt idx="3350">
                <c:v>0.9858061792796989</c:v>
              </c:pt>
              <c:pt idx="3351">
                <c:v>0.9208110587718425</c:v>
              </c:pt>
              <c:pt idx="3352">
                <c:v>0.7494336863384159</c:v>
              </c:pt>
              <c:pt idx="3353">
                <c:v>0.6981689735896756</c:v>
              </c:pt>
              <c:pt idx="3354">
                <c:v>0.6436828324549138</c:v>
              </c:pt>
              <c:pt idx="3355">
                <c:v>0.967571304591479</c:v>
              </c:pt>
              <c:pt idx="3356">
                <c:v>0.9047468162885606</c:v>
              </c:pt>
              <c:pt idx="3357">
                <c:v>0.8029307099603458</c:v>
              </c:pt>
              <c:pt idx="3358">
                <c:v>0.14065279641144518</c:v>
              </c:pt>
              <c:pt idx="3359">
                <c:v>1.3740748801469816E-06</c:v>
              </c:pt>
              <c:pt idx="3360">
                <c:v>0.1604329388272861</c:v>
              </c:pt>
              <c:pt idx="3361">
                <c:v>1.2727432725056816E-06</c:v>
              </c:pt>
              <c:pt idx="3362">
                <c:v>0.7609974367870103</c:v>
              </c:pt>
              <c:pt idx="3363">
                <c:v>0.7926664896345956</c:v>
              </c:pt>
              <c:pt idx="3364">
                <c:v>0.6908642315631572</c:v>
              </c:pt>
              <c:pt idx="3365">
                <c:v>0.6706919709057837</c:v>
              </c:pt>
              <c:pt idx="3366">
                <c:v>0.6871807670177696</c:v>
              </c:pt>
              <c:pt idx="3367">
                <c:v>0.5558253646547147</c:v>
              </c:pt>
              <c:pt idx="3368">
                <c:v>0.14642478183970453</c:v>
              </c:pt>
              <c:pt idx="3369">
                <c:v>0.6147030422704041</c:v>
              </c:pt>
              <c:pt idx="3370">
                <c:v>1.0052539416887738</c:v>
              </c:pt>
              <c:pt idx="3371">
                <c:v>1.0068576128388183</c:v>
              </c:pt>
              <c:pt idx="3372">
                <c:v>0.7006293950907704</c:v>
              </c:pt>
              <c:pt idx="3373">
                <c:v>0.7676621292928714</c:v>
              </c:pt>
              <c:pt idx="3374">
                <c:v>0.7287825204464544</c:v>
              </c:pt>
              <c:pt idx="3375">
                <c:v>0.9013602740956401</c:v>
              </c:pt>
              <c:pt idx="3376">
                <c:v>0.875861251910759</c:v>
              </c:pt>
              <c:pt idx="3377">
                <c:v>0.7408758268895239</c:v>
              </c:pt>
              <c:pt idx="3378">
                <c:v>1.002435956158624</c:v>
              </c:pt>
              <c:pt idx="3379">
                <c:v>1.0269054370761348</c:v>
              </c:pt>
              <c:pt idx="3380">
                <c:v>1.0213018505531133</c:v>
              </c:pt>
              <c:pt idx="3381">
                <c:v>1.0315266265176615</c:v>
              </c:pt>
              <c:pt idx="3382">
                <c:v>0.785421703064255</c:v>
              </c:pt>
              <c:pt idx="3383">
                <c:v>1.0299530531095327</c:v>
              </c:pt>
              <c:pt idx="3384">
                <c:v>0.398553610235888</c:v>
              </c:pt>
              <c:pt idx="3385">
                <c:v>1.0566774407064057</c:v>
              </c:pt>
              <c:pt idx="3386">
                <c:v>0.6742669076453602</c:v>
              </c:pt>
              <c:pt idx="3387">
                <c:v>0.6710704410180589</c:v>
              </c:pt>
              <c:pt idx="3388">
                <c:v>0.6625633494535443</c:v>
              </c:pt>
              <c:pt idx="3389">
                <c:v>0.7102445214902833</c:v>
              </c:pt>
              <c:pt idx="3390">
                <c:v>0.7473520312020843</c:v>
              </c:pt>
              <c:pt idx="3391">
                <c:v>0.7749822795897565</c:v>
              </c:pt>
              <c:pt idx="3392">
                <c:v>0.6403428825665736</c:v>
              </c:pt>
              <c:pt idx="3393">
                <c:v>1.001116026093357</c:v>
              </c:pt>
              <c:pt idx="3394">
                <c:v>0.5720774438549517</c:v>
              </c:pt>
              <c:pt idx="3395">
                <c:v>0.661810179155305</c:v>
              </c:pt>
              <c:pt idx="3396">
                <c:v>0.5883800618141197</c:v>
              </c:pt>
              <c:pt idx="3397">
                <c:v>0.8964557511932492</c:v>
              </c:pt>
              <c:pt idx="3398">
                <c:v>0.3836143808318977</c:v>
              </c:pt>
              <c:pt idx="3399">
                <c:v>0.8785977243773584</c:v>
              </c:pt>
              <c:pt idx="3400">
                <c:v>0.9327828935431777</c:v>
              </c:pt>
              <c:pt idx="3401">
                <c:v>0.9447707470810369</c:v>
              </c:pt>
              <c:pt idx="3402">
                <c:v>0.26557762786389827</c:v>
              </c:pt>
              <c:pt idx="3403">
                <c:v>0.1959362457502613</c:v>
              </c:pt>
              <c:pt idx="3404">
                <c:v>1.6480060286408151E-06</c:v>
              </c:pt>
              <c:pt idx="3405">
                <c:v>0.10865130089852473</c:v>
              </c:pt>
              <c:pt idx="3406">
                <c:v>1.217649863120599E-06</c:v>
              </c:pt>
              <c:pt idx="3407">
                <c:v>1.129785536425556E-06</c:v>
              </c:pt>
              <c:pt idx="3408">
                <c:v>0.1196734773062847</c:v>
              </c:pt>
              <c:pt idx="3409">
                <c:v>0.9181843418898288</c:v>
              </c:pt>
              <c:pt idx="3410">
                <c:v>0.9323340427428363</c:v>
              </c:pt>
              <c:pt idx="3411">
                <c:v>0.915805970900011</c:v>
              </c:pt>
              <c:pt idx="3412">
                <c:v>0.4081969251407673</c:v>
              </c:pt>
              <c:pt idx="3413">
                <c:v>0.5670780050167104</c:v>
              </c:pt>
              <c:pt idx="3414">
                <c:v>0.45179828959363194</c:v>
              </c:pt>
              <c:pt idx="3415">
                <c:v>0.6688458508363524</c:v>
              </c:pt>
              <c:pt idx="3416">
                <c:v>0.6149725329605166</c:v>
              </c:pt>
              <c:pt idx="3417">
                <c:v>0.30008150164413416</c:v>
              </c:pt>
              <c:pt idx="3418">
                <c:v>0.30713158208223007</c:v>
              </c:pt>
              <c:pt idx="3419">
                <c:v>0.30028731900464395</c:v>
              </c:pt>
              <c:pt idx="3420">
                <c:v>0.2704563512179718</c:v>
              </c:pt>
              <c:pt idx="3421">
                <c:v>0.6829047101859052</c:v>
              </c:pt>
              <c:pt idx="3422">
                <c:v>0.608615995324492</c:v>
              </c:pt>
              <c:pt idx="3423">
                <c:v>0.4624780227673709</c:v>
              </c:pt>
              <c:pt idx="3424">
                <c:v>0.46475286386273734</c:v>
              </c:pt>
              <c:pt idx="3425">
                <c:v>0.14844648175708317</c:v>
              </c:pt>
              <c:pt idx="3426">
                <c:v>0.13032141458097407</c:v>
              </c:pt>
              <c:pt idx="3427">
                <c:v>0.12731985642419524</c:v>
              </c:pt>
              <c:pt idx="3428">
                <c:v>0.2043376104276785</c:v>
              </c:pt>
              <c:pt idx="3429">
                <c:v>0.5554716557305363</c:v>
              </c:pt>
              <c:pt idx="3430">
                <c:v>0.5416583000577527</c:v>
              </c:pt>
              <c:pt idx="3431">
                <c:v>0.7618875126438196</c:v>
              </c:pt>
              <c:pt idx="3432">
                <c:v>0.5460594693040149</c:v>
              </c:pt>
              <c:pt idx="3433">
                <c:v>0.4994039905518655</c:v>
              </c:pt>
              <c:pt idx="3434">
                <c:v>0.4808434813372688</c:v>
              </c:pt>
              <c:pt idx="3435">
                <c:v>0.4301462115186418</c:v>
              </c:pt>
              <c:pt idx="3436">
                <c:v>0.5492508213929629</c:v>
              </c:pt>
              <c:pt idx="3437">
                <c:v>0.6002358527377015</c:v>
              </c:pt>
              <c:pt idx="3438">
                <c:v>0.9765579178227934</c:v>
              </c:pt>
              <c:pt idx="3439">
                <c:v>0.9429354566166963</c:v>
              </c:pt>
              <c:pt idx="3440">
                <c:v>0.7876813973687068</c:v>
              </c:pt>
              <c:pt idx="3441">
                <c:v>0.4738426250136708</c:v>
              </c:pt>
              <c:pt idx="3442">
                <c:v>0.8436761824195337</c:v>
              </c:pt>
              <c:pt idx="3443">
                <c:v>0.8039061534434858</c:v>
              </c:pt>
              <c:pt idx="3444">
                <c:v>0.4377588820800251</c:v>
              </c:pt>
              <c:pt idx="3445">
                <c:v>0.48707834858480775</c:v>
              </c:pt>
              <c:pt idx="3446">
                <c:v>0.5177879918680381</c:v>
              </c:pt>
              <c:pt idx="3447">
                <c:v>0.3360206743315431</c:v>
              </c:pt>
              <c:pt idx="3448">
                <c:v>0.6256818005772966</c:v>
              </c:pt>
              <c:pt idx="3449">
                <c:v>0.6281883619512538</c:v>
              </c:pt>
              <c:pt idx="3450">
                <c:v>0.5409748153690632</c:v>
              </c:pt>
              <c:pt idx="3451">
                <c:v>0.5693721205286558</c:v>
              </c:pt>
              <c:pt idx="3452">
                <c:v>0.6725064412174901</c:v>
              </c:pt>
              <c:pt idx="3453">
                <c:v>1.4931196276389645E-06</c:v>
              </c:pt>
              <c:pt idx="3454">
                <c:v>0.4132728945764757</c:v>
              </c:pt>
              <c:pt idx="3455">
                <c:v>0.5391270549647302</c:v>
              </c:pt>
              <c:pt idx="3456">
                <c:v>0.5149643446851722</c:v>
              </c:pt>
              <c:pt idx="3457">
                <c:v>0.4271865543598509</c:v>
              </c:pt>
              <c:pt idx="3458">
                <c:v>0.6147598427875334</c:v>
              </c:pt>
              <c:pt idx="3459">
                <c:v>0.522952855542032</c:v>
              </c:pt>
              <c:pt idx="3460">
                <c:v>0.6712074249740132</c:v>
              </c:pt>
              <c:pt idx="3461">
                <c:v>0.23239493702013214</c:v>
              </c:pt>
              <c:pt idx="3462">
                <c:v>0.6047890603992445</c:v>
              </c:pt>
              <c:pt idx="3463">
                <c:v>0.5080400657278257</c:v>
              </c:pt>
              <c:pt idx="3464">
                <c:v>0.41079255189748115</c:v>
              </c:pt>
              <c:pt idx="3465">
                <c:v>0.29882043796898355</c:v>
              </c:pt>
              <c:pt idx="3466">
                <c:v>0.34159814022604007</c:v>
              </c:pt>
              <c:pt idx="3467">
                <c:v>0.4168973783184429</c:v>
              </c:pt>
              <c:pt idx="3468">
                <c:v>0.7344588489156159</c:v>
              </c:pt>
              <c:pt idx="3469">
                <c:v>0.7253567874698921</c:v>
              </c:pt>
              <c:pt idx="3470">
                <c:v>0.7271803711693281</c:v>
              </c:pt>
              <c:pt idx="3471">
                <c:v>0.6808809546995963</c:v>
              </c:pt>
              <c:pt idx="3472">
                <c:v>0.7080140323132826</c:v>
              </c:pt>
              <c:pt idx="3473">
                <c:v>0.5013574907869557</c:v>
              </c:pt>
              <c:pt idx="3474">
                <c:v>0.5748527021073241</c:v>
              </c:pt>
              <c:pt idx="3475">
                <c:v>0.7210638283972604</c:v>
              </c:pt>
              <c:pt idx="3476">
                <c:v>0.518634271434556</c:v>
              </c:pt>
              <c:pt idx="3477">
                <c:v>0.4773862310881378</c:v>
              </c:pt>
              <c:pt idx="3478">
                <c:v>0.4928219414867166</c:v>
              </c:pt>
              <c:pt idx="3479">
                <c:v>0.5010531732246367</c:v>
              </c:pt>
              <c:pt idx="3480">
                <c:v>0.20913813477847665</c:v>
              </c:pt>
              <c:pt idx="3481">
                <c:v>0.5751358645242596</c:v>
              </c:pt>
              <c:pt idx="3482">
                <c:v>0.6951445176258465</c:v>
              </c:pt>
              <c:pt idx="3483">
                <c:v>1.076837740362437</c:v>
              </c:pt>
              <c:pt idx="3484">
                <c:v>1.0792815316373026</c:v>
              </c:pt>
              <c:pt idx="3485">
                <c:v>0.9524289914402918</c:v>
              </c:pt>
              <c:pt idx="3486">
                <c:v>0.9987133162083319</c:v>
              </c:pt>
              <c:pt idx="3487">
                <c:v>0.9034894182807942</c:v>
              </c:pt>
              <c:pt idx="3488">
                <c:v>0.14202708691019097</c:v>
              </c:pt>
              <c:pt idx="3489">
                <c:v>0.7787381734300525</c:v>
              </c:pt>
              <c:pt idx="3490">
                <c:v>0.6752301059061349</c:v>
              </c:pt>
              <c:pt idx="3491">
                <c:v>0.6651909873061428</c:v>
              </c:pt>
              <c:pt idx="3492">
                <c:v>0.4555541800089557</c:v>
              </c:pt>
              <c:pt idx="3493">
                <c:v>0.496567729367214</c:v>
              </c:pt>
              <c:pt idx="3494">
                <c:v>0.413936753507649</c:v>
              </c:pt>
              <c:pt idx="3495">
                <c:v>0.44527538927003935</c:v>
              </c:pt>
              <c:pt idx="3496">
                <c:v>0.3608173352809128</c:v>
              </c:pt>
              <c:pt idx="3497">
                <c:v>0.3563856988901078</c:v>
              </c:pt>
              <c:pt idx="3498">
                <c:v>0.4958473342629207</c:v>
              </c:pt>
              <c:pt idx="3499">
                <c:v>0.6511436778305838</c:v>
              </c:pt>
              <c:pt idx="3500">
                <c:v>0.9779393539914273</c:v>
              </c:pt>
              <c:pt idx="3501">
                <c:v>0.9173253475876784</c:v>
              </c:pt>
              <c:pt idx="3502">
                <c:v>1.535405252420122E-06</c:v>
              </c:pt>
              <c:pt idx="3503">
                <c:v>0.0037410709970544798</c:v>
              </c:pt>
              <c:pt idx="3504">
                <c:v>1.4744865430750709E-06</c:v>
              </c:pt>
              <c:pt idx="3505">
                <c:v>1.5489965786441495E-06</c:v>
              </c:pt>
              <c:pt idx="3506">
                <c:v>1.5810866216875587E-06</c:v>
              </c:pt>
              <c:pt idx="3507">
                <c:v>0.47324894096918574</c:v>
              </c:pt>
              <c:pt idx="3508">
                <c:v>0.513692380978575</c:v>
              </c:pt>
              <c:pt idx="3509">
                <c:v>0.4927758025498966</c:v>
              </c:pt>
              <c:pt idx="3510">
                <c:v>0.864479279078149</c:v>
              </c:pt>
              <c:pt idx="3511">
                <c:v>0.733126153131811</c:v>
              </c:pt>
              <c:pt idx="3512">
                <c:v>0.6332549693406255</c:v>
              </c:pt>
              <c:pt idx="3513">
                <c:v>1.6271860808112098E-06</c:v>
              </c:pt>
              <c:pt idx="3514">
                <c:v>0.0051829537998431124</c:v>
              </c:pt>
              <c:pt idx="3515">
                <c:v>0.8813965947637129</c:v>
              </c:pt>
              <c:pt idx="3516">
                <c:v>0.1602482447102677</c:v>
              </c:pt>
              <c:pt idx="3517">
                <c:v>0.21029425800263069</c:v>
              </c:pt>
              <c:pt idx="3518">
                <c:v>0.9864622332602498</c:v>
              </c:pt>
              <c:pt idx="3519">
                <c:v>0.6867724298771067</c:v>
              </c:pt>
              <c:pt idx="3520">
                <c:v>0.7183948955338836</c:v>
              </c:pt>
              <c:pt idx="3521">
                <c:v>0.75358094975975</c:v>
              </c:pt>
              <c:pt idx="3522">
                <c:v>0.677286281334111</c:v>
              </c:pt>
              <c:pt idx="3523">
                <c:v>0.9032869081317294</c:v>
              </c:pt>
              <c:pt idx="3524">
                <c:v>0.7283604444012626</c:v>
              </c:pt>
              <c:pt idx="3525">
                <c:v>0.7551425909962792</c:v>
              </c:pt>
              <c:pt idx="3526">
                <c:v>0.45403456561281896</c:v>
              </c:pt>
              <c:pt idx="3527">
                <c:v>0.651487870286328</c:v>
              </c:pt>
              <c:pt idx="3528">
                <c:v>0.7255222159055352</c:v>
              </c:pt>
              <c:pt idx="3529">
                <c:v>0.7875631282226987</c:v>
              </c:pt>
              <c:pt idx="3530">
                <c:v>0.8042730564086351</c:v>
              </c:pt>
              <c:pt idx="3531">
                <c:v>1.0033594396676289</c:v>
              </c:pt>
              <c:pt idx="3532">
                <c:v>0.9482483778851651</c:v>
              </c:pt>
              <c:pt idx="3533">
                <c:v>0.9705382504734006</c:v>
              </c:pt>
              <c:pt idx="3534">
                <c:v>0.6712888068004195</c:v>
              </c:pt>
              <c:pt idx="3535">
                <c:v>1.0177228062488353</c:v>
              </c:pt>
              <c:pt idx="3536">
                <c:v>1.0317984726696516</c:v>
              </c:pt>
              <c:pt idx="3537">
                <c:v>1.0332593053783654</c:v>
              </c:pt>
              <c:pt idx="3538">
                <c:v>1.0522294877581408</c:v>
              </c:pt>
              <c:pt idx="3539">
                <c:v>0.6107903196839717</c:v>
              </c:pt>
              <c:pt idx="3540">
                <c:v>0.99428574211843</c:v>
              </c:pt>
              <c:pt idx="3541">
                <c:v>0.9398561466337877</c:v>
              </c:pt>
              <c:pt idx="3542">
                <c:v>0.7846354288491341</c:v>
              </c:pt>
              <c:pt idx="3543">
                <c:v>0.08871174703497268</c:v>
              </c:pt>
              <c:pt idx="3544">
                <c:v>0.8005868656811951</c:v>
              </c:pt>
              <c:pt idx="3545">
                <c:v>0.958844768992667</c:v>
              </c:pt>
              <c:pt idx="3546">
                <c:v>0.9958798898439752</c:v>
              </c:pt>
              <c:pt idx="3547">
                <c:v>0.538334653242485</c:v>
              </c:pt>
              <c:pt idx="3548">
                <c:v>0.6655786339381026</c:v>
              </c:pt>
              <c:pt idx="3549">
                <c:v>1.0390110552694587</c:v>
              </c:pt>
              <c:pt idx="3550">
                <c:v>0.5027085157111679</c:v>
              </c:pt>
              <c:pt idx="3551">
                <c:v>0.9174915595760011</c:v>
              </c:pt>
              <c:pt idx="3552">
                <c:v>0.7962396758684058</c:v>
              </c:pt>
              <c:pt idx="3553">
                <c:v>0.9305897108563181</c:v>
              </c:pt>
              <c:pt idx="3554">
                <c:v>0.9713086178042766</c:v>
              </c:pt>
              <c:pt idx="3555">
                <c:v>0.518355140037661</c:v>
              </c:pt>
              <c:pt idx="3556">
                <c:v>0.4360262951895272</c:v>
              </c:pt>
              <c:pt idx="3557">
                <c:v>1.059850300534947</c:v>
              </c:pt>
              <c:pt idx="3558">
                <c:v>0.7199454159092067</c:v>
              </c:pt>
              <c:pt idx="3559">
                <c:v>0.6224549457311537</c:v>
              </c:pt>
              <c:pt idx="3560">
                <c:v>0.9992172112092561</c:v>
              </c:pt>
              <c:pt idx="3561">
                <c:v>0.007019846206315935</c:v>
              </c:pt>
              <c:pt idx="3562">
                <c:v>0.5256820044845153</c:v>
              </c:pt>
              <c:pt idx="3563">
                <c:v>0.31897799704388013</c:v>
              </c:pt>
              <c:pt idx="3564">
                <c:v>0.3350789792350309</c:v>
              </c:pt>
              <c:pt idx="3565">
                <c:v>0.7002211293244532</c:v>
              </c:pt>
              <c:pt idx="3566">
                <c:v>0.9016364450242524</c:v>
              </c:pt>
              <c:pt idx="3567">
                <c:v>0.5179920584792184</c:v>
              </c:pt>
              <c:pt idx="3568">
                <c:v>0.18559585449666252</c:v>
              </c:pt>
              <c:pt idx="3569">
                <c:v>0.685071363652865</c:v>
              </c:pt>
              <c:pt idx="3570">
                <c:v>0.7389547786682065</c:v>
              </c:pt>
              <c:pt idx="3571">
                <c:v>0.7741022386413892</c:v>
              </c:pt>
              <c:pt idx="3572">
                <c:v>0.29952530522185505</c:v>
              </c:pt>
              <c:pt idx="3573">
                <c:v>0.7583755079083637</c:v>
              </c:pt>
              <c:pt idx="3574">
                <c:v>1.5683339156187817E-06</c:v>
              </c:pt>
              <c:pt idx="3575">
                <c:v>0.183378894196606</c:v>
              </c:pt>
              <c:pt idx="3576">
                <c:v>0.5657499258045355</c:v>
              </c:pt>
              <c:pt idx="3577">
                <c:v>0.4936838669215467</c:v>
              </c:pt>
            </c:numLit>
          </c:yVal>
        </c:ser>
        <c:ser>
          <c:idx val="1"/>
          <c:order val="1"/>
          <c:tx>
            <c:v>Quarter interval</c:v>
          </c:tx>
          <c:spPr>
            <a:ln xmlns:a="http://schemas.openxmlformats.org/drawingml/2006/main" w="0">
              <a:noFill/>
            </a:ln>
          </c:spPr>
          <c:marker>
            <c:symbol val="circle"/>
            <c:size val="3"/>
            <c:spPr>
              <a:solidFill xmlns:a="http://schemas.openxmlformats.org/drawingml/2006/main">
                <a:srgbClr val="D57A19"/>
              </a:solidFill>
            </c:spPr>
          </c:marker>
          <c:xVal>
            <c:numLit>
              <c:formatCode>General</c:formatCode>
              <c:ptCount val="3578"/>
              <c:pt idx="0">
                <c:v>0.624664578949162</c:v>
              </c:pt>
              <c:pt idx="1">
                <c:v>0.5656218308036228</c:v>
              </c:pt>
              <c:pt idx="2">
                <c:v>0.5214983704754884</c:v>
              </c:pt>
              <c:pt idx="3">
                <c:v>0.5439229322434942</c:v>
              </c:pt>
              <c:pt idx="4">
                <c:v>0.5292919130137476</c:v>
              </c:pt>
              <c:pt idx="5">
                <c:v>0.5517624076785917</c:v>
              </c:pt>
              <c:pt idx="6">
                <c:v>0.5628405632428751</c:v>
              </c:pt>
              <c:pt idx="7">
                <c:v>0.5451632092895476</c:v>
              </c:pt>
              <c:pt idx="8">
                <c:v>0.8895903621316835</c:v>
              </c:pt>
              <c:pt idx="9">
                <c:v>0.8937597912563483</c:v>
              </c:pt>
              <c:pt idx="10">
                <c:v>0.9107473471334404</c:v>
              </c:pt>
              <c:pt idx="11">
                <c:v>0.8884688716495297</c:v>
              </c:pt>
              <c:pt idx="12">
                <c:v>0.9081976155713012</c:v>
              </c:pt>
              <c:pt idx="13">
                <c:v>0.9112331351302106</c:v>
              </c:pt>
              <c:pt idx="14">
                <c:v>0.8869375241893679</c:v>
              </c:pt>
              <c:pt idx="15">
                <c:v>0.8822831331694406</c:v>
              </c:pt>
              <c:pt idx="16">
                <c:v>0.4178447274825216</c:v>
              </c:pt>
              <c:pt idx="17">
                <c:v>0.44351596233992685</c:v>
              </c:pt>
              <c:pt idx="18">
                <c:v>0.37942305536238136</c:v>
              </c:pt>
              <c:pt idx="19">
                <c:v>0.5140358570564292</c:v>
              </c:pt>
              <c:pt idx="20">
                <c:v>0.5752364179220888</c:v>
              </c:pt>
              <c:pt idx="21">
                <c:v>0.7678362957752117</c:v>
              </c:pt>
              <c:pt idx="22">
                <c:v>0.8013401869984595</c:v>
              </c:pt>
              <c:pt idx="23">
                <c:v>0.7622832078964057</c:v>
              </c:pt>
              <c:pt idx="24">
                <c:v>0.8680119898219418</c:v>
              </c:pt>
              <c:pt idx="25">
                <c:v>0.8662268996969109</c:v>
              </c:pt>
              <c:pt idx="26">
                <c:v>0.8632327046527409</c:v>
              </c:pt>
              <c:pt idx="27">
                <c:v>0.8667297094260877</c:v>
              </c:pt>
              <c:pt idx="28">
                <c:v>0.8169285348125271</c:v>
              </c:pt>
              <c:pt idx="29">
                <c:v>0.8007185930617926</c:v>
              </c:pt>
              <c:pt idx="30">
                <c:v>0.8366109116094096</c:v>
              </c:pt>
              <c:pt idx="31">
                <c:v>0.8295015960852846</c:v>
              </c:pt>
              <c:pt idx="32">
                <c:v>0.8194556696670455</c:v>
              </c:pt>
              <c:pt idx="33">
                <c:v>0.7932237529566282</c:v>
              </c:pt>
              <c:pt idx="34">
                <c:v>0.8678571569474284</c:v>
              </c:pt>
              <c:pt idx="35">
                <c:v>0.8732891367709973</c:v>
              </c:pt>
              <c:pt idx="36">
                <c:v>0.8492608754481635</c:v>
              </c:pt>
              <c:pt idx="37">
                <c:v>0.8545444648471242</c:v>
              </c:pt>
              <c:pt idx="38">
                <c:v>0.9543528263149536</c:v>
              </c:pt>
              <c:pt idx="39">
                <c:v>0.9268598649765674</c:v>
              </c:pt>
              <c:pt idx="40">
                <c:v>0.9436428850107192</c:v>
              </c:pt>
              <c:pt idx="41">
                <c:v>0.9566500352585289</c:v>
              </c:pt>
              <c:pt idx="42">
                <c:v>0.9339462538779207</c:v>
              </c:pt>
              <c:pt idx="43">
                <c:v>0.9489160166499402</c:v>
              </c:pt>
              <c:pt idx="44">
                <c:v>0.94418408426375</c:v>
              </c:pt>
              <c:pt idx="45">
                <c:v>0.8936245972964243</c:v>
              </c:pt>
              <c:pt idx="46">
                <c:v>0.9057048333744157</c:v>
              </c:pt>
              <c:pt idx="47">
                <c:v>0.9071533810937612</c:v>
              </c:pt>
              <c:pt idx="48">
                <c:v>0.9379448514529374</c:v>
              </c:pt>
              <c:pt idx="49">
                <c:v>0.9338946884240276</c:v>
              </c:pt>
              <c:pt idx="50">
                <c:v>0.9453352380960929</c:v>
              </c:pt>
              <c:pt idx="51">
                <c:v>0.8751003512076204</c:v>
              </c:pt>
              <c:pt idx="52">
                <c:v>0.8553177292010302</c:v>
              </c:pt>
              <c:pt idx="53">
                <c:v>0.8802310202080873</c:v>
              </c:pt>
              <c:pt idx="54">
                <c:v>0.906970679688201</c:v>
              </c:pt>
              <c:pt idx="55">
                <c:v>0.9065017898328869</c:v>
              </c:pt>
              <c:pt idx="56">
                <c:v>0.9183310592719829</c:v>
              </c:pt>
              <c:pt idx="57">
                <c:v>0.9184275823692098</c:v>
              </c:pt>
              <c:pt idx="58">
                <c:v>0.8787858022213791</c:v>
              </c:pt>
              <c:pt idx="59">
                <c:v>0.8853232218445017</c:v>
              </c:pt>
              <c:pt idx="60">
                <c:v>0.8834929598760062</c:v>
              </c:pt>
              <c:pt idx="61">
                <c:v>0.8806916460778518</c:v>
              </c:pt>
              <c:pt idx="62">
                <c:v>0.7307942249819117</c:v>
              </c:pt>
              <c:pt idx="63">
                <c:v>0.7256260796146212</c:v>
              </c:pt>
              <c:pt idx="64">
                <c:v>0.7334594647462452</c:v>
              </c:pt>
              <c:pt idx="65">
                <c:v>0.8716083328089398</c:v>
              </c:pt>
              <c:pt idx="66">
                <c:v>0.8962248685793041</c:v>
              </c:pt>
              <c:pt idx="67">
                <c:v>0.9092414060617798</c:v>
              </c:pt>
              <c:pt idx="68">
                <c:v>0.9079624309951001</c:v>
              </c:pt>
              <c:pt idx="69">
                <c:v>0.9164235154237068</c:v>
              </c:pt>
              <c:pt idx="70">
                <c:v>0.882287245773576</c:v>
              </c:pt>
              <c:pt idx="71">
                <c:v>0.870205121323574</c:v>
              </c:pt>
              <c:pt idx="72">
                <c:v>0.8809201592800137</c:v>
              </c:pt>
              <c:pt idx="73">
                <c:v>0.8780933594090212</c:v>
              </c:pt>
              <c:pt idx="74">
                <c:v>0.8802396829283107</c:v>
              </c:pt>
              <c:pt idx="75">
                <c:v>0.9114382976254641</c:v>
              </c:pt>
              <c:pt idx="76">
                <c:v>0.8210782489517683</c:v>
              </c:pt>
              <c:pt idx="77">
                <c:v>0.8254921315045538</c:v>
              </c:pt>
              <c:pt idx="78">
                <c:v>0.8368840093862344</c:v>
              </c:pt>
              <c:pt idx="79">
                <c:v>0.7968385648860029</c:v>
              </c:pt>
              <c:pt idx="80">
                <c:v>0.7746637163753025</c:v>
              </c:pt>
              <c:pt idx="81">
                <c:v>0.7815406800242809</c:v>
              </c:pt>
              <c:pt idx="82">
                <c:v>0.7523520035397073</c:v>
              </c:pt>
              <c:pt idx="83">
                <c:v>0.9659646793622274</c:v>
              </c:pt>
              <c:pt idx="84">
                <c:v>0.9689985607971812</c:v>
              </c:pt>
              <c:pt idx="85">
                <c:v>0.9571560857211622</c:v>
              </c:pt>
              <c:pt idx="86">
                <c:v>0.9808218538947248</c:v>
              </c:pt>
              <c:pt idx="87">
                <c:v>0.9848613680852765</c:v>
              </c:pt>
              <c:pt idx="88">
                <c:v>0.9902997114016712</c:v>
              </c:pt>
              <c:pt idx="89">
                <c:v>0.9703015676313091</c:v>
              </c:pt>
              <c:pt idx="90">
                <c:v>0.9845942249301447</c:v>
              </c:pt>
              <c:pt idx="91">
                <c:v>0.9791963897705321</c:v>
              </c:pt>
              <c:pt idx="92">
                <c:v>0.9568119477829238</c:v>
              </c:pt>
              <c:pt idx="93">
                <c:v>0.9152567139454558</c:v>
              </c:pt>
              <c:pt idx="94">
                <c:v>0.9175326312704579</c:v>
              </c:pt>
              <c:pt idx="95">
                <c:v>0.9207258598478498</c:v>
              </c:pt>
              <c:pt idx="96">
                <c:v>0.9336973001450259</c:v>
              </c:pt>
              <c:pt idx="97">
                <c:v>0.8657257936322967</c:v>
              </c:pt>
              <c:pt idx="98">
                <c:v>0.42100105380817154</c:v>
              </c:pt>
              <c:pt idx="99">
                <c:v>0.5193862950944781</c:v>
              </c:pt>
              <c:pt idx="100">
                <c:v>0.5130701608739836</c:v>
              </c:pt>
              <c:pt idx="101">
                <c:v>0.5129598072724696</c:v>
              </c:pt>
              <c:pt idx="102">
                <c:v>0.45136373339907293</c:v>
              </c:pt>
              <c:pt idx="103">
                <c:v>0.8977198287740009</c:v>
              </c:pt>
              <c:pt idx="104">
                <c:v>0.8909912459819513</c:v>
              </c:pt>
              <c:pt idx="105">
                <c:v>0.659826755523905</c:v>
              </c:pt>
              <c:pt idx="106">
                <c:v>0.9170651565590571</c:v>
              </c:pt>
              <c:pt idx="107">
                <c:v>0.9047704878364529</c:v>
              </c:pt>
              <c:pt idx="108">
                <c:v>0.9173114667627025</c:v>
              </c:pt>
              <c:pt idx="109">
                <c:v>0.9635093940370559</c:v>
              </c:pt>
              <c:pt idx="110">
                <c:v>0.9568094792504915</c:v>
              </c:pt>
              <c:pt idx="111">
                <c:v>0.9756417458789081</c:v>
              </c:pt>
              <c:pt idx="112">
                <c:v>0.9685744975438298</c:v>
              </c:pt>
              <c:pt idx="113">
                <c:v>0.6716231722175139</c:v>
              </c:pt>
              <c:pt idx="114">
                <c:v>0.5140913282409245</c:v>
              </c:pt>
              <c:pt idx="115">
                <c:v>0.5141624580022633</c:v>
              </c:pt>
              <c:pt idx="116">
                <c:v>0.9749709914462755</c:v>
              </c:pt>
              <c:pt idx="117">
                <c:v>0.9854050436077526</c:v>
              </c:pt>
              <c:pt idx="118">
                <c:v>0.9851230254267926</c:v>
              </c:pt>
              <c:pt idx="119">
                <c:v>0.9411897421681347</c:v>
              </c:pt>
              <c:pt idx="120">
                <c:v>0.9373008746666562</c:v>
              </c:pt>
              <c:pt idx="121">
                <c:v>0.9416581618579034</c:v>
              </c:pt>
              <c:pt idx="122">
                <c:v>0.9426063542287356</c:v>
              </c:pt>
              <c:pt idx="123">
                <c:v>0.944907253609093</c:v>
              </c:pt>
              <c:pt idx="124">
                <c:v>0.920476473896582</c:v>
              </c:pt>
              <c:pt idx="125">
                <c:v>0.9014342305855013</c:v>
              </c:pt>
              <c:pt idx="126">
                <c:v>0.900401367337631</c:v>
              </c:pt>
              <c:pt idx="127">
                <c:v>0.888013892409959</c:v>
              </c:pt>
              <c:pt idx="128">
                <c:v>0.4838374287320106</c:v>
              </c:pt>
              <c:pt idx="129">
                <c:v>0.5217904333616179</c:v>
              </c:pt>
              <c:pt idx="130">
                <c:v>0.4817807427460603</c:v>
              </c:pt>
              <c:pt idx="131">
                <c:v>0.5768610845367461</c:v>
              </c:pt>
              <c:pt idx="132">
                <c:v>0.44243988588766875</c:v>
              </c:pt>
              <c:pt idx="133">
                <c:v>0.44447510608969676</c:v>
              </c:pt>
              <c:pt idx="134">
                <c:v>0.8842704327666419</c:v>
              </c:pt>
              <c:pt idx="135">
                <c:v>0.9291856110957587</c:v>
              </c:pt>
              <c:pt idx="136">
                <c:v>0.9052016031475455</c:v>
              </c:pt>
              <c:pt idx="137">
                <c:v>0.7220345736844903</c:v>
              </c:pt>
              <c:pt idx="138">
                <c:v>0.7349044305566848</c:v>
              </c:pt>
              <c:pt idx="139">
                <c:v>0.739510817248015</c:v>
              </c:pt>
              <c:pt idx="140">
                <c:v>0.7041985386066651</c:v>
              </c:pt>
              <c:pt idx="141">
                <c:v>0.6831073404479637</c:v>
              </c:pt>
              <c:pt idx="142">
                <c:v>0.957413793777216</c:v>
              </c:pt>
              <c:pt idx="143">
                <c:v>0.9586845619937218</c:v>
              </c:pt>
              <c:pt idx="144">
                <c:v>0.8955344221227941</c:v>
              </c:pt>
              <c:pt idx="145">
                <c:v>0.9212621426273578</c:v>
              </c:pt>
              <c:pt idx="146">
                <c:v>0.891274488710014</c:v>
              </c:pt>
              <c:pt idx="147">
                <c:v>0.6657799305611335</c:v>
              </c:pt>
              <c:pt idx="148">
                <c:v>0.6735374858863435</c:v>
              </c:pt>
              <c:pt idx="149">
                <c:v>0.9790197383717736</c:v>
              </c:pt>
              <c:pt idx="150">
                <c:v>0.9953025711553909</c:v>
              </c:pt>
              <c:pt idx="151">
                <c:v>0.9831491025675156</c:v>
              </c:pt>
              <c:pt idx="152">
                <c:v>0.9961639712353493</c:v>
              </c:pt>
              <c:pt idx="153">
                <c:v>0.9159114170925661</c:v>
              </c:pt>
              <c:pt idx="154">
                <c:v>0.9189971565340288</c:v>
              </c:pt>
              <c:pt idx="155">
                <c:v>0.9321087252597582</c:v>
              </c:pt>
              <c:pt idx="156">
                <c:v>0.9388258393872982</c:v>
              </c:pt>
              <c:pt idx="157">
                <c:v>0.9541166032607602</c:v>
              </c:pt>
              <c:pt idx="158">
                <c:v>0.9590198195170306</c:v>
              </c:pt>
              <c:pt idx="159">
                <c:v>0.9578791062820129</c:v>
              </c:pt>
              <c:pt idx="160">
                <c:v>0.9722989453288933</c:v>
              </c:pt>
              <c:pt idx="161">
                <c:v>0.9704226870905162</c:v>
              </c:pt>
              <c:pt idx="162">
                <c:v>0.9540790783800674</c:v>
              </c:pt>
              <c:pt idx="163">
                <c:v>0.9503041651636963</c:v>
              </c:pt>
              <c:pt idx="164">
                <c:v>0.9532270572397941</c:v>
              </c:pt>
              <c:pt idx="165">
                <c:v>0.49449554183732763</c:v>
              </c:pt>
              <c:pt idx="166">
                <c:v>1.0086113307692128</c:v>
              </c:pt>
              <c:pt idx="167">
                <c:v>1.0149592042364313</c:v>
              </c:pt>
              <c:pt idx="168">
                <c:v>1.0134635733614086</c:v>
              </c:pt>
              <c:pt idx="169">
                <c:v>0.940380591960772</c:v>
              </c:pt>
              <c:pt idx="170">
                <c:v>0.9277024818518854</c:v>
              </c:pt>
              <c:pt idx="171">
                <c:v>0.9377478979824226</c:v>
              </c:pt>
              <c:pt idx="172">
                <c:v>0.9390325301714411</c:v>
              </c:pt>
              <c:pt idx="173">
                <c:v>0.9257783561978278</c:v>
              </c:pt>
              <c:pt idx="174">
                <c:v>0.9540280810533501</c:v>
              </c:pt>
              <c:pt idx="175">
                <c:v>0.9525658273642873</c:v>
              </c:pt>
              <c:pt idx="176">
                <c:v>0.947539189633778</c:v>
              </c:pt>
              <c:pt idx="177">
                <c:v>0.9480766931609902</c:v>
              </c:pt>
              <c:pt idx="178">
                <c:v>0.95544885610015</c:v>
              </c:pt>
              <c:pt idx="179">
                <c:v>0.9502573839412414</c:v>
              </c:pt>
              <c:pt idx="180">
                <c:v>0.904918215464538</c:v>
              </c:pt>
              <c:pt idx="181">
                <c:v>0.9066119921407614</c:v>
              </c:pt>
              <c:pt idx="182">
                <c:v>0.9039029774262252</c:v>
              </c:pt>
              <c:pt idx="183">
                <c:v>0.9430653309414114</c:v>
              </c:pt>
              <c:pt idx="184">
                <c:v>0.9212692000017246</c:v>
              </c:pt>
              <c:pt idx="185">
                <c:v>0.9433733479184123</c:v>
              </c:pt>
              <c:pt idx="186">
                <c:v>0.9317077304918829</c:v>
              </c:pt>
              <c:pt idx="187">
                <c:v>0.8299678752450773</c:v>
              </c:pt>
              <c:pt idx="188">
                <c:v>0.8373038949304824</c:v>
              </c:pt>
              <c:pt idx="189">
                <c:v>0.8347399158865043</c:v>
              </c:pt>
              <c:pt idx="190">
                <c:v>0.9458393264877645</c:v>
              </c:pt>
              <c:pt idx="191">
                <c:v>0.960952625329695</c:v>
              </c:pt>
              <c:pt idx="192">
                <c:v>0.9917999768691249</c:v>
              </c:pt>
              <c:pt idx="193">
                <c:v>0.9905245651270719</c:v>
              </c:pt>
              <c:pt idx="194">
                <c:v>0.9266106674011007</c:v>
              </c:pt>
              <c:pt idx="195">
                <c:v>0.9241229778738228</c:v>
              </c:pt>
              <c:pt idx="196">
                <c:v>0.9161177952345213</c:v>
              </c:pt>
              <c:pt idx="197">
                <c:v>0.9273886105164396</c:v>
              </c:pt>
              <c:pt idx="198">
                <c:v>0.9742464904681761</c:v>
              </c:pt>
              <c:pt idx="199">
                <c:v>1.0003172686216342</c:v>
              </c:pt>
              <c:pt idx="200">
                <c:v>1.0099121078470246</c:v>
              </c:pt>
              <c:pt idx="201">
                <c:v>1.0117196370851707</c:v>
              </c:pt>
              <c:pt idx="202">
                <c:v>0.98397537069484</c:v>
              </c:pt>
              <c:pt idx="203">
                <c:v>0.9910355291103605</c:v>
              </c:pt>
              <c:pt idx="204">
                <c:v>0.996474219607663</c:v>
              </c:pt>
              <c:pt idx="205">
                <c:v>0.986998298066444</c:v>
              </c:pt>
              <c:pt idx="206">
                <c:v>0.9881845358908369</c:v>
              </c:pt>
              <c:pt idx="207">
                <c:v>0.9382894396063024</c:v>
              </c:pt>
              <c:pt idx="208">
                <c:v>0.9455206664376208</c:v>
              </c:pt>
              <c:pt idx="209">
                <c:v>0.7408703514754427</c:v>
              </c:pt>
              <c:pt idx="210">
                <c:v>0.9964604183413908</c:v>
              </c:pt>
              <c:pt idx="211">
                <c:v>0.9960531182182216</c:v>
              </c:pt>
              <c:pt idx="212">
                <c:v>0.9249888963319918</c:v>
              </c:pt>
              <c:pt idx="213">
                <c:v>0.9418465643593696</c:v>
              </c:pt>
              <c:pt idx="214">
                <c:v>0.9399175777896701</c:v>
              </c:pt>
              <c:pt idx="215">
                <c:v>0.9413618658481758</c:v>
              </c:pt>
              <c:pt idx="216">
                <c:v>1.0120624659068354</c:v>
              </c:pt>
              <c:pt idx="217">
                <c:v>1.0072491893068616</c:v>
              </c:pt>
              <c:pt idx="218">
                <c:v>1.0127472304348242</c:v>
              </c:pt>
              <c:pt idx="219">
                <c:v>1.0128244452366801</c:v>
              </c:pt>
              <c:pt idx="220">
                <c:v>0.9788397340030381</c:v>
              </c:pt>
              <c:pt idx="221">
                <c:v>0.9362745682168515</c:v>
              </c:pt>
              <c:pt idx="222">
                <c:v>0.9056891038236002</c:v>
              </c:pt>
              <c:pt idx="223">
                <c:v>0.9225107817907315</c:v>
              </c:pt>
              <c:pt idx="224">
                <c:v>0.9998598570963912</c:v>
              </c:pt>
              <c:pt idx="225">
                <c:v>0.987085561509596</c:v>
              </c:pt>
              <c:pt idx="226">
                <c:v>0.9576567830187748</c:v>
              </c:pt>
              <c:pt idx="227">
                <c:v>0.9825629520452381</c:v>
              </c:pt>
              <c:pt idx="228">
                <c:v>0.9870450095204485</c:v>
              </c:pt>
              <c:pt idx="229">
                <c:v>1.0043333990991683</c:v>
              </c:pt>
              <c:pt idx="230">
                <c:v>0.9959836455780271</c:v>
              </c:pt>
              <c:pt idx="231">
                <c:v>0.9973204572204647</c:v>
              </c:pt>
              <c:pt idx="232">
                <c:v>0.9783708352024653</c:v>
              </c:pt>
              <c:pt idx="233">
                <c:v>0.9731435392267136</c:v>
              </c:pt>
              <c:pt idx="234">
                <c:v>0.9845404382601072</c:v>
              </c:pt>
              <c:pt idx="235">
                <c:v>0.9701391727980927</c:v>
              </c:pt>
              <c:pt idx="236">
                <c:v>0.9952668810635168</c:v>
              </c:pt>
              <c:pt idx="237">
                <c:v>0.9853227380406614</c:v>
              </c:pt>
              <c:pt idx="238">
                <c:v>0.9794264655847786</c:v>
              </c:pt>
              <c:pt idx="239">
                <c:v>0.9739384978049521</c:v>
              </c:pt>
              <c:pt idx="240">
                <c:v>0.9733084875776576</c:v>
              </c:pt>
              <c:pt idx="241">
                <c:v>0.9721111858896472</c:v>
              </c:pt>
              <c:pt idx="242">
                <c:v>0.9281024467189117</c:v>
              </c:pt>
              <c:pt idx="243">
                <c:v>0.9197773142839499</c:v>
              </c:pt>
              <c:pt idx="244">
                <c:v>1.0053302829664255</c:v>
              </c:pt>
              <c:pt idx="245">
                <c:v>1.0005559275122358</c:v>
              </c:pt>
              <c:pt idx="246">
                <c:v>0.9896352594783221</c:v>
              </c:pt>
              <c:pt idx="247">
                <c:v>1.0148146022873998</c:v>
              </c:pt>
              <c:pt idx="248">
                <c:v>0.5230827240816364</c:v>
              </c:pt>
              <c:pt idx="249">
                <c:v>0.6730304978347422</c:v>
              </c:pt>
              <c:pt idx="250">
                <c:v>0.5606325414143012</c:v>
              </c:pt>
              <c:pt idx="251">
                <c:v>0.9557555877532556</c:v>
              </c:pt>
              <c:pt idx="252">
                <c:v>0.9581203972136614</c:v>
              </c:pt>
              <c:pt idx="253">
                <c:v>0.9585271097628638</c:v>
              </c:pt>
              <c:pt idx="254">
                <c:v>0.9548227777238725</c:v>
              </c:pt>
              <c:pt idx="255">
                <c:v>0.6037292807464357</c:v>
              </c:pt>
              <c:pt idx="256">
                <c:v>1.0168945839389993</c:v>
              </c:pt>
              <c:pt idx="257">
                <c:v>1.0100128300386855</c:v>
              </c:pt>
              <c:pt idx="258">
                <c:v>1.0080184118813886</c:v>
              </c:pt>
              <c:pt idx="259">
                <c:v>0.9514556057424903</c:v>
              </c:pt>
              <c:pt idx="260">
                <c:v>0.9064586744295094</c:v>
              </c:pt>
              <c:pt idx="261">
                <c:v>0.9158734843510714</c:v>
              </c:pt>
              <c:pt idx="262">
                <c:v>0.9245244369303772</c:v>
              </c:pt>
              <c:pt idx="263">
                <c:v>0.9777654087847005</c:v>
              </c:pt>
              <c:pt idx="264">
                <c:v>0.9735229588917581</c:v>
              </c:pt>
              <c:pt idx="265">
                <c:v>0.6815263508234845</c:v>
              </c:pt>
              <c:pt idx="266">
                <c:v>1.0283676373581339</c:v>
              </c:pt>
              <c:pt idx="267">
                <c:v>1.0202506614933087</c:v>
              </c:pt>
              <c:pt idx="268">
                <c:v>1.0263281925333794</c:v>
              </c:pt>
              <c:pt idx="269">
                <c:v>0.9278785600403057</c:v>
              </c:pt>
              <c:pt idx="270">
                <c:v>0.9291879135910637</c:v>
              </c:pt>
              <c:pt idx="271">
                <c:v>0.9493685058303645</c:v>
              </c:pt>
              <c:pt idx="272">
                <c:v>0.9825295465696597</c:v>
              </c:pt>
              <c:pt idx="273">
                <c:v>0.9832589263771296</c:v>
              </c:pt>
              <c:pt idx="274">
                <c:v>0.9708725103311098</c:v>
              </c:pt>
              <c:pt idx="275">
                <c:v>0.9819646825481021</c:v>
              </c:pt>
              <c:pt idx="276">
                <c:v>1.0147210554278283</c:v>
              </c:pt>
              <c:pt idx="277">
                <c:v>1.0241456464784648</c:v>
              </c:pt>
              <c:pt idx="278">
                <c:v>1.0127785964199503</c:v>
              </c:pt>
              <c:pt idx="279">
                <c:v>0.1958048110830711</c:v>
              </c:pt>
              <c:pt idx="280">
                <c:v>0.25962133178067226</c:v>
              </c:pt>
              <c:pt idx="281">
                <c:v>0.2518974693836565</c:v>
              </c:pt>
              <c:pt idx="282">
                <c:v>0.25067626521536607</c:v>
              </c:pt>
              <c:pt idx="283">
                <c:v>1.0022399760085061</c:v>
              </c:pt>
              <c:pt idx="284">
                <c:v>0.9973103746288962</c:v>
              </c:pt>
              <c:pt idx="285">
                <c:v>0.97782872462495</c:v>
              </c:pt>
              <c:pt idx="286">
                <c:v>0.6875701702175205</c:v>
              </c:pt>
              <c:pt idx="287">
                <c:v>0.6868932397787847</c:v>
              </c:pt>
              <c:pt idx="288">
                <c:v>0.6951304105592447</c:v>
              </c:pt>
              <c:pt idx="289">
                <c:v>0.7458174862389413</c:v>
              </c:pt>
              <c:pt idx="290">
                <c:v>0.7864408958068482</c:v>
              </c:pt>
              <c:pt idx="291">
                <c:v>0.7942777504573575</c:v>
              </c:pt>
              <c:pt idx="292">
                <c:v>0.9573776358212818</c:v>
              </c:pt>
              <c:pt idx="293">
                <c:v>0.9613864737307971</c:v>
              </c:pt>
              <c:pt idx="294">
                <c:v>0.9685551940470036</c:v>
              </c:pt>
              <c:pt idx="295">
                <c:v>1.0010662493389269</c:v>
              </c:pt>
              <c:pt idx="296">
                <c:v>0.8162810432794998</c:v>
              </c:pt>
              <c:pt idx="297">
                <c:v>0.8123105201748058</c:v>
              </c:pt>
              <c:pt idx="298">
                <c:v>0.806688979000023</c:v>
              </c:pt>
              <c:pt idx="299">
                <c:v>0.9269363795348688</c:v>
              </c:pt>
              <c:pt idx="300">
                <c:v>0.9040848329009576</c:v>
              </c:pt>
              <c:pt idx="301">
                <c:v>0.9443636497456885</c:v>
              </c:pt>
              <c:pt idx="302">
                <c:v>0.992355469694812</c:v>
              </c:pt>
              <c:pt idx="303">
                <c:v>0.9960950589107177</c:v>
              </c:pt>
              <c:pt idx="304">
                <c:v>0.991599863672176</c:v>
              </c:pt>
              <c:pt idx="305">
                <c:v>0.9894019337769476</c:v>
              </c:pt>
              <c:pt idx="306">
                <c:v>0.9169330299524453</c:v>
              </c:pt>
              <c:pt idx="307">
                <c:v>0.9181110818693605</c:v>
              </c:pt>
              <c:pt idx="308">
                <c:v>0.9151472201214826</c:v>
              </c:pt>
              <c:pt idx="309">
                <c:v>0.8133144129257265</c:v>
              </c:pt>
              <c:pt idx="310">
                <c:v>0.9449379660185678</c:v>
              </c:pt>
              <c:pt idx="311">
                <c:v>0.8844355441759829</c:v>
              </c:pt>
              <c:pt idx="312">
                <c:v>0.9532795236095982</c:v>
              </c:pt>
              <c:pt idx="313">
                <c:v>0.956431934193351</c:v>
              </c:pt>
              <c:pt idx="314">
                <c:v>0.9454464808978554</c:v>
              </c:pt>
              <c:pt idx="315">
                <c:v>0.9392567824871747</c:v>
              </c:pt>
              <c:pt idx="316">
                <c:v>0.9973595860460843</c:v>
              </c:pt>
              <c:pt idx="317">
                <c:v>0.9890866418564984</c:v>
              </c:pt>
              <c:pt idx="318">
                <c:v>0.9940429853205465</c:v>
              </c:pt>
              <c:pt idx="319">
                <c:v>0.9757153373717574</c:v>
              </c:pt>
              <c:pt idx="320">
                <c:v>0.9350777001799336</c:v>
              </c:pt>
              <c:pt idx="321">
                <c:v>0.9284876490141353</c:v>
              </c:pt>
              <c:pt idx="322">
                <c:v>0.925155652251731</c:v>
              </c:pt>
              <c:pt idx="323">
                <c:v>0.9676404453078039</c:v>
              </c:pt>
              <c:pt idx="324">
                <c:v>0.9807045279114103</c:v>
              </c:pt>
              <c:pt idx="325">
                <c:v>0.9758060952184825</c:v>
              </c:pt>
              <c:pt idx="326">
                <c:v>0.9623363475669747</c:v>
              </c:pt>
              <c:pt idx="327">
                <c:v>0.9637886063245478</c:v>
              </c:pt>
              <c:pt idx="328">
                <c:v>0.9796769588490668</c:v>
              </c:pt>
              <c:pt idx="329">
                <c:v>0.8866026199789616</c:v>
              </c:pt>
              <c:pt idx="330">
                <c:v>0.9569868306670206</c:v>
              </c:pt>
              <c:pt idx="331">
                <c:v>0.9306440849180044</c:v>
              </c:pt>
              <c:pt idx="332">
                <c:v>0.9291758379045665</c:v>
              </c:pt>
              <c:pt idx="333">
                <c:v>0.9467115454234758</c:v>
              </c:pt>
              <c:pt idx="334">
                <c:v>0.731556224863223</c:v>
              </c:pt>
              <c:pt idx="335">
                <c:v>0.7261374496663641</c:v>
              </c:pt>
              <c:pt idx="336">
                <c:v>0.9289235190513927</c:v>
              </c:pt>
              <c:pt idx="337">
                <c:v>0.9205326395522399</c:v>
              </c:pt>
              <c:pt idx="338">
                <c:v>0.7893930325428842</c:v>
              </c:pt>
              <c:pt idx="339">
                <c:v>0.7698960685058608</c:v>
              </c:pt>
              <c:pt idx="340">
                <c:v>0.7838318749352756</c:v>
              </c:pt>
              <c:pt idx="341">
                <c:v>0.943236508030097</c:v>
              </c:pt>
              <c:pt idx="342">
                <c:v>0.9308928054788147</c:v>
              </c:pt>
              <c:pt idx="343">
                <c:v>0.9421307512104883</c:v>
              </c:pt>
              <c:pt idx="344">
                <c:v>0.9393597406575696</c:v>
              </c:pt>
              <c:pt idx="345">
                <c:v>0.9342305656370194</c:v>
              </c:pt>
              <c:pt idx="346">
                <c:v>0.868627330908583</c:v>
              </c:pt>
              <c:pt idx="347">
                <c:v>0.9288435770482119</c:v>
              </c:pt>
              <c:pt idx="348">
                <c:v>0.8006165978062681</c:v>
              </c:pt>
              <c:pt idx="349">
                <c:v>0.8385464568885324</c:v>
              </c:pt>
              <c:pt idx="350">
                <c:v>0.8408310279468736</c:v>
              </c:pt>
              <c:pt idx="351">
                <c:v>0.9717033199285372</c:v>
              </c:pt>
              <c:pt idx="352">
                <c:v>0.9675694126869993</c:v>
              </c:pt>
              <c:pt idx="353">
                <c:v>0.9703526102929487</c:v>
              </c:pt>
              <c:pt idx="354">
                <c:v>0.9296111158315832</c:v>
              </c:pt>
              <c:pt idx="355">
                <c:v>0.9300522080915504</c:v>
              </c:pt>
              <c:pt idx="356">
                <c:v>0.6946609994081709</c:v>
              </c:pt>
              <c:pt idx="357">
                <c:v>0.9517741838985245</c:v>
              </c:pt>
              <c:pt idx="358">
                <c:v>0.947300763960077</c:v>
              </c:pt>
              <c:pt idx="359">
                <c:v>0.9437427289917734</c:v>
              </c:pt>
              <c:pt idx="360">
                <c:v>0.9471266632324312</c:v>
              </c:pt>
              <c:pt idx="361">
                <c:v>0.959433109793865</c:v>
              </c:pt>
              <c:pt idx="362">
                <c:v>0.9237683204433719</c:v>
              </c:pt>
              <c:pt idx="363">
                <c:v>0.9523393463110492</c:v>
              </c:pt>
              <c:pt idx="364">
                <c:v>0.9388851058249943</c:v>
              </c:pt>
              <c:pt idx="365">
                <c:v>0.9708334557819129</c:v>
              </c:pt>
              <c:pt idx="366">
                <c:v>0.9765385037037558</c:v>
              </c:pt>
              <c:pt idx="367">
                <c:v>0.9942425799762563</c:v>
              </c:pt>
              <c:pt idx="368">
                <c:v>0.9782464690631796</c:v>
              </c:pt>
              <c:pt idx="369">
                <c:v>0.957229896486593</c:v>
              </c:pt>
              <c:pt idx="370">
                <c:v>0.8350122216397725</c:v>
              </c:pt>
              <c:pt idx="371">
                <c:v>0.8641698039461682</c:v>
              </c:pt>
              <c:pt idx="372">
                <c:v>0.865337731888809</c:v>
              </c:pt>
              <c:pt idx="373">
                <c:v>0.8823962795136688</c:v>
              </c:pt>
              <c:pt idx="374">
                <c:v>0.8703604128308885</c:v>
              </c:pt>
              <c:pt idx="375">
                <c:v>0.8654137388640613</c:v>
              </c:pt>
              <c:pt idx="376">
                <c:v>0.8407977242964855</c:v>
              </c:pt>
              <c:pt idx="377">
                <c:v>0.8477997930769079</c:v>
              </c:pt>
              <c:pt idx="378">
                <c:v>0.9217970152909263</c:v>
              </c:pt>
              <c:pt idx="379">
                <c:v>0.920716311659741</c:v>
              </c:pt>
              <c:pt idx="380">
                <c:v>0.936263517935893</c:v>
              </c:pt>
              <c:pt idx="381">
                <c:v>0.6629226030124481</c:v>
              </c:pt>
              <c:pt idx="382">
                <c:v>0.9843094448104492</c:v>
              </c:pt>
              <c:pt idx="383">
                <c:v>0.94125298933345</c:v>
              </c:pt>
              <c:pt idx="384">
                <c:v>0.926009398642548</c:v>
              </c:pt>
              <c:pt idx="385">
                <c:v>0.9367754191729012</c:v>
              </c:pt>
              <c:pt idx="386">
                <c:v>0.9171187687718751</c:v>
              </c:pt>
              <c:pt idx="387">
                <c:v>0.9741819650467779</c:v>
              </c:pt>
              <c:pt idx="388">
                <c:v>0.961295731994819</c:v>
              </c:pt>
              <c:pt idx="389">
                <c:v>0.9827576695701337</c:v>
              </c:pt>
              <c:pt idx="390">
                <c:v>0.9874691859918452</c:v>
              </c:pt>
              <c:pt idx="391">
                <c:v>0.9863520681720481</c:v>
              </c:pt>
              <c:pt idx="392">
                <c:v>0.9213206667274823</c:v>
              </c:pt>
              <c:pt idx="393">
                <c:v>0.9350080224076669</c:v>
              </c:pt>
              <c:pt idx="394">
                <c:v>0.9183826560643583</c:v>
              </c:pt>
              <c:pt idx="395">
                <c:v>0.9068176237926298</c:v>
              </c:pt>
              <c:pt idx="396">
                <c:v>0.902914465380058</c:v>
              </c:pt>
              <c:pt idx="397">
                <c:v>0.9738380305936034</c:v>
              </c:pt>
              <c:pt idx="398">
                <c:v>0.9533074099482687</c:v>
              </c:pt>
              <c:pt idx="399">
                <c:v>0.9579558629016854</c:v>
              </c:pt>
              <c:pt idx="400">
                <c:v>0.9596473120979352</c:v>
              </c:pt>
              <c:pt idx="401">
                <c:v>0.9124933031176056</c:v>
              </c:pt>
              <c:pt idx="402">
                <c:v>0.938532971403748</c:v>
              </c:pt>
              <c:pt idx="403">
                <c:v>0.9348069732102264</c:v>
              </c:pt>
              <c:pt idx="404">
                <c:v>0.6957504058780303</c:v>
              </c:pt>
              <c:pt idx="405">
                <c:v>0.9064698625593661</c:v>
              </c:pt>
              <c:pt idx="406">
                <c:v>0.9136353400873242</c:v>
              </c:pt>
              <c:pt idx="407">
                <c:v>0.9474963442820415</c:v>
              </c:pt>
              <c:pt idx="408">
                <c:v>0.9410873723340022</c:v>
              </c:pt>
              <c:pt idx="409">
                <c:v>0.9613116149033205</c:v>
              </c:pt>
              <c:pt idx="410">
                <c:v>0.9596671547152651</c:v>
              </c:pt>
              <c:pt idx="411">
                <c:v>0.9676717558994319</c:v>
              </c:pt>
              <c:pt idx="412">
                <c:v>0.9708277390910678</c:v>
              </c:pt>
              <c:pt idx="413">
                <c:v>0.9346531174456835</c:v>
              </c:pt>
              <c:pt idx="414">
                <c:v>0.9269355129330829</c:v>
              </c:pt>
              <c:pt idx="415">
                <c:v>0.9279771565174797</c:v>
              </c:pt>
              <c:pt idx="416">
                <c:v>0.9005859228452969</c:v>
              </c:pt>
              <c:pt idx="417">
                <c:v>0.941319963968974</c:v>
              </c:pt>
              <c:pt idx="418">
                <c:v>0.9465976753262467</c:v>
              </c:pt>
              <c:pt idx="419">
                <c:v>0.9453755770619128</c:v>
              </c:pt>
              <c:pt idx="420">
                <c:v>0.9462141052181066</c:v>
              </c:pt>
              <c:pt idx="421">
                <c:v>0.9455887950625421</c:v>
              </c:pt>
              <c:pt idx="422">
                <c:v>0.9748105693607327</c:v>
              </c:pt>
              <c:pt idx="423">
                <c:v>0.9490450419157154</c:v>
              </c:pt>
              <c:pt idx="424">
                <c:v>0.9311836336559776</c:v>
              </c:pt>
              <c:pt idx="425">
                <c:v>1.0176808982651309</c:v>
              </c:pt>
              <c:pt idx="426">
                <c:v>1.0162089781470482</c:v>
              </c:pt>
              <c:pt idx="427">
                <c:v>1.020328099366714</c:v>
              </c:pt>
              <c:pt idx="428">
                <c:v>1.0056775788815873</c:v>
              </c:pt>
              <c:pt idx="429">
                <c:v>1.0147955429422613</c:v>
              </c:pt>
              <c:pt idx="430">
                <c:v>1.0020272987111967</c:v>
              </c:pt>
              <c:pt idx="431">
                <c:v>1.0047897693429597</c:v>
              </c:pt>
              <c:pt idx="432">
                <c:v>1.0170754417095975</c:v>
              </c:pt>
              <c:pt idx="433">
                <c:v>0.9520393977450985</c:v>
              </c:pt>
              <c:pt idx="434">
                <c:v>0.9637917986903719</c:v>
              </c:pt>
              <c:pt idx="435">
                <c:v>1.0166651620900817</c:v>
              </c:pt>
              <c:pt idx="436">
                <c:v>0.9423891951130701</c:v>
              </c:pt>
              <c:pt idx="437">
                <c:v>0.9512167971943325</c:v>
              </c:pt>
              <c:pt idx="438">
                <c:v>0.9595955371226098</c:v>
              </c:pt>
              <c:pt idx="439">
                <c:v>0.9504352903893007</c:v>
              </c:pt>
              <c:pt idx="440">
                <c:v>0.9574452560345281</c:v>
              </c:pt>
              <c:pt idx="441">
                <c:v>0.9624510745823686</c:v>
              </c:pt>
              <c:pt idx="442">
                <c:v>0.9523824177315153</c:v>
              </c:pt>
              <c:pt idx="443">
                <c:v>0.9711619067652493</c:v>
              </c:pt>
              <c:pt idx="444">
                <c:v>0.8861451554966804</c:v>
              </c:pt>
              <c:pt idx="445">
                <c:v>0.89713787537815</c:v>
              </c:pt>
              <c:pt idx="446">
                <c:v>0.9549886001139513</c:v>
              </c:pt>
              <c:pt idx="447">
                <c:v>0.9758058762422288</c:v>
              </c:pt>
              <c:pt idx="448">
                <c:v>0.9762602793569026</c:v>
              </c:pt>
              <c:pt idx="449">
                <c:v>0.9871546073680368</c:v>
              </c:pt>
              <c:pt idx="450">
                <c:v>0.9902113429697728</c:v>
              </c:pt>
              <c:pt idx="451">
                <c:v>0.9961874804246019</c:v>
              </c:pt>
              <c:pt idx="452">
                <c:v>0.9991503171851212</c:v>
              </c:pt>
              <c:pt idx="453">
                <c:v>0.9663146758482845</c:v>
              </c:pt>
              <c:pt idx="454">
                <c:v>0.966523809787604</c:v>
              </c:pt>
              <c:pt idx="455">
                <c:v>0.9730042497047379</c:v>
              </c:pt>
              <c:pt idx="456">
                <c:v>0.977074484296832</c:v>
              </c:pt>
              <c:pt idx="457">
                <c:v>1.009856570366802</c:v>
              </c:pt>
              <c:pt idx="458">
                <c:v>1.0008856518706792</c:v>
              </c:pt>
              <c:pt idx="459">
                <c:v>0.9805294761082461</c:v>
              </c:pt>
              <c:pt idx="460">
                <c:v>0.9805213634857904</c:v>
              </c:pt>
              <c:pt idx="461">
                <c:v>0.986833718998078</c:v>
              </c:pt>
              <c:pt idx="462">
                <c:v>0.9416960154760582</c:v>
              </c:pt>
              <c:pt idx="463">
                <c:v>0.9401610030684749</c:v>
              </c:pt>
              <c:pt idx="464">
                <c:v>0.9875439293791638</c:v>
              </c:pt>
              <c:pt idx="465">
                <c:v>0.7430193847713168</c:v>
              </c:pt>
              <c:pt idx="466">
                <c:v>0.6680115010407116</c:v>
              </c:pt>
              <c:pt idx="467">
                <c:v>0.9873036573252865</c:v>
              </c:pt>
              <c:pt idx="468">
                <c:v>0.4334773050247557</c:v>
              </c:pt>
              <c:pt idx="469">
                <c:v>0.9891717092283618</c:v>
              </c:pt>
              <c:pt idx="470">
                <c:v>0.9249269898399286</c:v>
              </c:pt>
              <c:pt idx="471">
                <c:v>0.915379925069442</c:v>
              </c:pt>
              <c:pt idx="472">
                <c:v>0.7952009979841447</c:v>
              </c:pt>
              <c:pt idx="473">
                <c:v>0.999174140831855</c:v>
              </c:pt>
              <c:pt idx="474">
                <c:v>1.0022128603369478</c:v>
              </c:pt>
              <c:pt idx="475">
                <c:v>0.9981196220168184</c:v>
              </c:pt>
              <c:pt idx="476">
                <c:v>1.002572208149871</c:v>
              </c:pt>
              <c:pt idx="477">
                <c:v>1.0004145887728342</c:v>
              </c:pt>
              <c:pt idx="478">
                <c:v>1.0165985956113712</c:v>
              </c:pt>
              <c:pt idx="479">
                <c:v>1.0183020319225302</c:v>
              </c:pt>
              <c:pt idx="480">
                <c:v>1.0002638590358668</c:v>
              </c:pt>
              <c:pt idx="481">
                <c:v>0.971221106075204</c:v>
              </c:pt>
              <c:pt idx="482">
                <c:v>0.9589990659025841</c:v>
              </c:pt>
              <c:pt idx="483">
                <c:v>0.9697336163966178</c:v>
              </c:pt>
              <c:pt idx="484">
                <c:v>0.9513877505679205</c:v>
              </c:pt>
              <c:pt idx="485">
                <c:v>0.913792298257723</c:v>
              </c:pt>
              <c:pt idx="486">
                <c:v>0.9655220002554977</c:v>
              </c:pt>
              <c:pt idx="487">
                <c:v>0.9751632754090832</c:v>
              </c:pt>
              <c:pt idx="488">
                <c:v>0.968979002139592</c:v>
              </c:pt>
              <c:pt idx="489">
                <c:v>0.9319348724456126</c:v>
              </c:pt>
              <c:pt idx="490">
                <c:v>0.9260458761375867</c:v>
              </c:pt>
              <c:pt idx="491">
                <c:v>0.9247890748859604</c:v>
              </c:pt>
              <c:pt idx="492">
                <c:v>1.0139157585689362</c:v>
              </c:pt>
              <c:pt idx="493">
                <c:v>1.0177063144267597</c:v>
              </c:pt>
              <c:pt idx="494">
                <c:v>1.0214148544190653</c:v>
              </c:pt>
              <c:pt idx="495">
                <c:v>1.0331179295586161</c:v>
              </c:pt>
              <c:pt idx="496">
                <c:v>1.0313238696709193</c:v>
              </c:pt>
              <c:pt idx="497">
                <c:v>0.9941582044938556</c:v>
              </c:pt>
              <c:pt idx="498">
                <c:v>0.9958179249789603</c:v>
              </c:pt>
              <c:pt idx="499">
                <c:v>0.7016334289456749</c:v>
              </c:pt>
              <c:pt idx="500">
                <c:v>1.0416493474184831</c:v>
              </c:pt>
              <c:pt idx="501">
                <c:v>1.0231794332008386</c:v>
              </c:pt>
              <c:pt idx="502">
                <c:v>1.0415015797690659</c:v>
              </c:pt>
              <c:pt idx="503">
                <c:v>0.9647917002009846</c:v>
              </c:pt>
              <c:pt idx="504">
                <c:v>0.9500878307576226</c:v>
              </c:pt>
              <c:pt idx="505">
                <c:v>0.962486506584295</c:v>
              </c:pt>
              <c:pt idx="506">
                <c:v>0.9794458450229404</c:v>
              </c:pt>
              <c:pt idx="507">
                <c:v>0.9651563229597884</c:v>
              </c:pt>
              <c:pt idx="508">
                <c:v>0.966916914340362</c:v>
              </c:pt>
              <c:pt idx="509">
                <c:v>1.0070521676300819</c:v>
              </c:pt>
              <c:pt idx="510">
                <c:v>0.9741539513229873</c:v>
              </c:pt>
              <c:pt idx="511">
                <c:v>0.9842955558431568</c:v>
              </c:pt>
              <c:pt idx="512">
                <c:v>0.9612808543993223</c:v>
              </c:pt>
              <c:pt idx="513">
                <c:v>0.9633982089888573</c:v>
              </c:pt>
              <c:pt idx="514">
                <c:v>0.9742683985404439</c:v>
              </c:pt>
              <c:pt idx="515">
                <c:v>0.9687586506120309</c:v>
              </c:pt>
              <c:pt idx="516">
                <c:v>0.9256439115751842</c:v>
              </c:pt>
              <c:pt idx="517">
                <c:v>1.026158032979802</c:v>
              </c:pt>
              <c:pt idx="518">
                <c:v>1.0354367185581326</c:v>
              </c:pt>
              <c:pt idx="519">
                <c:v>1.0259430519706656</c:v>
              </c:pt>
              <c:pt idx="520">
                <c:v>1.035084452196653</c:v>
              </c:pt>
              <c:pt idx="521">
                <c:v>1.0194308799267149</c:v>
              </c:pt>
              <c:pt idx="522">
                <c:v>0.97785770528121</c:v>
              </c:pt>
              <c:pt idx="523">
                <c:v>0.9825771905971274</c:v>
              </c:pt>
              <c:pt idx="524">
                <c:v>0.9690886394101756</c:v>
              </c:pt>
              <c:pt idx="525">
                <c:v>0.9888589975844526</c:v>
              </c:pt>
              <c:pt idx="526">
                <c:v>0.9954246582972959</c:v>
              </c:pt>
              <c:pt idx="527">
                <c:v>0.9936653053266598</c:v>
              </c:pt>
              <c:pt idx="528">
                <c:v>1.0140590117102883</c:v>
              </c:pt>
              <c:pt idx="529">
                <c:v>0.958043371573539</c:v>
              </c:pt>
              <c:pt idx="530">
                <c:v>0.9634498152589867</c:v>
              </c:pt>
              <c:pt idx="531">
                <c:v>0.4968141475269073</c:v>
              </c:pt>
              <c:pt idx="532">
                <c:v>0.9138292966905996</c:v>
              </c:pt>
              <c:pt idx="533">
                <c:v>0.9705528037535112</c:v>
              </c:pt>
              <c:pt idx="534">
                <c:v>0.9562791946962819</c:v>
              </c:pt>
              <c:pt idx="535">
                <c:v>0.9554648649202968</c:v>
              </c:pt>
              <c:pt idx="536">
                <c:v>0.9502039313497364</c:v>
              </c:pt>
              <c:pt idx="537">
                <c:v>1.0201774333061462</c:v>
              </c:pt>
              <c:pt idx="538">
                <c:v>1.0226456529902304</c:v>
              </c:pt>
              <c:pt idx="539">
                <c:v>1.032267508870591</c:v>
              </c:pt>
              <c:pt idx="540">
                <c:v>0.9783229102518789</c:v>
              </c:pt>
              <c:pt idx="541">
                <c:v>0.9776791093477354</c:v>
              </c:pt>
              <c:pt idx="542">
                <c:v>1.0299105295475803</c:v>
              </c:pt>
              <c:pt idx="543">
                <c:v>1.023409317370896</c:v>
              </c:pt>
              <c:pt idx="544">
                <c:v>1.040879191371562</c:v>
              </c:pt>
              <c:pt idx="545">
                <c:v>0.9653270264736892</c:v>
              </c:pt>
              <c:pt idx="546">
                <c:v>0.9748060666510268</c:v>
              </c:pt>
              <c:pt idx="547">
                <c:v>0.9752609277257235</c:v>
              </c:pt>
              <c:pt idx="548">
                <c:v>0.9643525996725543</c:v>
              </c:pt>
              <c:pt idx="549">
                <c:v>0.9762668920956789</c:v>
              </c:pt>
              <c:pt idx="550">
                <c:v>0.5776067132544259</c:v>
              </c:pt>
              <c:pt idx="551">
                <c:v>0.6498820202067653</c:v>
              </c:pt>
              <c:pt idx="552">
                <c:v>0.6226305000106529</c:v>
              </c:pt>
              <c:pt idx="553">
                <c:v>0.8590813349722117</c:v>
              </c:pt>
              <c:pt idx="554">
                <c:v>0.8747750779209965</c:v>
              </c:pt>
              <c:pt idx="555">
                <c:v>0.8330352634655075</c:v>
              </c:pt>
              <c:pt idx="556">
                <c:v>0.8020634825363104</c:v>
              </c:pt>
              <c:pt idx="557">
                <c:v>0.8657243898058808</c:v>
              </c:pt>
              <c:pt idx="558">
                <c:v>0.8309105757242065</c:v>
              </c:pt>
              <c:pt idx="559">
                <c:v>0.8593056885640487</c:v>
              </c:pt>
              <c:pt idx="560">
                <c:v>0.7557423353697162</c:v>
              </c:pt>
              <c:pt idx="561">
                <c:v>0.7751727092722962</c:v>
              </c:pt>
              <c:pt idx="562">
                <c:v>0.9815349199920832</c:v>
              </c:pt>
              <c:pt idx="563">
                <c:v>0.8691669058403132</c:v>
              </c:pt>
              <c:pt idx="564">
                <c:v>1.0024214380188279</c:v>
              </c:pt>
              <c:pt idx="565">
                <c:v>1.0290976387391513</c:v>
              </c:pt>
              <c:pt idx="566">
                <c:v>1.002794361682864</c:v>
              </c:pt>
              <c:pt idx="567">
                <c:v>1.0015410888359844</c:v>
              </c:pt>
              <c:pt idx="568">
                <c:v>1.00958621884836</c:v>
              </c:pt>
              <c:pt idx="569">
                <c:v>0.9929932275377183</c:v>
              </c:pt>
              <c:pt idx="570">
                <c:v>0.8540703445734199</c:v>
              </c:pt>
              <c:pt idx="571">
                <c:v>0.8622195107961395</c:v>
              </c:pt>
              <c:pt idx="572">
                <c:v>0.9667824832120867</c:v>
              </c:pt>
              <c:pt idx="573">
                <c:v>0.9691215898961538</c:v>
              </c:pt>
              <c:pt idx="574">
                <c:v>0.9736488595769637</c:v>
              </c:pt>
              <c:pt idx="575">
                <c:v>0.9593679052137881</c:v>
              </c:pt>
              <c:pt idx="576">
                <c:v>0.909629676986436</c:v>
              </c:pt>
              <c:pt idx="577">
                <c:v>0.7891726683077721</c:v>
              </c:pt>
              <c:pt idx="578">
                <c:v>0.7090159343573764</c:v>
              </c:pt>
              <c:pt idx="579">
                <c:v>0.7835172439833022</c:v>
              </c:pt>
              <c:pt idx="580">
                <c:v>0.725496986196617</c:v>
              </c:pt>
              <c:pt idx="581">
                <c:v>0.8560481659775387</c:v>
              </c:pt>
              <c:pt idx="582">
                <c:v>0.8456717129605287</c:v>
              </c:pt>
              <c:pt idx="583">
                <c:v>0.7999173566946155</c:v>
              </c:pt>
              <c:pt idx="584">
                <c:v>0.8313956994457941</c:v>
              </c:pt>
              <c:pt idx="585">
                <c:v>0.9059803688691576</c:v>
              </c:pt>
              <c:pt idx="586">
                <c:v>0.8950215239239836</c:v>
              </c:pt>
              <c:pt idx="587">
                <c:v>0.8737677644168871</c:v>
              </c:pt>
              <c:pt idx="588">
                <c:v>0.8672732630623403</c:v>
              </c:pt>
              <c:pt idx="589">
                <c:v>0.957342706015851</c:v>
              </c:pt>
              <c:pt idx="590">
                <c:v>1.0187103396182564</c:v>
              </c:pt>
              <c:pt idx="591">
                <c:v>1.008905247685962</c:v>
              </c:pt>
              <c:pt idx="592">
                <c:v>1.0206714699976545</c:v>
              </c:pt>
              <c:pt idx="593">
                <c:v>1.0342277475623813</c:v>
              </c:pt>
              <c:pt idx="594">
                <c:v>1.0211728411943422</c:v>
              </c:pt>
              <c:pt idx="595">
                <c:v>0.9753488133071607</c:v>
              </c:pt>
              <c:pt idx="596">
                <c:v>0.9729293180352979</c:v>
              </c:pt>
              <c:pt idx="597">
                <c:v>0.9773258285495366</c:v>
              </c:pt>
              <c:pt idx="598">
                <c:v>0.9487077527140283</c:v>
              </c:pt>
              <c:pt idx="599">
                <c:v>0.9798500472204905</c:v>
              </c:pt>
              <c:pt idx="600">
                <c:v>0.9861434875797688</c:v>
              </c:pt>
              <c:pt idx="601">
                <c:v>0.9308078256487099</c:v>
              </c:pt>
              <c:pt idx="602">
                <c:v>0.9626142165503453</c:v>
              </c:pt>
              <c:pt idx="603">
                <c:v>0.9082574818597169</c:v>
              </c:pt>
              <c:pt idx="604">
                <c:v>0.5173937099764095</c:v>
              </c:pt>
              <c:pt idx="605">
                <c:v>0.6420102747453181</c:v>
              </c:pt>
              <c:pt idx="606">
                <c:v>0.6792429838109565</c:v>
              </c:pt>
              <c:pt idx="607">
                <c:v>0.9323843165794415</c:v>
              </c:pt>
              <c:pt idx="608">
                <c:v>0.7455313922899675</c:v>
              </c:pt>
              <c:pt idx="609">
                <c:v>0.8521139583592741</c:v>
              </c:pt>
              <c:pt idx="610">
                <c:v>1.0404262447374353</c:v>
              </c:pt>
              <c:pt idx="611">
                <c:v>0.9721242256830502</c:v>
              </c:pt>
              <c:pt idx="612">
                <c:v>0.9611248248406301</c:v>
              </c:pt>
              <c:pt idx="613">
                <c:v>0.9995344295379119</c:v>
              </c:pt>
              <c:pt idx="614">
                <c:v>0.9970404535308999</c:v>
              </c:pt>
              <c:pt idx="615">
                <c:v>1.034604073776669</c:v>
              </c:pt>
              <c:pt idx="616">
                <c:v>1.03310357331337</c:v>
              </c:pt>
              <c:pt idx="617">
                <c:v>0.9563895586407616</c:v>
              </c:pt>
              <c:pt idx="618">
                <c:v>0.9802424140572802</c:v>
              </c:pt>
              <c:pt idx="619">
                <c:v>1.0082120234286136</c:v>
              </c:pt>
              <c:pt idx="620">
                <c:v>1.0079730272779</c:v>
              </c:pt>
              <c:pt idx="621">
                <c:v>0.9870787443821705</c:v>
              </c:pt>
              <c:pt idx="622">
                <c:v>1.0063613921066474</c:v>
              </c:pt>
              <c:pt idx="623">
                <c:v>1.010528493067725</c:v>
              </c:pt>
              <c:pt idx="624">
                <c:v>0.6652150390910103</c:v>
              </c:pt>
              <c:pt idx="625">
                <c:v>0.5824488557408953</c:v>
              </c:pt>
              <c:pt idx="626">
                <c:v>0.9930538138160531</c:v>
              </c:pt>
              <c:pt idx="627">
                <c:v>0.9951125414990053</c:v>
              </c:pt>
              <c:pt idx="628">
                <c:v>0.9877371930448342</c:v>
              </c:pt>
              <c:pt idx="629">
                <c:v>0.5932979983983531</c:v>
              </c:pt>
              <c:pt idx="630">
                <c:v>0.7080241112760834</c:v>
              </c:pt>
              <c:pt idx="631">
                <c:v>0.8689388634745608</c:v>
              </c:pt>
              <c:pt idx="632">
                <c:v>0.8568152720523804</c:v>
              </c:pt>
              <c:pt idx="633">
                <c:v>0.7992648350967658</c:v>
              </c:pt>
              <c:pt idx="634">
                <c:v>0.8319201147357812</c:v>
              </c:pt>
              <c:pt idx="635">
                <c:v>0.8898064109330962</c:v>
              </c:pt>
              <c:pt idx="636">
                <c:v>0.8977389081077984</c:v>
              </c:pt>
              <c:pt idx="637">
                <c:v>0.7680149739403346</c:v>
              </c:pt>
              <c:pt idx="638">
                <c:v>0.7783127029658494</c:v>
              </c:pt>
              <c:pt idx="639">
                <c:v>0.8936840257304792</c:v>
              </c:pt>
              <c:pt idx="640">
                <c:v>0.7307945379099127</c:v>
              </c:pt>
              <c:pt idx="641">
                <c:v>0.7083826536523152</c:v>
              </c:pt>
              <c:pt idx="642">
                <c:v>0.7136675161982164</c:v>
              </c:pt>
              <c:pt idx="643">
                <c:v>0.8834825505819752</c:v>
              </c:pt>
              <c:pt idx="644">
                <c:v>0.9011622532787797</c:v>
              </c:pt>
              <c:pt idx="645">
                <c:v>0.7479898736672317</c:v>
              </c:pt>
              <c:pt idx="646">
                <c:v>0.9513816345152345</c:v>
              </c:pt>
              <c:pt idx="647">
                <c:v>0.9400215622720796</c:v>
              </c:pt>
              <c:pt idx="648">
                <c:v>0.7281806253474005</c:v>
              </c:pt>
              <c:pt idx="649">
                <c:v>0.8098919124460825</c:v>
              </c:pt>
              <c:pt idx="650">
                <c:v>0.8066330557858336</c:v>
              </c:pt>
              <c:pt idx="651">
                <c:v>0.8119847164657656</c:v>
              </c:pt>
              <c:pt idx="652">
                <c:v>0.8123739988225843</c:v>
              </c:pt>
              <c:pt idx="653">
                <c:v>1.0148785522963029</c:v>
              </c:pt>
              <c:pt idx="654">
                <c:v>0.9926435529917165</c:v>
              </c:pt>
              <c:pt idx="655">
                <c:v>0.7230952158404059</c:v>
              </c:pt>
              <c:pt idx="656">
                <c:v>0.9445734174150962</c:v>
              </c:pt>
              <c:pt idx="657">
                <c:v>0.76424501621013</c:v>
              </c:pt>
              <c:pt idx="658">
                <c:v>0.756424073082397</c:v>
              </c:pt>
              <c:pt idx="659">
                <c:v>0.710842913464641</c:v>
              </c:pt>
              <c:pt idx="660">
                <c:v>0.7755002712809537</c:v>
              </c:pt>
              <c:pt idx="661">
                <c:v>1.0051290831531452</c:v>
              </c:pt>
              <c:pt idx="662">
                <c:v>1.0084344085843393</c:v>
              </c:pt>
              <c:pt idx="663">
                <c:v>0.9429776751679859</c:v>
              </c:pt>
              <c:pt idx="664">
                <c:v>1.0114461352963342</c:v>
              </c:pt>
              <c:pt idx="665">
                <c:v>0.9533217620900447</c:v>
              </c:pt>
              <c:pt idx="666">
                <c:v>0.5798744347643396</c:v>
              </c:pt>
              <c:pt idx="667">
                <c:v>0.7256864316753107</c:v>
              </c:pt>
              <c:pt idx="668">
                <c:v>0.6871845029418608</c:v>
              </c:pt>
              <c:pt idx="669">
                <c:v>0.36574952890941104</c:v>
              </c:pt>
              <c:pt idx="670">
                <c:v>0.4018699746157349</c:v>
              </c:pt>
              <c:pt idx="671">
                <c:v>0.36517130817696086</c:v>
              </c:pt>
              <c:pt idx="672">
                <c:v>0.44397203518342143</c:v>
              </c:pt>
              <c:pt idx="673">
                <c:v>0.3750480149647751</c:v>
              </c:pt>
              <c:pt idx="674">
                <c:v>0.8216771146949977</c:v>
              </c:pt>
              <c:pt idx="675">
                <c:v>0.8573078493227008</c:v>
              </c:pt>
              <c:pt idx="676">
                <c:v>0.8482066907126207</c:v>
              </c:pt>
              <c:pt idx="677">
                <c:v>0.8346250307129184</c:v>
              </c:pt>
              <c:pt idx="678">
                <c:v>0.8959393072979305</c:v>
              </c:pt>
              <c:pt idx="679">
                <c:v>0.845276657255503</c:v>
              </c:pt>
              <c:pt idx="680">
                <c:v>0.9900448536607538</c:v>
              </c:pt>
              <c:pt idx="681">
                <c:v>0.9845589249973856</c:v>
              </c:pt>
              <c:pt idx="682">
                <c:v>0.9939594942930202</c:v>
              </c:pt>
              <c:pt idx="683">
                <c:v>0.9588434614222489</c:v>
              </c:pt>
              <c:pt idx="684">
                <c:v>0.973899574789135</c:v>
              </c:pt>
              <c:pt idx="685">
                <c:v>0.8676850819311116</c:v>
              </c:pt>
              <c:pt idx="686">
                <c:v>0.8894635860119534</c:v>
              </c:pt>
              <c:pt idx="687">
                <c:v>0.6898365801670818</c:v>
              </c:pt>
              <c:pt idx="688">
                <c:v>0.6976571511084905</c:v>
              </c:pt>
              <c:pt idx="689">
                <c:v>0.9571552801244125</c:v>
              </c:pt>
              <c:pt idx="690">
                <c:v>0.9702989834990069</c:v>
              </c:pt>
              <c:pt idx="691">
                <c:v>0.9622048449108035</c:v>
              </c:pt>
              <c:pt idx="692">
                <c:v>0.9526368903146415</c:v>
              </c:pt>
              <c:pt idx="693">
                <c:v>0.9710562191587829</c:v>
              </c:pt>
              <c:pt idx="694">
                <c:v>0.9524451270260652</c:v>
              </c:pt>
              <c:pt idx="695">
                <c:v>0.9519914712150441</c:v>
              </c:pt>
              <c:pt idx="696">
                <c:v>0.9808447640145685</c:v>
              </c:pt>
              <c:pt idx="697">
                <c:v>0.8782704566106552</c:v>
              </c:pt>
              <c:pt idx="698">
                <c:v>0.9062932281866802</c:v>
              </c:pt>
              <c:pt idx="699">
                <c:v>0.9113861376866578</c:v>
              </c:pt>
              <c:pt idx="700">
                <c:v>0.9188185249125093</c:v>
              </c:pt>
              <c:pt idx="701">
                <c:v>0.9276089135038673</c:v>
              </c:pt>
              <c:pt idx="702">
                <c:v>0.9375967308516148</c:v>
              </c:pt>
              <c:pt idx="703">
                <c:v>0.9402883950756287</c:v>
              </c:pt>
              <c:pt idx="704">
                <c:v>0.9402347383383496</c:v>
              </c:pt>
              <c:pt idx="705">
                <c:v>0.8777859750762739</c:v>
              </c:pt>
              <c:pt idx="706">
                <c:v>0.8604244827990447</c:v>
              </c:pt>
              <c:pt idx="707">
                <c:v>0.8894277577946429</c:v>
              </c:pt>
              <c:pt idx="708">
                <c:v>0.8827866787155361</c:v>
              </c:pt>
              <c:pt idx="709">
                <c:v>0.9373745934503565</c:v>
              </c:pt>
              <c:pt idx="710">
                <c:v>0.9306984447898631</c:v>
              </c:pt>
              <c:pt idx="711">
                <c:v>0.9430716926036631</c:v>
              </c:pt>
              <c:pt idx="712">
                <c:v>0.9285751627813579</c:v>
              </c:pt>
              <c:pt idx="713">
                <c:v>0.9216570971658594</c:v>
              </c:pt>
              <c:pt idx="714">
                <c:v>0.9728612480448944</c:v>
              </c:pt>
              <c:pt idx="715">
                <c:v>0.9691050745723101</c:v>
              </c:pt>
              <c:pt idx="716">
                <c:v>0.8672366275921748</c:v>
              </c:pt>
              <c:pt idx="717">
                <c:v>0.8727687403982665</c:v>
              </c:pt>
              <c:pt idx="718">
                <c:v>0.9255125563966218</c:v>
              </c:pt>
              <c:pt idx="719">
                <c:v>0.9731030428201539</c:v>
              </c:pt>
              <c:pt idx="720">
                <c:v>0.9116783186493284</c:v>
              </c:pt>
              <c:pt idx="721">
                <c:v>0.9023179660567048</c:v>
              </c:pt>
              <c:pt idx="722">
                <c:v>0.8987094420315669</c:v>
              </c:pt>
              <c:pt idx="723">
                <c:v>0.9130254049855607</c:v>
              </c:pt>
              <c:pt idx="724">
                <c:v>0.8876541705107002</c:v>
              </c:pt>
              <c:pt idx="725">
                <c:v>0.9005640646574499</c:v>
              </c:pt>
              <c:pt idx="726">
                <c:v>0.9024219917298769</c:v>
              </c:pt>
              <c:pt idx="727">
                <c:v>0.8803567802272904</c:v>
              </c:pt>
              <c:pt idx="728">
                <c:v>0.9375966956515194</c:v>
              </c:pt>
              <c:pt idx="729">
                <c:v>1.0026240305959861</c:v>
              </c:pt>
              <c:pt idx="730">
                <c:v>1.013663900668848</c:v>
              </c:pt>
              <c:pt idx="731">
                <c:v>1.0090851233079292</c:v>
              </c:pt>
              <c:pt idx="732">
                <c:v>1.007413769994913</c:v>
              </c:pt>
              <c:pt idx="733">
                <c:v>1.0014319043077824</c:v>
              </c:pt>
              <c:pt idx="734">
                <c:v>1.0157728271480202</c:v>
              </c:pt>
              <c:pt idx="735">
                <c:v>1.021176505984508</c:v>
              </c:pt>
              <c:pt idx="736">
                <c:v>1.0261760325555687</c:v>
              </c:pt>
              <c:pt idx="737">
                <c:v>1.0159443699658746</c:v>
              </c:pt>
              <c:pt idx="738">
                <c:v>1.0284576253702649</c:v>
              </c:pt>
              <c:pt idx="739">
                <c:v>1.03891724447798</c:v>
              </c:pt>
              <c:pt idx="740">
                <c:v>1.0360147622670521</c:v>
              </c:pt>
              <c:pt idx="741">
                <c:v>0.9405644889622536</c:v>
              </c:pt>
              <c:pt idx="742">
                <c:v>0.9403584168579793</c:v>
              </c:pt>
              <c:pt idx="743">
                <c:v>0.9129304584552649</c:v>
              </c:pt>
              <c:pt idx="744">
                <c:v>0.9124300041964365</c:v>
              </c:pt>
              <c:pt idx="745">
                <c:v>0.9687679565239351</c:v>
              </c:pt>
              <c:pt idx="746">
                <c:v>0.8783496204340798</c:v>
              </c:pt>
              <c:pt idx="747">
                <c:v>0.884808546570728</c:v>
              </c:pt>
              <c:pt idx="748">
                <c:v>0.9461761224252371</c:v>
              </c:pt>
              <c:pt idx="749">
                <c:v>0.9587929501708407</c:v>
              </c:pt>
              <c:pt idx="750">
                <c:v>0.9477826881752734</c:v>
              </c:pt>
              <c:pt idx="751">
                <c:v>0.9687869396241638</c:v>
              </c:pt>
              <c:pt idx="752">
                <c:v>0.9668489275527057</c:v>
              </c:pt>
              <c:pt idx="753">
                <c:v>0.9600729169942849</c:v>
              </c:pt>
              <c:pt idx="754">
                <c:v>1.0089760096894733</c:v>
              </c:pt>
              <c:pt idx="755">
                <c:v>1.01952446427856</c:v>
              </c:pt>
              <c:pt idx="756">
                <c:v>0.9362392534793644</c:v>
              </c:pt>
              <c:pt idx="757">
                <c:v>0.9492874878231651</c:v>
              </c:pt>
              <c:pt idx="758">
                <c:v>1.0122696852054385</c:v>
              </c:pt>
              <c:pt idx="759">
                <c:v>0.9336414729333102</c:v>
              </c:pt>
              <c:pt idx="760">
                <c:v>1.0082761675336125</c:v>
              </c:pt>
              <c:pt idx="761">
                <c:v>0.9704336218293111</c:v>
              </c:pt>
              <c:pt idx="762">
                <c:v>0.9648664793267736</c:v>
              </c:pt>
              <c:pt idx="763">
                <c:v>0.9701031104817616</c:v>
              </c:pt>
              <c:pt idx="764">
                <c:v>0.9881174999311216</c:v>
              </c:pt>
              <c:pt idx="765">
                <c:v>0.9797609504095451</c:v>
              </c:pt>
              <c:pt idx="766">
                <c:v>0.9937175555709898</c:v>
              </c:pt>
              <c:pt idx="767">
                <c:v>1.001217397415937</c:v>
              </c:pt>
              <c:pt idx="768">
                <c:v>0.981269225127556</c:v>
              </c:pt>
              <c:pt idx="769">
                <c:v>0.9875638756169055</c:v>
              </c:pt>
              <c:pt idx="770">
                <c:v>0.9824904194131586</c:v>
              </c:pt>
              <c:pt idx="771">
                <c:v>0.9896039820301138</c:v>
              </c:pt>
              <c:pt idx="772">
                <c:v>0.9886547200994956</c:v>
              </c:pt>
              <c:pt idx="773">
                <c:v>0.9853277580139217</c:v>
              </c:pt>
              <c:pt idx="774">
                <c:v>0.9284874157222658</c:v>
              </c:pt>
              <c:pt idx="775">
                <c:v>0.9398000790656904</c:v>
              </c:pt>
              <c:pt idx="776">
                <c:v>1.0215197106692553</c:v>
              </c:pt>
              <c:pt idx="777">
                <c:v>1.012842215786596</c:v>
              </c:pt>
              <c:pt idx="778">
                <c:v>1.022131769287533</c:v>
              </c:pt>
              <c:pt idx="779">
                <c:v>0.9570560545715985</c:v>
              </c:pt>
              <c:pt idx="780">
                <c:v>0.9582834156929675</c:v>
              </c:pt>
              <c:pt idx="781">
                <c:v>0.9599970753969705</c:v>
              </c:pt>
              <c:pt idx="782">
                <c:v>0.9693531418680225</c:v>
              </c:pt>
              <c:pt idx="783">
                <c:v>0.9627442119746025</c:v>
              </c:pt>
              <c:pt idx="784">
                <c:v>0.9692116294821232</c:v>
              </c:pt>
              <c:pt idx="785">
                <c:v>0.9734043381293754</c:v>
              </c:pt>
              <c:pt idx="786">
                <c:v>0.9629105659039359</c:v>
              </c:pt>
              <c:pt idx="787">
                <c:v>0.9646211678780916</c:v>
              </c:pt>
              <c:pt idx="788">
                <c:v>0.9193981613987</c:v>
              </c:pt>
              <c:pt idx="789">
                <c:v>0.9236731588229525</c:v>
              </c:pt>
              <c:pt idx="790">
                <c:v>0.9056025704342281</c:v>
              </c:pt>
              <c:pt idx="791">
                <c:v>0.8404229343007769</c:v>
              </c:pt>
              <c:pt idx="792">
                <c:v>0.973865661040189</c:v>
              </c:pt>
              <c:pt idx="793">
                <c:v>0.971012491333667</c:v>
              </c:pt>
              <c:pt idx="794">
                <c:v>0.9868449838048436</c:v>
              </c:pt>
              <c:pt idx="795">
                <c:v>0.969719723469606</c:v>
              </c:pt>
              <c:pt idx="796">
                <c:v>0.7761388131031648</c:v>
              </c:pt>
              <c:pt idx="797">
                <c:v>0.8233071751923438</c:v>
              </c:pt>
              <c:pt idx="798">
                <c:v>0.8187073268535114</c:v>
              </c:pt>
              <c:pt idx="799">
                <c:v>0.8237871749553457</c:v>
              </c:pt>
              <c:pt idx="800">
                <c:v>0.823561012139921</c:v>
              </c:pt>
              <c:pt idx="801">
                <c:v>0.9974913205938374</c:v>
              </c:pt>
              <c:pt idx="802">
                <c:v>0.9973404295940179</c:v>
              </c:pt>
              <c:pt idx="803">
                <c:v>0.9479589728410889</c:v>
              </c:pt>
              <c:pt idx="804">
                <c:v>0.9486011492932551</c:v>
              </c:pt>
              <c:pt idx="805">
                <c:v>0.9482432421503049</c:v>
              </c:pt>
              <c:pt idx="806">
                <c:v>0.9485970559554625</c:v>
              </c:pt>
              <c:pt idx="807">
                <c:v>0.6769408327892693</c:v>
              </c:pt>
              <c:pt idx="808">
                <c:v>0.6908332087088309</c:v>
              </c:pt>
              <c:pt idx="809">
                <c:v>0.6957622072375433</c:v>
              </c:pt>
              <c:pt idx="810">
                <c:v>0.9694618178812827</c:v>
              </c:pt>
              <c:pt idx="811">
                <c:v>0.8962715774973699</c:v>
              </c:pt>
              <c:pt idx="812">
                <c:v>0.9929650786776919</c:v>
              </c:pt>
              <c:pt idx="813">
                <c:v>0.9906612532526716</c:v>
              </c:pt>
              <c:pt idx="814">
                <c:v>0.885726086755955</c:v>
              </c:pt>
              <c:pt idx="815">
                <c:v>0.8907515195664542</c:v>
              </c:pt>
              <c:pt idx="816">
                <c:v>0.9404199497110497</c:v>
              </c:pt>
              <c:pt idx="817">
                <c:v>0.9320265106043583</c:v>
              </c:pt>
              <c:pt idx="818">
                <c:v>0.9448464726593889</c:v>
              </c:pt>
              <c:pt idx="819">
                <c:v>0.9443248892157426</c:v>
              </c:pt>
              <c:pt idx="820">
                <c:v>0.9784387350746576</c:v>
              </c:pt>
              <c:pt idx="821">
                <c:v>0.8606936701664222</c:v>
              </c:pt>
              <c:pt idx="822">
                <c:v>0.9396089573644812</c:v>
              </c:pt>
              <c:pt idx="823">
                <c:v>0.9436431435264421</c:v>
              </c:pt>
              <c:pt idx="824">
                <c:v>0.9730567474069355</c:v>
              </c:pt>
              <c:pt idx="825">
                <c:v>0.9609284070570598</c:v>
              </c:pt>
              <c:pt idx="826">
                <c:v>0.8871897106415564</c:v>
              </c:pt>
              <c:pt idx="827">
                <c:v>0.9490098733855363</c:v>
              </c:pt>
              <c:pt idx="828">
                <c:v>0.9539638966898862</c:v>
              </c:pt>
              <c:pt idx="829">
                <c:v>0.737486380488553</c:v>
              </c:pt>
              <c:pt idx="830">
                <c:v>0.7767118204410327</c:v>
              </c:pt>
              <c:pt idx="831">
                <c:v>0.9002676114646995</c:v>
              </c:pt>
              <c:pt idx="832">
                <c:v>1.021167228372522</c:v>
              </c:pt>
              <c:pt idx="833">
                <c:v>1.0386969975365956</c:v>
              </c:pt>
              <c:pt idx="834">
                <c:v>1.0393582453262555</c:v>
              </c:pt>
              <c:pt idx="835">
                <c:v>1.0017170887433982</c:v>
              </c:pt>
              <c:pt idx="836">
                <c:v>0.9523538383108285</c:v>
              </c:pt>
              <c:pt idx="837">
                <c:v>0.9548219023522122</c:v>
              </c:pt>
              <c:pt idx="838">
                <c:v>0.9578587442460632</c:v>
              </c:pt>
              <c:pt idx="839">
                <c:v>0.9710215898457893</c:v>
              </c:pt>
              <c:pt idx="840">
                <c:v>0.9759977993330549</c:v>
              </c:pt>
              <c:pt idx="841">
                <c:v>0.9468944494522237</c:v>
              </c:pt>
              <c:pt idx="842">
                <c:v>0.9525574936293172</c:v>
              </c:pt>
              <c:pt idx="843">
                <c:v>0.9527373971151415</c:v>
              </c:pt>
              <c:pt idx="844">
                <c:v>0.9774551313324432</c:v>
              </c:pt>
              <c:pt idx="845">
                <c:v>1.022724476382842</c:v>
              </c:pt>
              <c:pt idx="846">
                <c:v>1.0225308876188293</c:v>
              </c:pt>
              <c:pt idx="847">
                <c:v>1.0139634507647017</c:v>
              </c:pt>
              <c:pt idx="848">
                <c:v>0.9954367347020305</c:v>
              </c:pt>
              <c:pt idx="849">
                <c:v>0.998522006846672</c:v>
              </c:pt>
              <c:pt idx="850">
                <c:v>0.946770513856418</c:v>
              </c:pt>
              <c:pt idx="851">
                <c:v>0.9389527847130685</c:v>
              </c:pt>
              <c:pt idx="852">
                <c:v>1.0412211901176924</c:v>
              </c:pt>
              <c:pt idx="853">
                <c:v>0.8051922352581793</c:v>
              </c:pt>
              <c:pt idx="854">
                <c:v>0.7976373467257731</c:v>
              </c:pt>
              <c:pt idx="855">
                <c:v>1.0060894786966925</c:v>
              </c:pt>
              <c:pt idx="856">
                <c:v>0.9990653825236921</c:v>
              </c:pt>
              <c:pt idx="857">
                <c:v>1.009075673871273</c:v>
              </c:pt>
              <c:pt idx="858">
                <c:v>0.9465925599021862</c:v>
              </c:pt>
              <c:pt idx="859">
                <c:v>0.7082907848615152</c:v>
              </c:pt>
              <c:pt idx="860">
                <c:v>0.7363930059463182</c:v>
              </c:pt>
              <c:pt idx="861">
                <c:v>0.9600934196087525</c:v>
              </c:pt>
              <c:pt idx="862">
                <c:v>0.959115349974015</c:v>
              </c:pt>
              <c:pt idx="863">
                <c:v>0.9584022601146287</c:v>
              </c:pt>
              <c:pt idx="864">
                <c:v>0.920142717449215</c:v>
              </c:pt>
              <c:pt idx="865">
                <c:v>0.9278037073396966</c:v>
              </c:pt>
              <c:pt idx="866">
                <c:v>0.9408360874436728</c:v>
              </c:pt>
              <c:pt idx="867">
                <c:v>1.0021285981660435</c:v>
              </c:pt>
              <c:pt idx="868">
                <c:v>0.9086320450669432</c:v>
              </c:pt>
              <c:pt idx="869">
                <c:v>0.9170790110985932</c:v>
              </c:pt>
              <c:pt idx="870">
                <c:v>0.9104017098155823</c:v>
              </c:pt>
              <c:pt idx="871">
                <c:v>1.0231005877351906</c:v>
              </c:pt>
              <c:pt idx="872">
                <c:v>1.034410969267169</c:v>
              </c:pt>
              <c:pt idx="873">
                <c:v>0.9940243898915999</c:v>
              </c:pt>
              <c:pt idx="874">
                <c:v>1.0022751419892924</c:v>
              </c:pt>
              <c:pt idx="875">
                <c:v>0.9253100910754585</c:v>
              </c:pt>
              <c:pt idx="876">
                <c:v>0.9541989983845989</c:v>
              </c:pt>
              <c:pt idx="877">
                <c:v>0.9542232262117404</c:v>
              </c:pt>
              <c:pt idx="878">
                <c:v>0.9542116239088102</c:v>
              </c:pt>
              <c:pt idx="879">
                <c:v>0.9613316146137514</c:v>
              </c:pt>
              <c:pt idx="880">
                <c:v>0.9406295169722283</c:v>
              </c:pt>
              <c:pt idx="881">
                <c:v>0.9417096931185533</c:v>
              </c:pt>
              <c:pt idx="882">
                <c:v>0.9432757901978392</c:v>
              </c:pt>
              <c:pt idx="883">
                <c:v>0.9881067122322942</c:v>
              </c:pt>
              <c:pt idx="884">
                <c:v>0.9672811302261733</c:v>
              </c:pt>
              <c:pt idx="885">
                <c:v>0.9557838413016759</c:v>
              </c:pt>
              <c:pt idx="886">
                <c:v>0.9719094431945441</c:v>
              </c:pt>
              <c:pt idx="887">
                <c:v>0.9733517508152718</c:v>
              </c:pt>
              <c:pt idx="888">
                <c:v>0.8035763648259331</c:v>
              </c:pt>
              <c:pt idx="889">
                <c:v>0.8560896909386094</c:v>
              </c:pt>
              <c:pt idx="890">
                <c:v>0.8612503288297393</c:v>
              </c:pt>
              <c:pt idx="891">
                <c:v>0.9770455129167936</c:v>
              </c:pt>
              <c:pt idx="892">
                <c:v>0.9276360774581299</c:v>
              </c:pt>
              <c:pt idx="893">
                <c:v>0.9290056054767959</c:v>
              </c:pt>
              <c:pt idx="894">
                <c:v>0.9306961054821596</c:v>
              </c:pt>
              <c:pt idx="895">
                <c:v>0.8502468227711615</c:v>
              </c:pt>
              <c:pt idx="896">
                <c:v>1.040072488984572</c:v>
              </c:pt>
              <c:pt idx="897">
                <c:v>0.958814033583022</c:v>
              </c:pt>
              <c:pt idx="898">
                <c:v>0.9212220203413114</c:v>
              </c:pt>
              <c:pt idx="899">
                <c:v>0.8710326705456606</c:v>
              </c:pt>
              <c:pt idx="900">
                <c:v>0.9513314654157452</c:v>
              </c:pt>
              <c:pt idx="901">
                <c:v>0.7978608468879583</c:v>
              </c:pt>
              <c:pt idx="902">
                <c:v>0.9542294704539651</c:v>
              </c:pt>
              <c:pt idx="903">
                <c:v>0.9069691347931281</c:v>
              </c:pt>
              <c:pt idx="904">
                <c:v>0.905594755282654</c:v>
              </c:pt>
              <c:pt idx="905">
                <c:v>0.9899244972027014</c:v>
              </c:pt>
              <c:pt idx="906">
                <c:v>0.9343751463272939</c:v>
              </c:pt>
              <c:pt idx="907">
                <c:v>0.9286862791577166</c:v>
              </c:pt>
              <c:pt idx="908">
                <c:v>0.690247914689021</c:v>
              </c:pt>
              <c:pt idx="909">
                <c:v>0.983203846657081</c:v>
              </c:pt>
              <c:pt idx="910">
                <c:v>1.0188435593603757</c:v>
              </c:pt>
              <c:pt idx="911">
                <c:v>1.0090932039164038</c:v>
              </c:pt>
              <c:pt idx="912">
                <c:v>0.9550493819005414</c:v>
              </c:pt>
              <c:pt idx="913">
                <c:v>0.911122442118679</c:v>
              </c:pt>
              <c:pt idx="914">
                <c:v>0.9286940677545121</c:v>
              </c:pt>
              <c:pt idx="915">
                <c:v>0.9746718098061274</c:v>
              </c:pt>
              <c:pt idx="916">
                <c:v>0.9862368454664234</c:v>
              </c:pt>
              <c:pt idx="917">
                <c:v>0.8048315513753445</c:v>
              </c:pt>
              <c:pt idx="918">
                <c:v>0.807771410551458</c:v>
              </c:pt>
              <c:pt idx="919">
                <c:v>0.7949480501762036</c:v>
              </c:pt>
              <c:pt idx="920">
                <c:v>0.8143411402273433</c:v>
              </c:pt>
              <c:pt idx="921">
                <c:v>0.511173590597558</c:v>
              </c:pt>
              <c:pt idx="922">
                <c:v>0.4842429051090472</c:v>
              </c:pt>
              <c:pt idx="923">
                <c:v>0.5015220051833376</c:v>
              </c:pt>
              <c:pt idx="924">
                <c:v>0.3767726329043589</c:v>
              </c:pt>
              <c:pt idx="925">
                <c:v>0.7795365443394018</c:v>
              </c:pt>
              <c:pt idx="926">
                <c:v>0.9490799039950254</c:v>
              </c:pt>
              <c:pt idx="927">
                <c:v>0.9475315390933944</c:v>
              </c:pt>
              <c:pt idx="928">
                <c:v>0.8726487361097907</c:v>
              </c:pt>
              <c:pt idx="929">
                <c:v>0.8818232016255712</c:v>
              </c:pt>
              <c:pt idx="930">
                <c:v>0.7765215721990631</c:v>
              </c:pt>
              <c:pt idx="931">
                <c:v>0.758172736011983</c:v>
              </c:pt>
              <c:pt idx="932">
                <c:v>0.7181793751981648</c:v>
              </c:pt>
              <c:pt idx="933">
                <c:v>0.743243813118818</c:v>
              </c:pt>
              <c:pt idx="934">
                <c:v>0.5816474945799461</c:v>
              </c:pt>
              <c:pt idx="935">
                <c:v>0.8132434607370602</c:v>
              </c:pt>
              <c:pt idx="936">
                <c:v>0.7603261947001451</c:v>
              </c:pt>
              <c:pt idx="937">
                <c:v>0.7974837740868636</c:v>
              </c:pt>
              <c:pt idx="938">
                <c:v>0.7891748846222716</c:v>
              </c:pt>
              <c:pt idx="939">
                <c:v>0.6724779576825206</c:v>
              </c:pt>
              <c:pt idx="940">
                <c:v>0.7589633365909001</c:v>
              </c:pt>
              <c:pt idx="941">
                <c:v>0.9923517237754608</c:v>
              </c:pt>
              <c:pt idx="942">
                <c:v>0.9611379650786502</c:v>
              </c:pt>
              <c:pt idx="943">
                <c:v>0.9465489765853181</c:v>
              </c:pt>
              <c:pt idx="944">
                <c:v>0.785867601723194</c:v>
              </c:pt>
              <c:pt idx="945">
                <c:v>0.9234464877020424</c:v>
              </c:pt>
              <c:pt idx="946">
                <c:v>1.0030828184694427</c:v>
              </c:pt>
              <c:pt idx="947">
                <c:v>0.905554417204325</c:v>
              </c:pt>
              <c:pt idx="948">
                <c:v>0.9035887920666386</c:v>
              </c:pt>
              <c:pt idx="949">
                <c:v>0.8957936479700608</c:v>
              </c:pt>
              <c:pt idx="950">
                <c:v>0.835592469485655</c:v>
              </c:pt>
              <c:pt idx="951">
                <c:v>0.8955911697930086</c:v>
              </c:pt>
              <c:pt idx="952">
                <c:v>0.8710847525973983</c:v>
              </c:pt>
              <c:pt idx="953">
                <c:v>0.8726858913260281</c:v>
              </c:pt>
              <c:pt idx="954">
                <c:v>0.8709634015105846</c:v>
              </c:pt>
              <c:pt idx="955">
                <c:v>0.8679750611651251</c:v>
              </c:pt>
              <c:pt idx="956">
                <c:v>0.9829510499388951</c:v>
              </c:pt>
              <c:pt idx="957">
                <c:v>0.9048464927791274</c:v>
              </c:pt>
              <c:pt idx="958">
                <c:v>0.9048463382466809</c:v>
              </c:pt>
              <c:pt idx="959">
                <c:v>0.9383573667791228</c:v>
              </c:pt>
              <c:pt idx="960">
                <c:v>0.9398304720687453</c:v>
              </c:pt>
              <c:pt idx="961">
                <c:v>0.9261529226861536</c:v>
              </c:pt>
              <c:pt idx="962">
                <c:v>0.9293301471364187</c:v>
              </c:pt>
              <c:pt idx="963">
                <c:v>0.8747055830964461</c:v>
              </c:pt>
              <c:pt idx="964">
                <c:v>0.9002338401055344</c:v>
              </c:pt>
              <c:pt idx="965">
                <c:v>0.8570734690708449</c:v>
              </c:pt>
              <c:pt idx="966">
                <c:v>0.9714016331832178</c:v>
              </c:pt>
              <c:pt idx="967">
                <c:v>0.9711053172617868</c:v>
              </c:pt>
              <c:pt idx="968">
                <c:v>0.9268477747224002</c:v>
              </c:pt>
              <c:pt idx="969">
                <c:v>0.9118074648887904</c:v>
              </c:pt>
              <c:pt idx="970">
                <c:v>0.9048457983581656</c:v>
              </c:pt>
              <c:pt idx="971">
                <c:v>0.9068227729936649</c:v>
              </c:pt>
              <c:pt idx="972">
                <c:v>0.6187920706824879</c:v>
              </c:pt>
              <c:pt idx="973">
                <c:v>0.6054418708619865</c:v>
              </c:pt>
              <c:pt idx="974">
                <c:v>0.5942435257630958</c:v>
              </c:pt>
              <c:pt idx="975">
                <c:v>0.9293158959984019</c:v>
              </c:pt>
              <c:pt idx="976">
                <c:v>0.9156894624628769</c:v>
              </c:pt>
              <c:pt idx="977">
                <c:v>0.9127700825608547</c:v>
              </c:pt>
              <c:pt idx="978">
                <c:v>0.9855498498431102</c:v>
              </c:pt>
              <c:pt idx="979">
                <c:v>0.5743010927121198</c:v>
              </c:pt>
              <c:pt idx="980">
                <c:v>0.6535549350993733</c:v>
              </c:pt>
              <c:pt idx="981">
                <c:v>0.9854310074064484</c:v>
              </c:pt>
              <c:pt idx="982">
                <c:v>0.9043759771017805</c:v>
              </c:pt>
              <c:pt idx="983">
                <c:v>0.8851386537722552</c:v>
              </c:pt>
              <c:pt idx="984">
                <c:v>0.9518191925462235</c:v>
              </c:pt>
              <c:pt idx="985">
                <c:v>0.9509440938979995</c:v>
              </c:pt>
              <c:pt idx="986">
                <c:v>0.9452102786313048</c:v>
              </c:pt>
              <c:pt idx="987">
                <c:v>1.0363850676954942</c:v>
              </c:pt>
              <c:pt idx="988">
                <c:v>1.0320828397406046</c:v>
              </c:pt>
              <c:pt idx="989">
                <c:v>1.0310745300462596</c:v>
              </c:pt>
              <c:pt idx="990">
                <c:v>1.0369872722727307</c:v>
              </c:pt>
              <c:pt idx="991">
                <c:v>1.0197861769621763</c:v>
              </c:pt>
              <c:pt idx="992">
                <c:v>1.0171596660902738</c:v>
              </c:pt>
              <c:pt idx="993">
                <c:v>1.0284478250692193</c:v>
              </c:pt>
              <c:pt idx="994">
                <c:v>1.0050055439945027</c:v>
              </c:pt>
              <c:pt idx="995">
                <c:v>0.8925290199526803</c:v>
              </c:pt>
              <c:pt idx="996">
                <c:v>0.936788954759278</c:v>
              </c:pt>
              <c:pt idx="997">
                <c:v>0.9238184606360536</c:v>
              </c:pt>
              <c:pt idx="998">
                <c:v>0.9238069591394255</c:v>
              </c:pt>
              <c:pt idx="999">
                <c:v>1.00957681814439</c:v>
              </c:pt>
              <c:pt idx="1000">
                <c:v>1.0098747128719536</c:v>
              </c:pt>
              <c:pt idx="1001">
                <c:v>1.0085909383532474</c:v>
              </c:pt>
              <c:pt idx="1002">
                <c:v>1.0195889997483263</c:v>
              </c:pt>
              <c:pt idx="1003">
                <c:v>0.9729341374804672</c:v>
              </c:pt>
              <c:pt idx="1004">
                <c:v>0.9757546998389026</c:v>
              </c:pt>
              <c:pt idx="1005">
                <c:v>0.9842564654373064</c:v>
              </c:pt>
              <c:pt idx="1006">
                <c:v>0.9231882195459636</c:v>
              </c:pt>
              <c:pt idx="1007">
                <c:v>0.912524726103105</c:v>
              </c:pt>
              <c:pt idx="1008">
                <c:v>0.906090282101003</c:v>
              </c:pt>
              <c:pt idx="1009">
                <c:v>0.9617246185092538</c:v>
              </c:pt>
              <c:pt idx="1010">
                <c:v>0.9990832826694795</c:v>
              </c:pt>
              <c:pt idx="1011">
                <c:v>0.9768030484175839</c:v>
              </c:pt>
              <c:pt idx="1012">
                <c:v>0.9729526716128087</c:v>
              </c:pt>
              <c:pt idx="1013">
                <c:v>0.9647038462867065</c:v>
              </c:pt>
              <c:pt idx="1014">
                <c:v>0.9747848175275988</c:v>
              </c:pt>
              <c:pt idx="1015">
                <c:v>0.9728407277372738</c:v>
              </c:pt>
              <c:pt idx="1016">
                <c:v>0.9544918232971895</c:v>
              </c:pt>
              <c:pt idx="1017">
                <c:v>0.93635298148026</c:v>
              </c:pt>
              <c:pt idx="1018">
                <c:v>0.9730751806461445</c:v>
              </c:pt>
              <c:pt idx="1019">
                <c:v>0.9734128466655856</c:v>
              </c:pt>
              <c:pt idx="1020">
                <c:v>0.9731301361315329</c:v>
              </c:pt>
              <c:pt idx="1021">
                <c:v>0.9734989154887371</c:v>
              </c:pt>
              <c:pt idx="1022">
                <c:v>0.988548095220821</c:v>
              </c:pt>
              <c:pt idx="1023">
                <c:v>0.9889856276195456</c:v>
              </c:pt>
              <c:pt idx="1024">
                <c:v>0.9903655900219812</c:v>
              </c:pt>
              <c:pt idx="1025">
                <c:v>0.9645509910254292</c:v>
              </c:pt>
              <c:pt idx="1026">
                <c:v>0.9155278719192639</c:v>
              </c:pt>
              <c:pt idx="1027">
                <c:v>0.6139106483739794</c:v>
              </c:pt>
              <c:pt idx="1028">
                <c:v>0.9966420705629417</c:v>
              </c:pt>
              <c:pt idx="1029">
                <c:v>0.9961653555976111</c:v>
              </c:pt>
              <c:pt idx="1030">
                <c:v>1.0016880652228497</c:v>
              </c:pt>
              <c:pt idx="1031">
                <c:v>0.9640204372611858</c:v>
              </c:pt>
              <c:pt idx="1032">
                <c:v>1.0155911687806343</c:v>
              </c:pt>
              <c:pt idx="1033">
                <c:v>0.9672475703010942</c:v>
              </c:pt>
              <c:pt idx="1034">
                <c:v>1.037811908372258</c:v>
              </c:pt>
              <c:pt idx="1035">
                <c:v>1.0418107853999747</c:v>
              </c:pt>
              <c:pt idx="1036">
                <c:v>0.9748925606028142</c:v>
              </c:pt>
              <c:pt idx="1037">
                <c:v>0.9819965880079036</c:v>
              </c:pt>
              <c:pt idx="1038">
                <c:v>0.9761214681018445</c:v>
              </c:pt>
              <c:pt idx="1039">
                <c:v>0.5544966217908164</c:v>
              </c:pt>
              <c:pt idx="1040">
                <c:v>0.952156523385957</c:v>
              </c:pt>
              <c:pt idx="1041">
                <c:v>0.9872854782478746</c:v>
              </c:pt>
              <c:pt idx="1042">
                <c:v>0.9833205682855736</c:v>
              </c:pt>
              <c:pt idx="1043">
                <c:v>0.941587788754148</c:v>
              </c:pt>
              <c:pt idx="1044">
                <c:v>0.9400703981427053</c:v>
              </c:pt>
              <c:pt idx="1045">
                <c:v>0.876671966883752</c:v>
              </c:pt>
              <c:pt idx="1046">
                <c:v>0.8584003803408214</c:v>
              </c:pt>
              <c:pt idx="1047">
                <c:v>0.840502998974656</c:v>
              </c:pt>
              <c:pt idx="1048">
                <c:v>0.6860695928043166</c:v>
              </c:pt>
              <c:pt idx="1049">
                <c:v>0.664168047685389</c:v>
              </c:pt>
              <c:pt idx="1050">
                <c:v>0.6921912295557231</c:v>
              </c:pt>
              <c:pt idx="1051">
                <c:v>0.9054250928932092</c:v>
              </c:pt>
              <c:pt idx="1052">
                <c:v>0.9049949342609866</c:v>
              </c:pt>
              <c:pt idx="1053">
                <c:v>0.9995969126814628</c:v>
              </c:pt>
              <c:pt idx="1054">
                <c:v>0.9688599747304455</c:v>
              </c:pt>
              <c:pt idx="1055">
                <c:v>0.9716539299748885</c:v>
              </c:pt>
              <c:pt idx="1056">
                <c:v>0.966126925886709</c:v>
              </c:pt>
              <c:pt idx="1057">
                <c:v>0.8645025030234376</c:v>
              </c:pt>
              <c:pt idx="1058">
                <c:v>0.9297584224287185</c:v>
              </c:pt>
              <c:pt idx="1059">
                <c:v>0.9432696958743438</c:v>
              </c:pt>
              <c:pt idx="1060">
                <c:v>0.9471657193297832</c:v>
              </c:pt>
              <c:pt idx="1061">
                <c:v>0.9554058372372695</c:v>
              </c:pt>
              <c:pt idx="1062">
                <c:v>0.9383978595607241</c:v>
              </c:pt>
              <c:pt idx="1063">
                <c:v>0.9597945658918793</c:v>
              </c:pt>
              <c:pt idx="1064">
                <c:v>0.950410680084636</c:v>
              </c:pt>
              <c:pt idx="1065">
                <c:v>0.9597681001339405</c:v>
              </c:pt>
              <c:pt idx="1066">
                <c:v>0.9323601351868164</c:v>
              </c:pt>
              <c:pt idx="1067">
                <c:v>0.9048463344440619</c:v>
              </c:pt>
              <c:pt idx="1068">
                <c:v>0.9551243052095849</c:v>
              </c:pt>
              <c:pt idx="1069">
                <c:v>0.9460616588633296</c:v>
              </c:pt>
              <c:pt idx="1070">
                <c:v>0.9608749149395233</c:v>
              </c:pt>
              <c:pt idx="1071">
                <c:v>0.9729126511042083</c:v>
              </c:pt>
              <c:pt idx="1072">
                <c:v>0.9645322819662687</c:v>
              </c:pt>
              <c:pt idx="1073">
                <c:v>0.9559081866101615</c:v>
              </c:pt>
              <c:pt idx="1074">
                <c:v>0.9396770970367936</c:v>
              </c:pt>
              <c:pt idx="1075">
                <c:v>0.9225730157861852</c:v>
              </c:pt>
              <c:pt idx="1076">
                <c:v>0.9274337564296395</c:v>
              </c:pt>
              <c:pt idx="1077">
                <c:v>0.8315894924170583</c:v>
              </c:pt>
              <c:pt idx="1078">
                <c:v>0.8217242945955741</c:v>
              </c:pt>
              <c:pt idx="1079">
                <c:v>0.8692134614025835</c:v>
              </c:pt>
              <c:pt idx="1080">
                <c:v>0.9401992140139428</c:v>
              </c:pt>
              <c:pt idx="1081">
                <c:v>0.949626718270847</c:v>
              </c:pt>
              <c:pt idx="1082">
                <c:v>0.9503345810923065</c:v>
              </c:pt>
              <c:pt idx="1083">
                <c:v>0.9485314472634118</c:v>
              </c:pt>
              <c:pt idx="1084">
                <c:v>0.9617023765486926</c:v>
              </c:pt>
              <c:pt idx="1085">
                <c:v>0.9468047195643328</c:v>
              </c:pt>
              <c:pt idx="1086">
                <c:v>0.9570312315703898</c:v>
              </c:pt>
              <c:pt idx="1087">
                <c:v>0.9990245274781384</c:v>
              </c:pt>
              <c:pt idx="1088">
                <c:v>0.8353464856238068</c:v>
              </c:pt>
              <c:pt idx="1089">
                <c:v>0.8404223731091809</c:v>
              </c:pt>
              <c:pt idx="1090">
                <c:v>0.9542600862251385</c:v>
              </c:pt>
              <c:pt idx="1091">
                <c:v>0.4113746137512734</c:v>
              </c:pt>
              <c:pt idx="1092">
                <c:v>1.0144031381264624</c:v>
              </c:pt>
              <c:pt idx="1093">
                <c:v>0.37626487745142023</c:v>
              </c:pt>
              <c:pt idx="1094">
                <c:v>0.3811017104542741</c:v>
              </c:pt>
              <c:pt idx="1095">
                <c:v>0.951780193362975</c:v>
              </c:pt>
              <c:pt idx="1096">
                <c:v>1.0223881649177244</c:v>
              </c:pt>
              <c:pt idx="1097">
                <c:v>1.0060489052181703</c:v>
              </c:pt>
              <c:pt idx="1098">
                <c:v>0.984820927731051</c:v>
              </c:pt>
              <c:pt idx="1099">
                <c:v>0.9794072815204576</c:v>
              </c:pt>
              <c:pt idx="1100">
                <c:v>0.9856121307403821</c:v>
              </c:pt>
              <c:pt idx="1101">
                <c:v>0.9995424078083038</c:v>
              </c:pt>
              <c:pt idx="1102">
                <c:v>0.99857806044652</c:v>
              </c:pt>
              <c:pt idx="1103">
                <c:v>0.9579541612396373</c:v>
              </c:pt>
              <c:pt idx="1104">
                <c:v>1.0415216001732401</c:v>
              </c:pt>
              <c:pt idx="1105">
                <c:v>1.0413534816944003</c:v>
              </c:pt>
              <c:pt idx="1106">
                <c:v>0.964531329101386</c:v>
              </c:pt>
              <c:pt idx="1107">
                <c:v>0.9330338772555977</c:v>
              </c:pt>
              <c:pt idx="1108">
                <c:v>1.0245034836793825</c:v>
              </c:pt>
              <c:pt idx="1109">
                <c:v>1.0142476753203464</c:v>
              </c:pt>
              <c:pt idx="1110">
                <c:v>0.6411280309365575</c:v>
              </c:pt>
              <c:pt idx="1111">
                <c:v>0.8005787020982053</c:v>
              </c:pt>
              <c:pt idx="1112">
                <c:v>0.8161945506557658</c:v>
              </c:pt>
              <c:pt idx="1113">
                <c:v>0.8568829461890615</c:v>
              </c:pt>
              <c:pt idx="1114">
                <c:v>1.0042537332954942</c:v>
              </c:pt>
              <c:pt idx="1115">
                <c:v>1.0359078501301642</c:v>
              </c:pt>
              <c:pt idx="1116">
                <c:v>1.0140778661835708</c:v>
              </c:pt>
              <c:pt idx="1117">
                <c:v>0.9833104044522759</c:v>
              </c:pt>
              <c:pt idx="1118">
                <c:v>0.9885893402568083</c:v>
              </c:pt>
              <c:pt idx="1119">
                <c:v>0.9870038217075557</c:v>
              </c:pt>
              <c:pt idx="1120">
                <c:v>0.7830667451547361</c:v>
              </c:pt>
              <c:pt idx="1121">
                <c:v>0.7978072719507432</c:v>
              </c:pt>
              <c:pt idx="1122">
                <c:v>0.815599310225446</c:v>
              </c:pt>
              <c:pt idx="1123">
                <c:v>0.9777476967104991</c:v>
              </c:pt>
              <c:pt idx="1124">
                <c:v>0.8293628203923805</c:v>
              </c:pt>
              <c:pt idx="1125">
                <c:v>0.9848237144987955</c:v>
              </c:pt>
              <c:pt idx="1126">
                <c:v>0.92869831678213</c:v>
              </c:pt>
              <c:pt idx="1127">
                <c:v>0.9799024494707126</c:v>
              </c:pt>
              <c:pt idx="1128">
                <c:v>0.9830665589827092</c:v>
              </c:pt>
              <c:pt idx="1129">
                <c:v>0.9637115055638477</c:v>
              </c:pt>
              <c:pt idx="1130">
                <c:v>0.994903913034249</c:v>
              </c:pt>
              <c:pt idx="1131">
                <c:v>0.9971116791709734</c:v>
              </c:pt>
              <c:pt idx="1132">
                <c:v>0.9860785635321203</c:v>
              </c:pt>
              <c:pt idx="1133">
                <c:v>0.97035773379846</c:v>
              </c:pt>
              <c:pt idx="1134">
                <c:v>1.014046943031032</c:v>
              </c:pt>
              <c:pt idx="1135">
                <c:v>0.8307117006954772</c:v>
              </c:pt>
              <c:pt idx="1136">
                <c:v>0.9431333716788595</c:v>
              </c:pt>
              <c:pt idx="1137">
                <c:v>0.9545877716290047</c:v>
              </c:pt>
              <c:pt idx="1138">
                <c:v>0.8378738045436679</c:v>
              </c:pt>
              <c:pt idx="1139">
                <c:v>0.8295937549696324</c:v>
              </c:pt>
              <c:pt idx="1140">
                <c:v>0.902319193295237</c:v>
              </c:pt>
              <c:pt idx="1141">
                <c:v>0.890533336065204</c:v>
              </c:pt>
              <c:pt idx="1142">
                <c:v>1.0178981604599528</c:v>
              </c:pt>
              <c:pt idx="1143">
                <c:v>1.0301186150637636</c:v>
              </c:pt>
              <c:pt idx="1144">
                <c:v>1.0291582401947728</c:v>
              </c:pt>
              <c:pt idx="1145">
                <c:v>1.025697525313886</c:v>
              </c:pt>
              <c:pt idx="1146">
                <c:v>1.0288311163396948</c:v>
              </c:pt>
              <c:pt idx="1147">
                <c:v>0.9014973497757659</c:v>
              </c:pt>
              <c:pt idx="1148">
                <c:v>0.9691498233873322</c:v>
              </c:pt>
              <c:pt idx="1149">
                <c:v>0.8466335263477418</c:v>
              </c:pt>
              <c:pt idx="1150">
                <c:v>0.7742117819583617</c:v>
              </c:pt>
              <c:pt idx="1151">
                <c:v>0.7479917643413945</c:v>
              </c:pt>
              <c:pt idx="1152">
                <c:v>0.9812993980754698</c:v>
              </c:pt>
              <c:pt idx="1153">
                <c:v>0.922339699080251</c:v>
              </c:pt>
              <c:pt idx="1154">
                <c:v>0.921472579677442</c:v>
              </c:pt>
              <c:pt idx="1155">
                <c:v>0.8522538517871823</c:v>
              </c:pt>
              <c:pt idx="1156">
                <c:v>0.9241562000742161</c:v>
              </c:pt>
              <c:pt idx="1157">
                <c:v>0.9286717635951621</c:v>
              </c:pt>
              <c:pt idx="1158">
                <c:v>0.9257266114398184</c:v>
              </c:pt>
              <c:pt idx="1159">
                <c:v>0.9366065308401506</c:v>
              </c:pt>
              <c:pt idx="1160">
                <c:v>1.0254488552789238</c:v>
              </c:pt>
              <c:pt idx="1161">
                <c:v>1.0359858663106216</c:v>
              </c:pt>
              <c:pt idx="1162">
                <c:v>1.0371573569245918</c:v>
              </c:pt>
              <c:pt idx="1163">
                <c:v>1.037293436511187</c:v>
              </c:pt>
              <c:pt idx="1164">
                <c:v>0.9577602874872085</c:v>
              </c:pt>
              <c:pt idx="1165">
                <c:v>0.9723110177778277</c:v>
              </c:pt>
              <c:pt idx="1166">
                <c:v>1.039835613399947</c:v>
              </c:pt>
              <c:pt idx="1167">
                <c:v>0.9389970051985564</c:v>
              </c:pt>
              <c:pt idx="1168">
                <c:v>0.9240147373180306</c:v>
              </c:pt>
              <c:pt idx="1169">
                <c:v>0.9979859002336251</c:v>
              </c:pt>
              <c:pt idx="1170">
                <c:v>1.0221259146783</c:v>
              </c:pt>
              <c:pt idx="1171">
                <c:v>0.9747285445781574</c:v>
              </c:pt>
              <c:pt idx="1172">
                <c:v>0.978764510313696</c:v>
              </c:pt>
              <c:pt idx="1173">
                <c:v>0.9132603128405501</c:v>
              </c:pt>
              <c:pt idx="1174">
                <c:v>0.9403418817300035</c:v>
              </c:pt>
              <c:pt idx="1175">
                <c:v>0.7245934024502809</c:v>
              </c:pt>
              <c:pt idx="1176">
                <c:v>0.9609263209825415</c:v>
              </c:pt>
              <c:pt idx="1177">
                <c:v>0.3819748693337269</c:v>
              </c:pt>
              <c:pt idx="1178">
                <c:v>0.9683106288433994</c:v>
              </c:pt>
              <c:pt idx="1179">
                <c:v>0.9590557264559115</c:v>
              </c:pt>
              <c:pt idx="1180">
                <c:v>0.9642072287830434</c:v>
              </c:pt>
              <c:pt idx="1181">
                <c:v>1.0226417188335675</c:v>
              </c:pt>
              <c:pt idx="1182">
                <c:v>0.9156583945491473</c:v>
              </c:pt>
              <c:pt idx="1183">
                <c:v>0.9885844801687317</c:v>
              </c:pt>
              <c:pt idx="1184">
                <c:v>0.9846091765369571</c:v>
              </c:pt>
              <c:pt idx="1185">
                <c:v>0.9812044829742551</c:v>
              </c:pt>
              <c:pt idx="1186">
                <c:v>0.8191051329418926</c:v>
              </c:pt>
              <c:pt idx="1187">
                <c:v>0.7908549636565382</c:v>
              </c:pt>
              <c:pt idx="1188">
                <c:v>1.0217037977410508</c:v>
              </c:pt>
              <c:pt idx="1189">
                <c:v>1.029451014628997</c:v>
              </c:pt>
              <c:pt idx="1190">
                <c:v>1.0295592789313184</c:v>
              </c:pt>
              <c:pt idx="1191">
                <c:v>0.8666531464976279</c:v>
              </c:pt>
              <c:pt idx="1192">
                <c:v>0.9576604825172482</c:v>
              </c:pt>
              <c:pt idx="1193">
                <c:v>0.9578717436778645</c:v>
              </c:pt>
              <c:pt idx="1194">
                <c:v>0.991326794462503</c:v>
              </c:pt>
              <c:pt idx="1195">
                <c:v>0.6501865964696022</c:v>
              </c:pt>
              <c:pt idx="1196">
                <c:v>0.7296421528924855</c:v>
              </c:pt>
              <c:pt idx="1197">
                <c:v>0.8911368775750522</c:v>
              </c:pt>
              <c:pt idx="1198">
                <c:v>0.8840343224329367</c:v>
              </c:pt>
              <c:pt idx="1199">
                <c:v>0.8508596424420151</c:v>
              </c:pt>
              <c:pt idx="1200">
                <c:v>0.7712366583692394</c:v>
              </c:pt>
              <c:pt idx="1201">
                <c:v>0.9293597334774936</c:v>
              </c:pt>
              <c:pt idx="1202">
                <c:v>0.9269664340133694</c:v>
              </c:pt>
              <c:pt idx="1203">
                <c:v>0.7758239900278415</c:v>
              </c:pt>
              <c:pt idx="1204">
                <c:v>0.7957894475026364</c:v>
              </c:pt>
              <c:pt idx="1205">
                <c:v>0.8821973686367972</c:v>
              </c:pt>
              <c:pt idx="1206">
                <c:v>0.944196558442869</c:v>
              </c:pt>
              <c:pt idx="1207">
                <c:v>1.0117929196504272</c:v>
              </c:pt>
              <c:pt idx="1208">
                <c:v>1.0046924292202677</c:v>
              </c:pt>
              <c:pt idx="1209">
                <c:v>1.0084444582360625</c:v>
              </c:pt>
              <c:pt idx="1210">
                <c:v>0.8699602030586886</c:v>
              </c:pt>
              <c:pt idx="1211">
                <c:v>0.9619429544087992</c:v>
              </c:pt>
              <c:pt idx="1212">
                <c:v>0.6745461812749184</c:v>
              </c:pt>
              <c:pt idx="1213">
                <c:v>0.6512695726709241</c:v>
              </c:pt>
              <c:pt idx="1214">
                <c:v>0.657496932264373</c:v>
              </c:pt>
              <c:pt idx="1215">
                <c:v>0.9304681505172476</c:v>
              </c:pt>
              <c:pt idx="1216">
                <c:v>0.9048463002001494</c:v>
              </c:pt>
              <c:pt idx="1217">
                <c:v>0.9236107112844717</c:v>
              </c:pt>
              <c:pt idx="1218">
                <c:v>1.003832085808131</c:v>
              </c:pt>
              <c:pt idx="1219">
                <c:v>0.8006454821488779</c:v>
              </c:pt>
              <c:pt idx="1220">
                <c:v>0.9769189989288358</c:v>
              </c:pt>
              <c:pt idx="1221">
                <c:v>0.9745036887855886</c:v>
              </c:pt>
              <c:pt idx="1222">
                <c:v>0.7826312241602753</c:v>
              </c:pt>
              <c:pt idx="1223">
                <c:v>0.8128493758508814</c:v>
              </c:pt>
              <c:pt idx="1224">
                <c:v>0.9716593845583968</c:v>
              </c:pt>
              <c:pt idx="1225">
                <c:v>0.9475146269477254</c:v>
              </c:pt>
              <c:pt idx="1226">
                <c:v>0.8213263222213408</c:v>
              </c:pt>
              <c:pt idx="1227">
                <c:v>1.0279937026175072</c:v>
              </c:pt>
              <c:pt idx="1228">
                <c:v>0.8291011411242477</c:v>
              </c:pt>
              <c:pt idx="1229">
                <c:v>0.9602038999107653</c:v>
              </c:pt>
              <c:pt idx="1230">
                <c:v>0.8117534631235394</c:v>
              </c:pt>
              <c:pt idx="1231">
                <c:v>0.9450165680914453</c:v>
              </c:pt>
              <c:pt idx="1232">
                <c:v>0.9488994257836553</c:v>
              </c:pt>
              <c:pt idx="1233">
                <c:v>0.9500950411911712</c:v>
              </c:pt>
              <c:pt idx="1234">
                <c:v>0.8455492133570787</c:v>
              </c:pt>
              <c:pt idx="1235">
                <c:v>0.9785083923513971</c:v>
              </c:pt>
              <c:pt idx="1236">
                <c:v>1.0116231863032228</c:v>
              </c:pt>
              <c:pt idx="1237">
                <c:v>0.3997494012440906</c:v>
              </c:pt>
              <c:pt idx="1238">
                <c:v>0.9956278210366192</c:v>
              </c:pt>
              <c:pt idx="1239">
                <c:v>0.9308492050842853</c:v>
              </c:pt>
              <c:pt idx="1240">
                <c:v>0.992301780313175</c:v>
              </c:pt>
              <c:pt idx="1241">
                <c:v>1.0102311396932644</c:v>
              </c:pt>
              <c:pt idx="1242">
                <c:v>0.7062965726485041</c:v>
              </c:pt>
              <c:pt idx="1243">
                <c:v>0.9394459479179389</c:v>
              </c:pt>
              <c:pt idx="1244">
                <c:v>0.7466503405435266</c:v>
              </c:pt>
              <c:pt idx="1245">
                <c:v>0.9006885282881867</c:v>
              </c:pt>
              <c:pt idx="1246">
                <c:v>0.5872698737186391</c:v>
              </c:pt>
              <c:pt idx="1247">
                <c:v>0.9890375252667615</c:v>
              </c:pt>
              <c:pt idx="1248">
                <c:v>0.36635413853176174</c:v>
              </c:pt>
              <c:pt idx="1249">
                <c:v>0.3160988549608968</c:v>
              </c:pt>
              <c:pt idx="1250">
                <c:v>0.18838778648839696</c:v>
              </c:pt>
              <c:pt idx="1251">
                <c:v>0.5164111380253499</c:v>
              </c:pt>
              <c:pt idx="1252">
                <c:v>0.43224785046256203</c:v>
              </c:pt>
              <c:pt idx="1253">
                <c:v>0.3316135614969844</c:v>
              </c:pt>
              <c:pt idx="1254">
                <c:v>0.3255820757705103</c:v>
              </c:pt>
              <c:pt idx="1255">
                <c:v>0.5258493606969449</c:v>
              </c:pt>
              <c:pt idx="1256">
                <c:v>0.3954644667257031</c:v>
              </c:pt>
              <c:pt idx="1257">
                <c:v>0.5238807712169095</c:v>
              </c:pt>
              <c:pt idx="1258">
                <c:v>0.8955093006208916</c:v>
              </c:pt>
              <c:pt idx="1259">
                <c:v>0.8816406097431326</c:v>
              </c:pt>
              <c:pt idx="1260">
                <c:v>0.9210102263615314</c:v>
              </c:pt>
              <c:pt idx="1261">
                <c:v>0.9150264830678244</c:v>
              </c:pt>
              <c:pt idx="1262">
                <c:v>0.8921823036541756</c:v>
              </c:pt>
              <c:pt idx="1263">
                <c:v>0.901610709160037</c:v>
              </c:pt>
              <c:pt idx="1264">
                <c:v>0.9133914741803759</c:v>
              </c:pt>
              <c:pt idx="1265">
                <c:v>0.9011733753474046</c:v>
              </c:pt>
              <c:pt idx="1266">
                <c:v>0.35863804923125037</c:v>
              </c:pt>
              <c:pt idx="1267">
                <c:v>0.39045465404567803</c:v>
              </c:pt>
              <c:pt idx="1268">
                <c:v>0.3799633282889123</c:v>
              </c:pt>
              <c:pt idx="1269">
                <c:v>0.4115037641354583</c:v>
              </c:pt>
              <c:pt idx="1270">
                <c:v>0.25044458443651746</c:v>
              </c:pt>
              <c:pt idx="1271">
                <c:v>0.23602715254238366</c:v>
              </c:pt>
              <c:pt idx="1272">
                <c:v>0.1942487281214017</c:v>
              </c:pt>
              <c:pt idx="1273">
                <c:v>0.22358209808690488</c:v>
              </c:pt>
              <c:pt idx="1274">
                <c:v>0.21037254892416252</c:v>
              </c:pt>
              <c:pt idx="1275">
                <c:v>0.08263354780927205</c:v>
              </c:pt>
              <c:pt idx="1276">
                <c:v>0.06988768120563973</c:v>
              </c:pt>
              <c:pt idx="1277">
                <c:v>0.396639008795954</c:v>
              </c:pt>
              <c:pt idx="1278">
                <c:v>0.33881282798433787</c:v>
              </c:pt>
              <c:pt idx="1279">
                <c:v>0.2487485801472275</c:v>
              </c:pt>
              <c:pt idx="1280">
                <c:v>0.19531901209128888</c:v>
              </c:pt>
              <c:pt idx="1281">
                <c:v>0.3418314283205755</c:v>
              </c:pt>
              <c:pt idx="1282">
                <c:v>0.37047113892311984</c:v>
              </c:pt>
              <c:pt idx="1283">
                <c:v>0.3619105732253688</c:v>
              </c:pt>
              <c:pt idx="1284">
                <c:v>0.20084916225739846</c:v>
              </c:pt>
              <c:pt idx="1285">
                <c:v>0.15819309456704184</c:v>
              </c:pt>
              <c:pt idx="1286">
                <c:v>0.16101176764624572</c:v>
              </c:pt>
              <c:pt idx="1287">
                <c:v>0.24514107410274294</c:v>
              </c:pt>
              <c:pt idx="1288">
                <c:v>0.22021311488661371</c:v>
              </c:pt>
              <c:pt idx="1289">
                <c:v>0.27142097073411847</c:v>
              </c:pt>
              <c:pt idx="1290">
                <c:v>0.3778187205164753</c:v>
              </c:pt>
              <c:pt idx="1291">
                <c:v>0.3388061551783296</c:v>
              </c:pt>
              <c:pt idx="1292">
                <c:v>0.3451114192038594</c:v>
              </c:pt>
              <c:pt idx="1293">
                <c:v>0.4019706170105835</c:v>
              </c:pt>
              <c:pt idx="1294">
                <c:v>0.42713158095398296</c:v>
              </c:pt>
              <c:pt idx="1295">
                <c:v>0.5502400081106135</c:v>
              </c:pt>
              <c:pt idx="1296">
                <c:v>0.5173039673914078</c:v>
              </c:pt>
              <c:pt idx="1297">
                <c:v>0.6410131234847186</c:v>
              </c:pt>
              <c:pt idx="1298">
                <c:v>0.5931616757042042</c:v>
              </c:pt>
              <c:pt idx="1299">
                <c:v>0.6010038848928916</c:v>
              </c:pt>
              <c:pt idx="1300">
                <c:v>0.737159476849494</c:v>
              </c:pt>
              <c:pt idx="1301">
                <c:v>0.7274922873990273</c:v>
              </c:pt>
              <c:pt idx="1302">
                <c:v>0.7426437611950537</c:v>
              </c:pt>
              <c:pt idx="1303">
                <c:v>0.7177920793634076</c:v>
              </c:pt>
              <c:pt idx="1304">
                <c:v>0.550020594355875</c:v>
              </c:pt>
              <c:pt idx="1305">
                <c:v>0.5506366191560691</c:v>
              </c:pt>
              <c:pt idx="1306">
                <c:v>0.5501176677850513</c:v>
              </c:pt>
              <c:pt idx="1307">
                <c:v>0.8880154874951912</c:v>
              </c:pt>
              <c:pt idx="1308">
                <c:v>0.9002328868995786</c:v>
              </c:pt>
              <c:pt idx="1309">
                <c:v>0.9208052924517656</c:v>
              </c:pt>
              <c:pt idx="1310">
                <c:v>0.879412759919978</c:v>
              </c:pt>
              <c:pt idx="1311">
                <c:v>0.8878955435881888</c:v>
              </c:pt>
              <c:pt idx="1312">
                <c:v>0.8824757833915946</c:v>
              </c:pt>
              <c:pt idx="1313">
                <c:v>0.8287224509396889</c:v>
              </c:pt>
              <c:pt idx="1314">
                <c:v>0.8437044350574764</c:v>
              </c:pt>
              <c:pt idx="1315">
                <c:v>0.8137996523876068</c:v>
              </c:pt>
              <c:pt idx="1316">
                <c:v>0.8364686649472333</c:v>
              </c:pt>
              <c:pt idx="1317">
                <c:v>0.8614826394797471</c:v>
              </c:pt>
              <c:pt idx="1318">
                <c:v>0.8612107710365248</c:v>
              </c:pt>
              <c:pt idx="1319">
                <c:v>0.8596081262183937</c:v>
              </c:pt>
              <c:pt idx="1320">
                <c:v>0.8287662356963827</c:v>
              </c:pt>
              <c:pt idx="1321">
                <c:v>0.921148184221849</c:v>
              </c:pt>
              <c:pt idx="1322">
                <c:v>0.9692113553988256</c:v>
              </c:pt>
              <c:pt idx="1323">
                <c:v>0.9659954857461687</c:v>
              </c:pt>
              <c:pt idx="1324">
                <c:v>0.9701397714499733</c:v>
              </c:pt>
              <c:pt idx="1325">
                <c:v>0.8448071998968297</c:v>
              </c:pt>
              <c:pt idx="1326">
                <c:v>0.8625946189154129</c:v>
              </c:pt>
              <c:pt idx="1327">
                <c:v>0.8351915473896511</c:v>
              </c:pt>
              <c:pt idx="1328">
                <c:v>0.717935032151093</c:v>
              </c:pt>
              <c:pt idx="1329">
                <c:v>0.7384271090659279</c:v>
              </c:pt>
              <c:pt idx="1330">
                <c:v>0.8245013922558752</c:v>
              </c:pt>
              <c:pt idx="1331">
                <c:v>0.8243876885482946</c:v>
              </c:pt>
              <c:pt idx="1332">
                <c:v>1.02285763581463</c:v>
              </c:pt>
              <c:pt idx="1333">
                <c:v>1.0349697590549163</c:v>
              </c:pt>
              <c:pt idx="1334">
                <c:v>1.0193245571331715</c:v>
              </c:pt>
              <c:pt idx="1335">
                <c:v>1.032745905416818</c:v>
              </c:pt>
              <c:pt idx="1336">
                <c:v>0.8489357537273584</c:v>
              </c:pt>
              <c:pt idx="1337">
                <c:v>0.8503541851344104</c:v>
              </c:pt>
              <c:pt idx="1338">
                <c:v>0.8769861522019277</c:v>
              </c:pt>
              <c:pt idx="1339">
                <c:v>0.8056868267602791</c:v>
              </c:pt>
              <c:pt idx="1340">
                <c:v>0.8054336493178335</c:v>
              </c:pt>
              <c:pt idx="1341">
                <c:v>0.805708969238195</c:v>
              </c:pt>
              <c:pt idx="1342">
                <c:v>0.9943059172003805</c:v>
              </c:pt>
              <c:pt idx="1343">
                <c:v>0.9866939569759142</c:v>
              </c:pt>
              <c:pt idx="1344">
                <c:v>0.9790006718897578</c:v>
              </c:pt>
              <c:pt idx="1345">
                <c:v>0.8160510100722718</c:v>
              </c:pt>
              <c:pt idx="1346">
                <c:v>0.8165284482240436</c:v>
              </c:pt>
              <c:pt idx="1347">
                <c:v>0.8162721776265287</c:v>
              </c:pt>
              <c:pt idx="1348">
                <c:v>0.9038672062757259</c:v>
              </c:pt>
              <c:pt idx="1349">
                <c:v>0.8218738537766326</c:v>
              </c:pt>
              <c:pt idx="1350">
                <c:v>0.8838770799048736</c:v>
              </c:pt>
              <c:pt idx="1351">
                <c:v>0.8832362978139768</c:v>
              </c:pt>
              <c:pt idx="1352">
                <c:v>0.8830198587381678</c:v>
              </c:pt>
              <c:pt idx="1353">
                <c:v>1.0083166335212692</c:v>
              </c:pt>
              <c:pt idx="1354">
                <c:v>1.0091466672981673</c:v>
              </c:pt>
              <c:pt idx="1355">
                <c:v>1.0074220850125595</c:v>
              </c:pt>
              <c:pt idx="1356">
                <c:v>0.9714751950653385</c:v>
              </c:pt>
              <c:pt idx="1357">
                <c:v>0.9756191575435018</c:v>
              </c:pt>
              <c:pt idx="1358">
                <c:v>0.976948431934406</c:v>
              </c:pt>
              <c:pt idx="1359">
                <c:v>0.9115391776666747</c:v>
              </c:pt>
              <c:pt idx="1360">
                <c:v>0.5555430862293327</c:v>
              </c:pt>
              <c:pt idx="1361">
                <c:v>0.43931634263130837</c:v>
              </c:pt>
              <c:pt idx="1362">
                <c:v>0.8442227594347185</c:v>
              </c:pt>
              <c:pt idx="1363">
                <c:v>0.8445184028557773</c:v>
              </c:pt>
              <c:pt idx="1364">
                <c:v>0.9867292870006148</c:v>
              </c:pt>
              <c:pt idx="1365">
                <c:v>0.9918548656784271</c:v>
              </c:pt>
              <c:pt idx="1366">
                <c:v>0.9772693202073053</c:v>
              </c:pt>
              <c:pt idx="1367">
                <c:v>0.5369116558547817</c:v>
              </c:pt>
              <c:pt idx="1368">
                <c:v>0.8766980787079414</c:v>
              </c:pt>
              <c:pt idx="1369">
                <c:v>0.8662565861013266</c:v>
              </c:pt>
              <c:pt idx="1370">
                <c:v>0.8510443396967509</c:v>
              </c:pt>
              <c:pt idx="1371">
                <c:v>0.8664133129368237</c:v>
              </c:pt>
              <c:pt idx="1372">
                <c:v>0.8443148636842098</c:v>
              </c:pt>
              <c:pt idx="1373">
                <c:v>0.8701626730256068</c:v>
              </c:pt>
              <c:pt idx="1374">
                <c:v>0.8543474766793725</c:v>
              </c:pt>
              <c:pt idx="1375">
                <c:v>0.8412096828473279</c:v>
              </c:pt>
              <c:pt idx="1376">
                <c:v>0.9189448188405883</c:v>
              </c:pt>
              <c:pt idx="1377">
                <c:v>0.9055845983346507</c:v>
              </c:pt>
              <c:pt idx="1378">
                <c:v>0.9109680333493163</c:v>
              </c:pt>
              <c:pt idx="1379">
                <c:v>0.27717995016348085</c:v>
              </c:pt>
              <c:pt idx="1380">
                <c:v>0.1825457564784013</c:v>
              </c:pt>
              <c:pt idx="1381">
                <c:v>0.32468039408100346</c:v>
              </c:pt>
              <c:pt idx="1382">
                <c:v>0.4276645355198188</c:v>
              </c:pt>
              <c:pt idx="1383">
                <c:v>0.49358178135923003</c:v>
              </c:pt>
              <c:pt idx="1384">
                <c:v>0.9588360013871273</c:v>
              </c:pt>
              <c:pt idx="1385">
                <c:v>0.9713970502601693</c:v>
              </c:pt>
              <c:pt idx="1386">
                <c:v>0.95998236401038</c:v>
              </c:pt>
              <c:pt idx="1387">
                <c:v>0.9749470608249508</c:v>
              </c:pt>
              <c:pt idx="1388">
                <c:v>0.9586808991572272</c:v>
              </c:pt>
              <c:pt idx="1389">
                <c:v>0.9674983355156035</c:v>
              </c:pt>
              <c:pt idx="1390">
                <c:v>0.9609818626398788</c:v>
              </c:pt>
              <c:pt idx="1391">
                <c:v>0.9605423168362303</c:v>
              </c:pt>
              <c:pt idx="1392">
                <c:v>0.9408863495976733</c:v>
              </c:pt>
              <c:pt idx="1393">
                <c:v>0.9654932304659793</c:v>
              </c:pt>
              <c:pt idx="1394">
                <c:v>0.960543572607204</c:v>
              </c:pt>
              <c:pt idx="1395">
                <c:v>0.8667104514368982</c:v>
              </c:pt>
              <c:pt idx="1396">
                <c:v>0.869134702245168</c:v>
              </c:pt>
              <c:pt idx="1397">
                <c:v>0.8583694541313001</c:v>
              </c:pt>
              <c:pt idx="1398">
                <c:v>0.8649125593054572</c:v>
              </c:pt>
              <c:pt idx="1399">
                <c:v>0.9214684562489147</c:v>
              </c:pt>
              <c:pt idx="1400">
                <c:v>0.8245396237245602</c:v>
              </c:pt>
              <c:pt idx="1401">
                <c:v>0.8460432706706527</c:v>
              </c:pt>
              <c:pt idx="1402">
                <c:v>0.8358827399067973</c:v>
              </c:pt>
              <c:pt idx="1403">
                <c:v>0.8846280609627222</c:v>
              </c:pt>
              <c:pt idx="1404">
                <c:v>0.8811388822510626</c:v>
              </c:pt>
              <c:pt idx="1405">
                <c:v>0.29278687011727506</c:v>
              </c:pt>
              <c:pt idx="1406">
                <c:v>0.6191654551555302</c:v>
              </c:pt>
              <c:pt idx="1407">
                <c:v>0.641041300676233</c:v>
              </c:pt>
              <c:pt idx="1408">
                <c:v>0.5950478419873824</c:v>
              </c:pt>
              <c:pt idx="1409">
                <c:v>0.9787434403802339</c:v>
              </c:pt>
              <c:pt idx="1410">
                <c:v>1.008704068129592</c:v>
              </c:pt>
              <c:pt idx="1411">
                <c:v>0.9248022975240638</c:v>
              </c:pt>
              <c:pt idx="1412">
                <c:v>0.9023321586606322</c:v>
              </c:pt>
              <c:pt idx="1413">
                <c:v>0.8891542470824141</c:v>
              </c:pt>
              <c:pt idx="1414">
                <c:v>0.9456189725699137</c:v>
              </c:pt>
              <c:pt idx="1415">
                <c:v>0.9278744073154123</c:v>
              </c:pt>
              <c:pt idx="1416">
                <c:v>0.9381217746232507</c:v>
              </c:pt>
              <c:pt idx="1417">
                <c:v>0.7843075214514712</c:v>
              </c:pt>
              <c:pt idx="1418">
                <c:v>0.7818070823682034</c:v>
              </c:pt>
              <c:pt idx="1419">
                <c:v>0.7857405304147355</c:v>
              </c:pt>
              <c:pt idx="1420">
                <c:v>1.0548507281045758</c:v>
              </c:pt>
              <c:pt idx="1421">
                <c:v>1.0497443265494522</c:v>
              </c:pt>
              <c:pt idx="1422">
                <c:v>1.0541522739361002</c:v>
              </c:pt>
              <c:pt idx="1423">
                <c:v>0.9746206449794326</c:v>
              </c:pt>
              <c:pt idx="1424">
                <c:v>0.9190191895528125</c:v>
              </c:pt>
              <c:pt idx="1425">
                <c:v>0.8149474373626528</c:v>
              </c:pt>
              <c:pt idx="1426">
                <c:v>0.8077837126657113</c:v>
              </c:pt>
              <c:pt idx="1427">
                <c:v>0.8255619468508956</c:v>
              </c:pt>
              <c:pt idx="1428">
                <c:v>0.8680691057995058</c:v>
              </c:pt>
              <c:pt idx="1429">
                <c:v>0.8750486165898308</c:v>
              </c:pt>
              <c:pt idx="1430">
                <c:v>0.8716823690797424</c:v>
              </c:pt>
              <c:pt idx="1431">
                <c:v>0.8415629109715547</c:v>
              </c:pt>
              <c:pt idx="1432">
                <c:v>0.7752627212484734</c:v>
              </c:pt>
              <c:pt idx="1433">
                <c:v>0.8265999943941074</c:v>
              </c:pt>
              <c:pt idx="1434">
                <c:v>0.8482129603639184</c:v>
              </c:pt>
              <c:pt idx="1435">
                <c:v>0.8463080572295554</c:v>
              </c:pt>
              <c:pt idx="1436">
                <c:v>0.9212322169859616</c:v>
              </c:pt>
              <c:pt idx="1437">
                <c:v>0.8769955989942948</c:v>
              </c:pt>
              <c:pt idx="1438">
                <c:v>0.8897181439445436</c:v>
              </c:pt>
              <c:pt idx="1439">
                <c:v>0.8903562737885261</c:v>
              </c:pt>
              <c:pt idx="1440">
                <c:v>0.8710025524752494</c:v>
              </c:pt>
              <c:pt idx="1441">
                <c:v>0.4967786193510853</c:v>
              </c:pt>
              <c:pt idx="1442">
                <c:v>0.37026273239490964</c:v>
              </c:pt>
              <c:pt idx="1443">
                <c:v>0.8860869860827432</c:v>
              </c:pt>
              <c:pt idx="1444">
                <c:v>0.985045657880559</c:v>
              </c:pt>
              <c:pt idx="1445">
                <c:v>0.9841056490980263</c:v>
              </c:pt>
              <c:pt idx="1446">
                <c:v>0.8309425151440083</c:v>
              </c:pt>
              <c:pt idx="1447">
                <c:v>0.826376527065722</c:v>
              </c:pt>
              <c:pt idx="1448">
                <c:v>0.7986816939054384</c:v>
              </c:pt>
              <c:pt idx="1449">
                <c:v>0.9817592253726075</c:v>
              </c:pt>
              <c:pt idx="1450">
                <c:v>0.9189967735720512</c:v>
              </c:pt>
              <c:pt idx="1451">
                <c:v>0.8466746694142159</c:v>
              </c:pt>
              <c:pt idx="1452">
                <c:v>0.8495637910272212</c:v>
              </c:pt>
              <c:pt idx="1453">
                <c:v>0.9208663946726003</c:v>
              </c:pt>
              <c:pt idx="1454">
                <c:v>0.9266071210618936</c:v>
              </c:pt>
              <c:pt idx="1455">
                <c:v>0.9090364484232032</c:v>
              </c:pt>
              <c:pt idx="1456">
                <c:v>1.0348642868502316</c:v>
              </c:pt>
              <c:pt idx="1457">
                <c:v>1.026789687105743</c:v>
              </c:pt>
              <c:pt idx="1458">
                <c:v>1.015471702541576</c:v>
              </c:pt>
              <c:pt idx="1459">
                <c:v>0.9317342603935443</c:v>
              </c:pt>
              <c:pt idx="1460">
                <c:v>0.9272211103535386</c:v>
              </c:pt>
              <c:pt idx="1461">
                <c:v>0.9253452287641324</c:v>
              </c:pt>
              <c:pt idx="1462">
                <c:v>0.8140628041391695</c:v>
              </c:pt>
              <c:pt idx="1463">
                <c:v>0.8158174093321106</c:v>
              </c:pt>
              <c:pt idx="1464">
                <c:v>0.8305006052826681</c:v>
              </c:pt>
              <c:pt idx="1465">
                <c:v>0.805919868195637</c:v>
              </c:pt>
              <c:pt idx="1466">
                <c:v>0.7987946078579569</c:v>
              </c:pt>
              <c:pt idx="1467">
                <c:v>0.8237502610157106</c:v>
              </c:pt>
              <c:pt idx="1468">
                <c:v>0.8379666750951026</c:v>
              </c:pt>
              <c:pt idx="1469">
                <c:v>0.8541925983220536</c:v>
              </c:pt>
              <c:pt idx="1470">
                <c:v>0.8278905508759203</c:v>
              </c:pt>
              <c:pt idx="1471">
                <c:v>0.9324260671828278</c:v>
              </c:pt>
              <c:pt idx="1472">
                <c:v>0.9268584343822504</c:v>
              </c:pt>
              <c:pt idx="1473">
                <c:v>0.8001010023391785</c:v>
              </c:pt>
              <c:pt idx="1474">
                <c:v>0.8052070898557534</c:v>
              </c:pt>
              <c:pt idx="1475">
                <c:v>0.10662814693616195</c:v>
              </c:pt>
              <c:pt idx="1476">
                <c:v>0.08196528334939711</c:v>
              </c:pt>
              <c:pt idx="1477">
                <c:v>0.14525267860570223</c:v>
              </c:pt>
              <c:pt idx="1478">
                <c:v>0.9175633891295465</c:v>
              </c:pt>
              <c:pt idx="1479">
                <c:v>0.8972051303928684</c:v>
              </c:pt>
              <c:pt idx="1480">
                <c:v>0.9055639554070596</c:v>
              </c:pt>
              <c:pt idx="1481">
                <c:v>0.9295385394019257</c:v>
              </c:pt>
              <c:pt idx="1482">
                <c:v>0.9289807082253122</c:v>
              </c:pt>
              <c:pt idx="1483">
                <c:v>0.9162609159242902</c:v>
              </c:pt>
              <c:pt idx="1484">
                <c:v>0.9151062039382876</c:v>
              </c:pt>
              <c:pt idx="1485">
                <c:v>0.9525238070748713</c:v>
              </c:pt>
              <c:pt idx="1486">
                <c:v>0.9405103562933913</c:v>
              </c:pt>
              <c:pt idx="1487">
                <c:v>0.9146566984110279</c:v>
              </c:pt>
              <c:pt idx="1488">
                <c:v>0.9242330935234542</c:v>
              </c:pt>
              <c:pt idx="1489">
                <c:v>0.948804620617562</c:v>
              </c:pt>
              <c:pt idx="1490">
                <c:v>0.9498628693595171</c:v>
              </c:pt>
              <c:pt idx="1491">
                <c:v>0.9405262943390096</c:v>
              </c:pt>
              <c:pt idx="1492">
                <c:v>0.9353389371210672</c:v>
              </c:pt>
              <c:pt idx="1493">
                <c:v>0.9351383448759015</c:v>
              </c:pt>
              <c:pt idx="1494">
                <c:v>0.5826276377756061</c:v>
              </c:pt>
              <c:pt idx="1495">
                <c:v>0.5814402352620104</c:v>
              </c:pt>
              <c:pt idx="1496">
                <c:v>0.5496419331691722</c:v>
              </c:pt>
              <c:pt idx="1497">
                <c:v>0.9245342567635312</c:v>
              </c:pt>
              <c:pt idx="1498">
                <c:v>1.0257691937197473</c:v>
              </c:pt>
              <c:pt idx="1499">
                <c:v>1.0428350892931921</c:v>
              </c:pt>
              <c:pt idx="1500">
                <c:v>0.9243646810854802</c:v>
              </c:pt>
              <c:pt idx="1501">
                <c:v>0.9248879506072316</c:v>
              </c:pt>
              <c:pt idx="1502">
                <c:v>0.9261391598033334</c:v>
              </c:pt>
              <c:pt idx="1503">
                <c:v>0.9285549661053214</c:v>
              </c:pt>
              <c:pt idx="1504">
                <c:v>0.9300714360300995</c:v>
              </c:pt>
              <c:pt idx="1505">
                <c:v>0.9082037304044007</c:v>
              </c:pt>
              <c:pt idx="1506">
                <c:v>0.9818926705786705</c:v>
              </c:pt>
              <c:pt idx="1507">
                <c:v>0.9873990812572015</c:v>
              </c:pt>
              <c:pt idx="1508">
                <c:v>0.9869630399696204</c:v>
              </c:pt>
              <c:pt idx="1509">
                <c:v>0.46912988612724804</c:v>
              </c:pt>
              <c:pt idx="1510">
                <c:v>0.5061708434495553</c:v>
              </c:pt>
              <c:pt idx="1511">
                <c:v>0.5594787492893242</c:v>
              </c:pt>
              <c:pt idx="1512">
                <c:v>0.6031550984056682</c:v>
              </c:pt>
              <c:pt idx="1513">
                <c:v>0.8692968035995012</c:v>
              </c:pt>
              <c:pt idx="1514">
                <c:v>0.8685202474560574</c:v>
              </c:pt>
              <c:pt idx="1515">
                <c:v>0.8631335027122051</c:v>
              </c:pt>
              <c:pt idx="1516">
                <c:v>0.8694171883472673</c:v>
              </c:pt>
              <c:pt idx="1517">
                <c:v>0.6108776405584136</c:v>
              </c:pt>
              <c:pt idx="1518">
                <c:v>0.8671684225589025</c:v>
              </c:pt>
              <c:pt idx="1519">
                <c:v>0.8721388605469712</c:v>
              </c:pt>
              <c:pt idx="1520">
                <c:v>0.9270837988903307</c:v>
              </c:pt>
              <c:pt idx="1521">
                <c:v>0.9334504609211136</c:v>
              </c:pt>
              <c:pt idx="1522">
                <c:v>0.8893756099148035</c:v>
              </c:pt>
              <c:pt idx="1523">
                <c:v>0.8862673649427424</c:v>
              </c:pt>
              <c:pt idx="1524">
                <c:v>0.5083444748937506</c:v>
              </c:pt>
              <c:pt idx="1525">
                <c:v>0.8891435603394843</c:v>
              </c:pt>
              <c:pt idx="1526">
                <c:v>0.8474798830539592</c:v>
              </c:pt>
              <c:pt idx="1527">
                <c:v>0.8663447136440893</c:v>
              </c:pt>
              <c:pt idx="1528">
                <c:v>0.7472873857654322</c:v>
              </c:pt>
              <c:pt idx="1529">
                <c:v>0.7358467051830249</c:v>
              </c:pt>
              <c:pt idx="1530">
                <c:v>0.7684231531818426</c:v>
              </c:pt>
              <c:pt idx="1531">
                <c:v>0.8051747034446674</c:v>
              </c:pt>
              <c:pt idx="1532">
                <c:v>0.7918430878636129</c:v>
              </c:pt>
              <c:pt idx="1533">
                <c:v>0.8165527346485272</c:v>
              </c:pt>
              <c:pt idx="1534">
                <c:v>0.8943177581541579</c:v>
              </c:pt>
              <c:pt idx="1535">
                <c:v>0.8949770100037446</c:v>
              </c:pt>
              <c:pt idx="1536">
                <c:v>0.8965580332277</c:v>
              </c:pt>
              <c:pt idx="1537">
                <c:v>0.962072187643792</c:v>
              </c:pt>
              <c:pt idx="1538">
                <c:v>0.953797336913802</c:v>
              </c:pt>
              <c:pt idx="1539">
                <c:v>0.9537015057862822</c:v>
              </c:pt>
              <c:pt idx="1540">
                <c:v>0.9524643814137957</c:v>
              </c:pt>
              <c:pt idx="1541">
                <c:v>0.8825802077848884</c:v>
              </c:pt>
              <c:pt idx="1542">
                <c:v>0.8160317657797127</c:v>
              </c:pt>
              <c:pt idx="1543">
                <c:v>0.8494839734913997</c:v>
              </c:pt>
              <c:pt idx="1544">
                <c:v>0.8522385269877101</c:v>
              </c:pt>
              <c:pt idx="1545">
                <c:v>0.8542213119755004</c:v>
              </c:pt>
              <c:pt idx="1546">
                <c:v>0.8107065463972084</c:v>
              </c:pt>
              <c:pt idx="1547">
                <c:v>0.8091534952286243</c:v>
              </c:pt>
              <c:pt idx="1548">
                <c:v>0.8169401849778073</c:v>
              </c:pt>
              <c:pt idx="1549">
                <c:v>0.9928921590293195</c:v>
              </c:pt>
              <c:pt idx="1550">
                <c:v>0.9928829663099744</c:v>
              </c:pt>
              <c:pt idx="1551">
                <c:v>0.9928999520797357</c:v>
              </c:pt>
              <c:pt idx="1552">
                <c:v>1.0045317700186804</c:v>
              </c:pt>
              <c:pt idx="1553">
                <c:v>1.017931561443795</c:v>
              </c:pt>
              <c:pt idx="1554">
                <c:v>1.0071559403187602</c:v>
              </c:pt>
              <c:pt idx="1555">
                <c:v>0.8974186192964394</c:v>
              </c:pt>
              <c:pt idx="1556">
                <c:v>0.9814327668596946</c:v>
              </c:pt>
              <c:pt idx="1557">
                <c:v>0.9791252155614881</c:v>
              </c:pt>
              <c:pt idx="1558">
                <c:v>0.9773681219316901</c:v>
              </c:pt>
              <c:pt idx="1559">
                <c:v>0.6383394058820521</c:v>
              </c:pt>
              <c:pt idx="1560">
                <c:v>0.6563758415774912</c:v>
              </c:pt>
              <c:pt idx="1561">
                <c:v>0.6996789871340987</c:v>
              </c:pt>
              <c:pt idx="1562">
                <c:v>0.9302689019305915</c:v>
              </c:pt>
              <c:pt idx="1563">
                <c:v>0.9396433398719469</c:v>
              </c:pt>
              <c:pt idx="1564">
                <c:v>0.9905309294555937</c:v>
              </c:pt>
              <c:pt idx="1565">
                <c:v>0.9891793048500214</c:v>
              </c:pt>
              <c:pt idx="1566">
                <c:v>0.9869051041069505</c:v>
              </c:pt>
              <c:pt idx="1567">
                <c:v>0.9397986828191842</c:v>
              </c:pt>
              <c:pt idx="1568">
                <c:v>0.9478479747862626</c:v>
              </c:pt>
              <c:pt idx="1569">
                <c:v>0.9461802217142876</c:v>
              </c:pt>
              <c:pt idx="1570">
                <c:v>0.9547138842566472</c:v>
              </c:pt>
              <c:pt idx="1571">
                <c:v>0.9578082258731937</c:v>
              </c:pt>
              <c:pt idx="1572">
                <c:v>0.9577683707195493</c:v>
              </c:pt>
              <c:pt idx="1573">
                <c:v>0.8594296618683976</c:v>
              </c:pt>
              <c:pt idx="1574">
                <c:v>1.0061698856080512</c:v>
              </c:pt>
              <c:pt idx="1575">
                <c:v>0.9962663962560055</c:v>
              </c:pt>
              <c:pt idx="1576">
                <c:v>1.0002317578007178</c:v>
              </c:pt>
              <c:pt idx="1577">
                <c:v>0.8956839371210353</c:v>
              </c:pt>
              <c:pt idx="1578">
                <c:v>0.9058105266779651</c:v>
              </c:pt>
              <c:pt idx="1579">
                <c:v>0.9537850334498317</c:v>
              </c:pt>
              <c:pt idx="1580">
                <c:v>0.9282473459768802</c:v>
              </c:pt>
              <c:pt idx="1581">
                <c:v>0.9277534106605669</c:v>
              </c:pt>
              <c:pt idx="1582">
                <c:v>0.9396371748857814</c:v>
              </c:pt>
              <c:pt idx="1583">
                <c:v>0.5727481938721805</c:v>
              </c:pt>
              <c:pt idx="1584">
                <c:v>0.6057400244096358</c:v>
              </c:pt>
              <c:pt idx="1585">
                <c:v>0.9451454980286299</c:v>
              </c:pt>
              <c:pt idx="1586">
                <c:v>0.9945431148805836</c:v>
              </c:pt>
              <c:pt idx="1587">
                <c:v>1.0035859781140402</c:v>
              </c:pt>
              <c:pt idx="1588">
                <c:v>0.9894911674964109</c:v>
              </c:pt>
              <c:pt idx="1589">
                <c:v>1.0055907438456204</c:v>
              </c:pt>
              <c:pt idx="1590">
                <c:v>0.9247801636999654</c:v>
              </c:pt>
              <c:pt idx="1591">
                <c:v>0.916713632606636</c:v>
              </c:pt>
              <c:pt idx="1592">
                <c:v>0.8962010150675939</c:v>
              </c:pt>
              <c:pt idx="1593">
                <c:v>0.9518295499521241</c:v>
              </c:pt>
              <c:pt idx="1594">
                <c:v>0.9351120227530112</c:v>
              </c:pt>
              <c:pt idx="1595">
                <c:v>0.9377281940368144</c:v>
              </c:pt>
              <c:pt idx="1596">
                <c:v>0.9389952452883711</c:v>
              </c:pt>
              <c:pt idx="1597">
                <c:v>0.9393087008872938</c:v>
              </c:pt>
              <c:pt idx="1598">
                <c:v>0.9508176094305687</c:v>
              </c:pt>
              <c:pt idx="1599">
                <c:v>0.9581398504573694</c:v>
              </c:pt>
              <c:pt idx="1600">
                <c:v>0.7067567089971151</c:v>
              </c:pt>
              <c:pt idx="1601">
                <c:v>0.7031578817950501</c:v>
              </c:pt>
              <c:pt idx="1602">
                <c:v>0.9330485802152451</c:v>
              </c:pt>
              <c:pt idx="1603">
                <c:v>0.9298775855607009</c:v>
              </c:pt>
              <c:pt idx="1604">
                <c:v>0.9418958017103621</c:v>
              </c:pt>
              <c:pt idx="1605">
                <c:v>0.9568307541986608</c:v>
              </c:pt>
              <c:pt idx="1606">
                <c:v>0.961986145695218</c:v>
              </c:pt>
              <c:pt idx="1607">
                <c:v>0.9648142281794165</c:v>
              </c:pt>
              <c:pt idx="1608">
                <c:v>0.9514525379285629</c:v>
              </c:pt>
              <c:pt idx="1609">
                <c:v>0.9618638426555117</c:v>
              </c:pt>
              <c:pt idx="1610">
                <c:v>0.9401912073120419</c:v>
              </c:pt>
              <c:pt idx="1611">
                <c:v>0.9380204837112084</c:v>
              </c:pt>
              <c:pt idx="1612">
                <c:v>0.8959930466887871</c:v>
              </c:pt>
              <c:pt idx="1613">
                <c:v>0.8987344648090313</c:v>
              </c:pt>
              <c:pt idx="1614">
                <c:v>0.9094269499045465</c:v>
              </c:pt>
              <c:pt idx="1615">
                <c:v>0.96334836926881</c:v>
              </c:pt>
              <c:pt idx="1616">
                <c:v>0.9453638105229327</c:v>
              </c:pt>
              <c:pt idx="1617">
                <c:v>0.9488260695807839</c:v>
              </c:pt>
              <c:pt idx="1618">
                <c:v>0.9399149143473248</c:v>
              </c:pt>
              <c:pt idx="1619">
                <c:v>0.9282117192781796</c:v>
              </c:pt>
              <c:pt idx="1620">
                <c:v>0.9285901268906601</c:v>
              </c:pt>
              <c:pt idx="1621">
                <c:v>0.9200422502989297</c:v>
              </c:pt>
              <c:pt idx="1622">
                <c:v>0.9168202801577123</c:v>
              </c:pt>
              <c:pt idx="1623">
                <c:v>1.034333211592868</c:v>
              </c:pt>
              <c:pt idx="1624">
                <c:v>1.0428382121275104</c:v>
              </c:pt>
              <c:pt idx="1625">
                <c:v>0.8842942398958246</c:v>
              </c:pt>
              <c:pt idx="1626">
                <c:v>0.8801970371052105</c:v>
              </c:pt>
              <c:pt idx="1627">
                <c:v>0.8933467106316301</c:v>
              </c:pt>
              <c:pt idx="1628">
                <c:v>0.8937738032727147</c:v>
              </c:pt>
              <c:pt idx="1629">
                <c:v>1.025551084494608</c:v>
              </c:pt>
              <c:pt idx="1630">
                <c:v>1.0233066930489167</c:v>
              </c:pt>
              <c:pt idx="1631">
                <c:v>1.0262156992479956</c:v>
              </c:pt>
              <c:pt idx="1632">
                <c:v>0.9508651365520266</c:v>
              </c:pt>
              <c:pt idx="1633">
                <c:v>0.9808244232653425</c:v>
              </c:pt>
              <c:pt idx="1634">
                <c:v>0.9825293511436534</c:v>
              </c:pt>
              <c:pt idx="1635">
                <c:v>0.9662347969622254</c:v>
              </c:pt>
              <c:pt idx="1636">
                <c:v>0.9657922761962096</c:v>
              </c:pt>
              <c:pt idx="1637">
                <c:v>0.9589498832703026</c:v>
              </c:pt>
              <c:pt idx="1638">
                <c:v>0.9642142771682515</c:v>
              </c:pt>
              <c:pt idx="1639">
                <c:v>0.9540245279581021</c:v>
              </c:pt>
              <c:pt idx="1640">
                <c:v>0.9641450793088356</c:v>
              </c:pt>
              <c:pt idx="1641">
                <c:v>0.959664065188527</c:v>
              </c:pt>
              <c:pt idx="1642">
                <c:v>0.9555928452484261</c:v>
              </c:pt>
              <c:pt idx="1643">
                <c:v>0.9425919554189546</c:v>
              </c:pt>
              <c:pt idx="1644">
                <c:v>0.9563300161774398</c:v>
              </c:pt>
              <c:pt idx="1645">
                <c:v>0.9557022259998299</c:v>
              </c:pt>
              <c:pt idx="1646">
                <c:v>0.8727204651088962</c:v>
              </c:pt>
              <c:pt idx="1647">
                <c:v>0.7394053049672019</c:v>
              </c:pt>
              <c:pt idx="1648">
                <c:v>0.7235921848899054</c:v>
              </c:pt>
              <c:pt idx="1649">
                <c:v>0.7023186169860148</c:v>
              </c:pt>
              <c:pt idx="1650">
                <c:v>0.8159990815909284</c:v>
              </c:pt>
              <c:pt idx="1651">
                <c:v>0.7896128459664374</c:v>
              </c:pt>
              <c:pt idx="1652">
                <c:v>0.8044164084512418</c:v>
              </c:pt>
              <c:pt idx="1653">
                <c:v>0.8763855855345024</c:v>
              </c:pt>
              <c:pt idx="1654">
                <c:v>0.8710422419323713</c:v>
              </c:pt>
              <c:pt idx="1655">
                <c:v>1.0169337527923241</c:v>
              </c:pt>
              <c:pt idx="1656">
                <c:v>1.012787810840354</c:v>
              </c:pt>
              <c:pt idx="1657">
                <c:v>0.9347314175037422</c:v>
              </c:pt>
              <c:pt idx="1658">
                <c:v>0.9346166353040712</c:v>
              </c:pt>
              <c:pt idx="1659">
                <c:v>0.8435816868713792</c:v>
              </c:pt>
              <c:pt idx="1660">
                <c:v>0.8450490622449915</c:v>
              </c:pt>
              <c:pt idx="1661">
                <c:v>0.8375212456115846</c:v>
              </c:pt>
              <c:pt idx="1662">
                <c:v>0.9175761083283416</c:v>
              </c:pt>
              <c:pt idx="1663">
                <c:v>1.0151386147999337</c:v>
              </c:pt>
              <c:pt idx="1664">
                <c:v>0.6533010790707411</c:v>
              </c:pt>
              <c:pt idx="1665">
                <c:v>0.8222520393878545</c:v>
              </c:pt>
              <c:pt idx="1666">
                <c:v>0.8005298543841917</c:v>
              </c:pt>
              <c:pt idx="1667">
                <c:v>0.7897841423296612</c:v>
              </c:pt>
              <c:pt idx="1668">
                <c:v>0.9843986848135348</c:v>
              </c:pt>
              <c:pt idx="1669">
                <c:v>1.0027092416432661</c:v>
              </c:pt>
              <c:pt idx="1670">
                <c:v>0.9850147851042148</c:v>
              </c:pt>
              <c:pt idx="1671">
                <c:v>1.0095175821420703</c:v>
              </c:pt>
              <c:pt idx="1672">
                <c:v>0.9905360361422467</c:v>
              </c:pt>
              <c:pt idx="1673">
                <c:v>0.8654041823510125</c:v>
              </c:pt>
              <c:pt idx="1674">
                <c:v>0.9047905382375538</c:v>
              </c:pt>
              <c:pt idx="1675">
                <c:v>0.9024354600656903</c:v>
              </c:pt>
              <c:pt idx="1676">
                <c:v>0.874588342402394</c:v>
              </c:pt>
              <c:pt idx="1677">
                <c:v>0.8763540513902864</c:v>
              </c:pt>
              <c:pt idx="1678">
                <c:v>0.8819480023077098</c:v>
              </c:pt>
              <c:pt idx="1679">
                <c:v>0.9764896922708566</c:v>
              </c:pt>
              <c:pt idx="1680">
                <c:v>0.9698718558935279</c:v>
              </c:pt>
              <c:pt idx="1681">
                <c:v>0.9538366607717643</c:v>
              </c:pt>
              <c:pt idx="1682">
                <c:v>0.9764183150284124</c:v>
              </c:pt>
              <c:pt idx="1683">
                <c:v>0.963614697186733</c:v>
              </c:pt>
              <c:pt idx="1684">
                <c:v>0.9715361385089412</c:v>
              </c:pt>
              <c:pt idx="1685">
                <c:v>0.9247480244243061</c:v>
              </c:pt>
              <c:pt idx="1686">
                <c:v>0.9262018070040084</c:v>
              </c:pt>
              <c:pt idx="1687">
                <c:v>0.9248068719420565</c:v>
              </c:pt>
              <c:pt idx="1688">
                <c:v>0.9310639983513018</c:v>
              </c:pt>
              <c:pt idx="1689">
                <c:v>0.9239530877122623</c:v>
              </c:pt>
              <c:pt idx="1690">
                <c:v>0.911167662299726</c:v>
              </c:pt>
              <c:pt idx="1691">
                <c:v>0.9135860830180629</c:v>
              </c:pt>
              <c:pt idx="1692">
                <c:v>0.9265842157647788</c:v>
              </c:pt>
              <c:pt idx="1693">
                <c:v>0.911467991085246</c:v>
              </c:pt>
              <c:pt idx="1694">
                <c:v>0.9561188448743182</c:v>
              </c:pt>
              <c:pt idx="1695">
                <c:v>0.9593625628727187</c:v>
              </c:pt>
              <c:pt idx="1696">
                <c:v>0.9588835245385555</c:v>
              </c:pt>
              <c:pt idx="1697">
                <c:v>0.9633839623166957</c:v>
              </c:pt>
              <c:pt idx="1698">
                <c:v>1.0392768319041659</c:v>
              </c:pt>
              <c:pt idx="1699">
                <c:v>1.028016082260982</c:v>
              </c:pt>
              <c:pt idx="1700">
                <c:v>0.9553722138633922</c:v>
              </c:pt>
              <c:pt idx="1701">
                <c:v>0.9648943852622269</c:v>
              </c:pt>
              <c:pt idx="1702">
                <c:v>0.9642247811708639</c:v>
              </c:pt>
              <c:pt idx="1703">
                <c:v>0.9049550044847523</c:v>
              </c:pt>
              <c:pt idx="1704">
                <c:v>0.9315987757447936</c:v>
              </c:pt>
              <c:pt idx="1705">
                <c:v>0.9517244541195246</c:v>
              </c:pt>
              <c:pt idx="1706">
                <c:v>0.93836108385381</c:v>
              </c:pt>
              <c:pt idx="1707">
                <c:v>1.011285558418037</c:v>
              </c:pt>
              <c:pt idx="1708">
                <c:v>0.9566143616561722</c:v>
              </c:pt>
              <c:pt idx="1709">
                <c:v>0.956025616740559</c:v>
              </c:pt>
              <c:pt idx="1710">
                <c:v>0.9648416783089914</c:v>
              </c:pt>
              <c:pt idx="1711">
                <c:v>0.9644083418806269</c:v>
              </c:pt>
              <c:pt idx="1712">
                <c:v>0.9635848846542352</c:v>
              </c:pt>
              <c:pt idx="1713">
                <c:v>0.9453154650932161</c:v>
              </c:pt>
              <c:pt idx="1714">
                <c:v>0.9537400352828151</c:v>
              </c:pt>
              <c:pt idx="1715">
                <c:v>0.6873696981888421</c:v>
              </c:pt>
              <c:pt idx="1716">
                <c:v>0.9564057970519062</c:v>
              </c:pt>
              <c:pt idx="1717">
                <c:v>0.9599375917870053</c:v>
              </c:pt>
              <c:pt idx="1718">
                <c:v>0.9459693258820181</c:v>
              </c:pt>
              <c:pt idx="1719">
                <c:v>1.033592342176639</c:v>
              </c:pt>
              <c:pt idx="1720">
                <c:v>1.0381173600492994</c:v>
              </c:pt>
              <c:pt idx="1721">
                <c:v>1.0306299207762935</c:v>
              </c:pt>
              <c:pt idx="1722">
                <c:v>1.0429434948440142</c:v>
              </c:pt>
              <c:pt idx="1723">
                <c:v>0.9021267531330155</c:v>
              </c:pt>
              <c:pt idx="1724">
                <c:v>0.7333649949744743</c:v>
              </c:pt>
              <c:pt idx="1725">
                <c:v>0.7004344098397152</c:v>
              </c:pt>
              <c:pt idx="1726">
                <c:v>0.8952292266784891</c:v>
              </c:pt>
              <c:pt idx="1727">
                <c:v>0.4729456897423204</c:v>
              </c:pt>
              <c:pt idx="1728">
                <c:v>0.1230540823586113</c:v>
              </c:pt>
              <c:pt idx="1729">
                <c:v>0.24971016888664666</c:v>
              </c:pt>
              <c:pt idx="1730">
                <c:v>0.923397005062982</c:v>
              </c:pt>
              <c:pt idx="1731">
                <c:v>0.9222431503520317</c:v>
              </c:pt>
              <c:pt idx="1732">
                <c:v>0.9235208426479696</c:v>
              </c:pt>
              <c:pt idx="1733">
                <c:v>1.0023102654773781</c:v>
              </c:pt>
              <c:pt idx="1734">
                <c:v>1.0064303207051293</c:v>
              </c:pt>
              <c:pt idx="1735">
                <c:v>1.000071753166488</c:v>
              </c:pt>
              <c:pt idx="1736">
                <c:v>0.5657358633477346</c:v>
              </c:pt>
              <c:pt idx="1737">
                <c:v>0.5928309980539485</c:v>
              </c:pt>
              <c:pt idx="1738">
                <c:v>0.5471911135188596</c:v>
              </c:pt>
              <c:pt idx="1739">
                <c:v>1.0084442669463103</c:v>
              </c:pt>
              <c:pt idx="1740">
                <c:v>1.0096716845991125</c:v>
              </c:pt>
              <c:pt idx="1741">
                <c:v>0.9622527304234447</c:v>
              </c:pt>
              <c:pt idx="1742">
                <c:v>0.9596219850355434</c:v>
              </c:pt>
              <c:pt idx="1743">
                <c:v>0.9419380070754244</c:v>
              </c:pt>
              <c:pt idx="1744">
                <c:v>0.88056914003434</c:v>
              </c:pt>
              <c:pt idx="1745">
                <c:v>0.5232885357809384</c:v>
              </c:pt>
              <c:pt idx="1746">
                <c:v>0.6100473701782995</c:v>
              </c:pt>
              <c:pt idx="1747">
                <c:v>0.9735380542023825</c:v>
              </c:pt>
              <c:pt idx="1748">
                <c:v>0.8855656202287028</c:v>
              </c:pt>
              <c:pt idx="1749">
                <c:v>0.8960611431233507</c:v>
              </c:pt>
              <c:pt idx="1750">
                <c:v>0.8840355197969243</c:v>
              </c:pt>
              <c:pt idx="1751">
                <c:v>0.7129581480975511</c:v>
              </c:pt>
              <c:pt idx="1752">
                <c:v>0.7129748591572528</c:v>
              </c:pt>
              <c:pt idx="1753">
                <c:v>0.7158938179997181</c:v>
              </c:pt>
              <c:pt idx="1754">
                <c:v>0.7806195363226408</c:v>
              </c:pt>
              <c:pt idx="1755">
                <c:v>0.7714856455907463</c:v>
              </c:pt>
              <c:pt idx="1756">
                <c:v>0.769694687839687</c:v>
              </c:pt>
              <c:pt idx="1757">
                <c:v>0.7590083365213561</c:v>
              </c:pt>
              <c:pt idx="1758">
                <c:v>0.9007077329929203</c:v>
              </c:pt>
              <c:pt idx="1759">
                <c:v>0.9044666253356097</c:v>
              </c:pt>
              <c:pt idx="1760">
                <c:v>1.012150214029283</c:v>
              </c:pt>
              <c:pt idx="1761">
                <c:v>0.9972683893165394</c:v>
              </c:pt>
              <c:pt idx="1762">
                <c:v>0.9956071082205825</c:v>
              </c:pt>
              <c:pt idx="1763">
                <c:v>0.9878055149817755</c:v>
              </c:pt>
              <c:pt idx="1764">
                <c:v>0.9819567319490823</c:v>
              </c:pt>
              <c:pt idx="1765">
                <c:v>1.022778331933456</c:v>
              </c:pt>
              <c:pt idx="1766">
                <c:v>1.0262229912013232</c:v>
              </c:pt>
              <c:pt idx="1767">
                <c:v>1.0411657344297278</c:v>
              </c:pt>
              <c:pt idx="1768">
                <c:v>0.6425899354311903</c:v>
              </c:pt>
              <c:pt idx="1769">
                <c:v>0.8836621424455993</c:v>
              </c:pt>
              <c:pt idx="1770">
                <c:v>0.8787311426106784</c:v>
              </c:pt>
              <c:pt idx="1771">
                <c:v>0.8783095923579924</c:v>
              </c:pt>
              <c:pt idx="1772">
                <c:v>0.863706945457931</c:v>
              </c:pt>
              <c:pt idx="1773">
                <c:v>0.8629278235786227</c:v>
              </c:pt>
              <c:pt idx="1774">
                <c:v>0.8858093877432751</c:v>
              </c:pt>
              <c:pt idx="1775">
                <c:v>0.8143046790510347</c:v>
              </c:pt>
              <c:pt idx="1776">
                <c:v>0.7983004931664787</c:v>
              </c:pt>
              <c:pt idx="1777">
                <c:v>0.815374807512741</c:v>
              </c:pt>
              <c:pt idx="1778">
                <c:v>0.9621243668622564</c:v>
              </c:pt>
              <c:pt idx="1779">
                <c:v>0.9603081133297771</c:v>
              </c:pt>
              <c:pt idx="1780">
                <c:v>0.9576328241946512</c:v>
              </c:pt>
              <c:pt idx="1781">
                <c:v>0.9237048640109067</c:v>
              </c:pt>
              <c:pt idx="1782">
                <c:v>0.9162909362023365</c:v>
              </c:pt>
              <c:pt idx="1783">
                <c:v>0.9246934048361173</c:v>
              </c:pt>
              <c:pt idx="1784">
                <c:v>0.9421801854073878</c:v>
              </c:pt>
              <c:pt idx="1785">
                <c:v>0.9337290340721447</c:v>
              </c:pt>
              <c:pt idx="1786">
                <c:v>1.0270878802682948</c:v>
              </c:pt>
              <c:pt idx="1787">
                <c:v>1.018636168702961</c:v>
              </c:pt>
              <c:pt idx="1788">
                <c:v>1.0104313427194318</c:v>
              </c:pt>
              <c:pt idx="1789">
                <c:v>1.003850026294474</c:v>
              </c:pt>
              <c:pt idx="1790">
                <c:v>0.9995617019282982</c:v>
              </c:pt>
              <c:pt idx="1791">
                <c:v>0.8629070442630412</c:v>
              </c:pt>
              <c:pt idx="1792">
                <c:v>1.0161382966199362</c:v>
              </c:pt>
              <c:pt idx="1793">
                <c:v>0.945797540223591</c:v>
              </c:pt>
              <c:pt idx="1794">
                <c:v>0.8571142718410932</c:v>
              </c:pt>
              <c:pt idx="1795">
                <c:v>0.8743451693284977</c:v>
              </c:pt>
              <c:pt idx="1796">
                <c:v>0.8467445347413302</c:v>
              </c:pt>
              <c:pt idx="1797">
                <c:v>0.9485278453856165</c:v>
              </c:pt>
              <c:pt idx="1798">
                <c:v>0.9551342264822533</c:v>
              </c:pt>
              <c:pt idx="1799">
                <c:v>0.9419256836204231</c:v>
              </c:pt>
              <c:pt idx="1800">
                <c:v>0.9454845966559622</c:v>
              </c:pt>
              <c:pt idx="1801">
                <c:v>0.9477504706770595</c:v>
              </c:pt>
              <c:pt idx="1802">
                <c:v>0.877696182837624</c:v>
              </c:pt>
              <c:pt idx="1803">
                <c:v>0.8602696401963668</c:v>
              </c:pt>
              <c:pt idx="1804">
                <c:v>0.9436914339187394</c:v>
              </c:pt>
              <c:pt idx="1805">
                <c:v>0.9827122004157827</c:v>
              </c:pt>
              <c:pt idx="1806">
                <c:v>0.984440264101301</c:v>
              </c:pt>
              <c:pt idx="1807">
                <c:v>1.0598232264892373</c:v>
              </c:pt>
              <c:pt idx="1808">
                <c:v>1.0430473959317506</c:v>
              </c:pt>
              <c:pt idx="1809">
                <c:v>1.0558882685570528</c:v>
              </c:pt>
              <c:pt idx="1810">
                <c:v>1.0429712096858765</c:v>
              </c:pt>
              <c:pt idx="1811">
                <c:v>1.0406716754333827</c:v>
              </c:pt>
              <c:pt idx="1812">
                <c:v>1.0593577749530037</c:v>
              </c:pt>
              <c:pt idx="1813">
                <c:v>0.9887822742113357</c:v>
              </c:pt>
              <c:pt idx="1814">
                <c:v>1.0295510534782688</c:v>
              </c:pt>
              <c:pt idx="1815">
                <c:v>1.0348957793245588</c:v>
              </c:pt>
              <c:pt idx="1816">
                <c:v>1.0239406475850377</c:v>
              </c:pt>
              <c:pt idx="1817">
                <c:v>1.0270562512830141</c:v>
              </c:pt>
              <c:pt idx="1818">
                <c:v>1.0377218960606895</c:v>
              </c:pt>
              <c:pt idx="1819">
                <c:v>1.0284641059076105</c:v>
              </c:pt>
              <c:pt idx="1820">
                <c:v>1.0415490005957706</c:v>
              </c:pt>
              <c:pt idx="1821">
                <c:v>0.9241097127238348</c:v>
              </c:pt>
              <c:pt idx="1822">
                <c:v>0.9684580953942317</c:v>
              </c:pt>
              <c:pt idx="1823">
                <c:v>0.886080215621976</c:v>
              </c:pt>
              <c:pt idx="1824">
                <c:v>0.9580784525320986</c:v>
              </c:pt>
              <c:pt idx="1825">
                <c:v>0.9628869731257033</c:v>
              </c:pt>
              <c:pt idx="1826">
                <c:v>0.9672206964774451</c:v>
              </c:pt>
              <c:pt idx="1827">
                <c:v>0.9645678904202235</c:v>
              </c:pt>
              <c:pt idx="1828">
                <c:v>0.7747246910669423</c:v>
              </c:pt>
              <c:pt idx="1829">
                <c:v>0.8228065158539388</c:v>
              </c:pt>
              <c:pt idx="1830">
                <c:v>0.7750275380496241</c:v>
              </c:pt>
              <c:pt idx="1831">
                <c:v>0.8235464860315759</c:v>
              </c:pt>
              <c:pt idx="1832">
                <c:v>0.9573296638903349</c:v>
              </c:pt>
              <c:pt idx="1833">
                <c:v>0.9439186878597481</c:v>
              </c:pt>
              <c:pt idx="1834">
                <c:v>0.9413517387008049</c:v>
              </c:pt>
              <c:pt idx="1835">
                <c:v>0.8873187842092356</c:v>
              </c:pt>
              <c:pt idx="1836">
                <c:v>0.8891614411964466</c:v>
              </c:pt>
              <c:pt idx="1837">
                <c:v>0.8860676766834739</c:v>
              </c:pt>
              <c:pt idx="1838">
                <c:v>0.8772220421697383</c:v>
              </c:pt>
              <c:pt idx="1839">
                <c:v>0.7911254910896794</c:v>
              </c:pt>
              <c:pt idx="1840">
                <c:v>0.7997024447516601</c:v>
              </c:pt>
              <c:pt idx="1841">
                <c:v>0.7935504269967315</c:v>
              </c:pt>
              <c:pt idx="1842">
                <c:v>1.0249211817494004</c:v>
              </c:pt>
              <c:pt idx="1843">
                <c:v>1.022047598410007</c:v>
              </c:pt>
              <c:pt idx="1844">
                <c:v>1.033054105735795</c:v>
              </c:pt>
              <c:pt idx="1845">
                <c:v>1.0349137415112935</c:v>
              </c:pt>
              <c:pt idx="1846">
                <c:v>1.018036352476729</c:v>
              </c:pt>
              <c:pt idx="1847">
                <c:v>1.01140295063487</c:v>
              </c:pt>
              <c:pt idx="1848">
                <c:v>1.0177949354313105</c:v>
              </c:pt>
              <c:pt idx="1849">
                <c:v>0.9554959686580036</c:v>
              </c:pt>
              <c:pt idx="1850">
                <c:v>0.9758796593210017</c:v>
              </c:pt>
              <c:pt idx="1851">
                <c:v>0.9784992051469005</c:v>
              </c:pt>
              <c:pt idx="1852">
                <c:v>0.9779023300116431</c:v>
              </c:pt>
              <c:pt idx="1853">
                <c:v>0.9087668589183715</c:v>
              </c:pt>
              <c:pt idx="1854">
                <c:v>0.9209855328354888</c:v>
              </c:pt>
              <c:pt idx="1855">
                <c:v>0.9213941358834521</c:v>
              </c:pt>
              <c:pt idx="1856">
                <c:v>0.9129215265171426</c:v>
              </c:pt>
              <c:pt idx="1857">
                <c:v>0.8991891825904427</c:v>
              </c:pt>
              <c:pt idx="1858">
                <c:v>0.8833279270336793</c:v>
              </c:pt>
              <c:pt idx="1859">
                <c:v>0.8604238233323834</c:v>
              </c:pt>
              <c:pt idx="1860">
                <c:v>0.7695792366389932</c:v>
              </c:pt>
              <c:pt idx="1861">
                <c:v>0.7691201338292307</c:v>
              </c:pt>
              <c:pt idx="1862">
                <c:v>0.6731161335142228</c:v>
              </c:pt>
              <c:pt idx="1863">
                <c:v>0.9033612981498184</c:v>
              </c:pt>
              <c:pt idx="1864">
                <c:v>0.9075787561019426</c:v>
              </c:pt>
              <c:pt idx="1865">
                <c:v>0.904424074867035</c:v>
              </c:pt>
              <c:pt idx="1866">
                <c:v>0.8985933216752545</c:v>
              </c:pt>
              <c:pt idx="1867">
                <c:v>0.8942882187010521</c:v>
              </c:pt>
              <c:pt idx="1868">
                <c:v>0.971593002607082</c:v>
              </c:pt>
              <c:pt idx="1869">
                <c:v>0.9499196896457675</c:v>
              </c:pt>
              <c:pt idx="1870">
                <c:v>0.9402580004625738</c:v>
              </c:pt>
              <c:pt idx="1871">
                <c:v>0.9397549911561753</c:v>
              </c:pt>
              <c:pt idx="1872">
                <c:v>0.943735338187802</c:v>
              </c:pt>
              <c:pt idx="1873">
                <c:v>0.9398756968323821</c:v>
              </c:pt>
              <c:pt idx="1874">
                <c:v>0.940944116177488</c:v>
              </c:pt>
              <c:pt idx="1875">
                <c:v>0.9454405251557426</c:v>
              </c:pt>
              <c:pt idx="1876">
                <c:v>0.884219251241349</c:v>
              </c:pt>
              <c:pt idx="1877">
                <c:v>1.0575557574383079</c:v>
              </c:pt>
              <c:pt idx="1878">
                <c:v>1.0561965404807245</c:v>
              </c:pt>
              <c:pt idx="1879">
                <c:v>1.049873958687656</c:v>
              </c:pt>
              <c:pt idx="1880">
                <c:v>0.63633217388698</c:v>
              </c:pt>
              <c:pt idx="1881">
                <c:v>0.635492154474638</c:v>
              </c:pt>
              <c:pt idx="1882">
                <c:v>0.8762986808645168</c:v>
              </c:pt>
              <c:pt idx="1883">
                <c:v>0.876002083226618</c:v>
              </c:pt>
              <c:pt idx="1884">
                <c:v>0.9266960037230554</c:v>
              </c:pt>
              <c:pt idx="1885">
                <c:v>0.8424720081771526</c:v>
              </c:pt>
              <c:pt idx="1886">
                <c:v>1.0305389155391462</c:v>
              </c:pt>
              <c:pt idx="1887">
                <c:v>1.013221356856569</c:v>
              </c:pt>
              <c:pt idx="1888">
                <c:v>1.032607699241434</c:v>
              </c:pt>
              <c:pt idx="1889">
                <c:v>1.0008658117918117</c:v>
              </c:pt>
              <c:pt idx="1890">
                <c:v>0.9899308697199841</c:v>
              </c:pt>
              <c:pt idx="1891">
                <c:v>1.0055308526695306</c:v>
              </c:pt>
              <c:pt idx="1892">
                <c:v>0.9415961411928744</c:v>
              </c:pt>
              <c:pt idx="1893">
                <c:v>0.9332147734943154</c:v>
              </c:pt>
              <c:pt idx="1894">
                <c:v>1.0131963088151934</c:v>
              </c:pt>
              <c:pt idx="1895">
                <c:v>0.4839214834419577</c:v>
              </c:pt>
              <c:pt idx="1896">
                <c:v>1.0125310405947208</c:v>
              </c:pt>
              <c:pt idx="1897">
                <c:v>0.9328740496856482</c:v>
              </c:pt>
              <c:pt idx="1898">
                <c:v>0.9268804834839018</c:v>
              </c:pt>
              <c:pt idx="1899">
                <c:v>0.9288296334240946</c:v>
              </c:pt>
              <c:pt idx="1900">
                <c:v>0.9376153693730572</c:v>
              </c:pt>
              <c:pt idx="1901">
                <c:v>0.9447624329788232</c:v>
              </c:pt>
              <c:pt idx="1902">
                <c:v>0.9724316110779571</c:v>
              </c:pt>
              <c:pt idx="1903">
                <c:v>0.8476561548643433</c:v>
              </c:pt>
              <c:pt idx="1904">
                <c:v>0.8481454787525754</c:v>
              </c:pt>
              <c:pt idx="1905">
                <c:v>0.8403735455589735</c:v>
              </c:pt>
              <c:pt idx="1906">
                <c:v>0.8626145400490834</c:v>
              </c:pt>
              <c:pt idx="1907">
                <c:v>0.8797900334262095</c:v>
              </c:pt>
              <c:pt idx="1908">
                <c:v>0.8941947885620867</c:v>
              </c:pt>
              <c:pt idx="1909">
                <c:v>0.8817035731852673</c:v>
              </c:pt>
              <c:pt idx="1910">
                <c:v>0.8735750181377707</c:v>
              </c:pt>
              <c:pt idx="1911">
                <c:v>0.9011093999752102</c:v>
              </c:pt>
              <c:pt idx="1912">
                <c:v>1.0183688198885905</c:v>
              </c:pt>
              <c:pt idx="1913">
                <c:v>1.0243744083970139</c:v>
              </c:pt>
              <c:pt idx="1914">
                <c:v>0.9490196547228978</c:v>
              </c:pt>
              <c:pt idx="1915">
                <c:v>0.9516836846729594</c:v>
              </c:pt>
              <c:pt idx="1916">
                <c:v>0.9664127695074397</c:v>
              </c:pt>
              <c:pt idx="1917">
                <c:v>0.9395794165958518</c:v>
              </c:pt>
              <c:pt idx="1918">
                <c:v>0.705171876988674</c:v>
              </c:pt>
              <c:pt idx="1919">
                <c:v>0.7135708133672934</c:v>
              </c:pt>
              <c:pt idx="1920">
                <c:v>0.6728735110525143</c:v>
              </c:pt>
              <c:pt idx="1921">
                <c:v>1.0580983238390234</c:v>
              </c:pt>
              <c:pt idx="1922">
                <c:v>1.061355224114519</c:v>
              </c:pt>
              <c:pt idx="1923">
                <c:v>1.0611301103661623</c:v>
              </c:pt>
              <c:pt idx="1924">
                <c:v>0.8593292191509502</c:v>
              </c:pt>
              <c:pt idx="1925">
                <c:v>0.8367883360509918</c:v>
              </c:pt>
              <c:pt idx="1926">
                <c:v>1.00585028709318</c:v>
              </c:pt>
              <c:pt idx="1927">
                <c:v>0.7136505802488025</c:v>
              </c:pt>
              <c:pt idx="1928">
                <c:v>0.7333037415105224</c:v>
              </c:pt>
              <c:pt idx="1929">
                <c:v>0.89603644889763</c:v>
              </c:pt>
              <c:pt idx="1930">
                <c:v>0.967237567294972</c:v>
              </c:pt>
              <c:pt idx="1931">
                <c:v>0.9538562060527797</c:v>
              </c:pt>
              <c:pt idx="1932">
                <c:v>0.9415470860993056</c:v>
              </c:pt>
              <c:pt idx="1933">
                <c:v>0.9345032382795333</c:v>
              </c:pt>
              <c:pt idx="1934">
                <c:v>0.9288061590538322</c:v>
              </c:pt>
              <c:pt idx="1935">
                <c:v>0.8826572488918869</c:v>
              </c:pt>
              <c:pt idx="1936">
                <c:v>0.8818698025693621</c:v>
              </c:pt>
              <c:pt idx="1937">
                <c:v>0.8667197259879393</c:v>
              </c:pt>
              <c:pt idx="1938">
                <c:v>0.8473363187890902</c:v>
              </c:pt>
              <c:pt idx="1939">
                <c:v>0.9152376554516786</c:v>
              </c:pt>
              <c:pt idx="1940">
                <c:v>0.9226808878706876</c:v>
              </c:pt>
              <c:pt idx="1941">
                <c:v>0.9135683992735956</c:v>
              </c:pt>
              <c:pt idx="1942">
                <c:v>0.9184129375404575</c:v>
              </c:pt>
              <c:pt idx="1943">
                <c:v>0.8975706171581712</c:v>
              </c:pt>
              <c:pt idx="1944">
                <c:v>0.9814027980795937</c:v>
              </c:pt>
              <c:pt idx="1945">
                <c:v>0.9661313354990192</c:v>
              </c:pt>
              <c:pt idx="1946">
                <c:v>0.9781605396939802</c:v>
              </c:pt>
              <c:pt idx="1947">
                <c:v>0.9551869584804104</c:v>
              </c:pt>
              <c:pt idx="1948">
                <c:v>0.9531180789784898</c:v>
              </c:pt>
              <c:pt idx="1949">
                <c:v>0.952395571160568</c:v>
              </c:pt>
              <c:pt idx="1950">
                <c:v>0.9425187636739941</c:v>
              </c:pt>
              <c:pt idx="1951">
                <c:v>0.9468891953644163</c:v>
              </c:pt>
              <c:pt idx="1952">
                <c:v>0.9563319405688517</c:v>
              </c:pt>
              <c:pt idx="1953">
                <c:v>0.9613367103096382</c:v>
              </c:pt>
              <c:pt idx="1954">
                <c:v>0.6481915963796369</c:v>
              </c:pt>
              <c:pt idx="1955">
                <c:v>0.9134082347503142</c:v>
              </c:pt>
              <c:pt idx="1956">
                <c:v>0.8975348426827069</c:v>
              </c:pt>
              <c:pt idx="1957">
                <c:v>0.932490431319079</c:v>
              </c:pt>
              <c:pt idx="1958">
                <c:v>0.9273933027192273</c:v>
              </c:pt>
              <c:pt idx="1959">
                <c:v>0.9314273359085138</c:v>
              </c:pt>
              <c:pt idx="1960">
                <c:v>0.966137982686706</c:v>
              </c:pt>
              <c:pt idx="1961">
                <c:v>0.9185840738882117</c:v>
              </c:pt>
              <c:pt idx="1962">
                <c:v>0.9252410235893709</c:v>
              </c:pt>
              <c:pt idx="1963">
                <c:v>0.9057878469708893</c:v>
              </c:pt>
              <c:pt idx="1964">
                <c:v>0.9031380100257547</c:v>
              </c:pt>
              <c:pt idx="1965">
                <c:v>0.92261443093796</c:v>
              </c:pt>
              <c:pt idx="1966">
                <c:v>0.8746070740023004</c:v>
              </c:pt>
              <c:pt idx="1967">
                <c:v>0.8783887048640838</c:v>
              </c:pt>
              <c:pt idx="1968">
                <c:v>0.9401849553020563</c:v>
              </c:pt>
              <c:pt idx="1969">
                <c:v>0.9318232615303789</c:v>
              </c:pt>
              <c:pt idx="1970">
                <c:v>0.9606500382053627</c:v>
              </c:pt>
              <c:pt idx="1971">
                <c:v>0.9967405799132417</c:v>
              </c:pt>
              <c:pt idx="1972">
                <c:v>0.9977640824962644</c:v>
              </c:pt>
              <c:pt idx="1973">
                <c:v>0.9825115852870989</c:v>
              </c:pt>
              <c:pt idx="1974">
                <c:v>0.9847167686497845</c:v>
              </c:pt>
              <c:pt idx="1975">
                <c:v>0.9841173873276071</c:v>
              </c:pt>
              <c:pt idx="1976">
                <c:v>0.9815273376886393</c:v>
              </c:pt>
              <c:pt idx="1977">
                <c:v>0.9657377194899001</c:v>
              </c:pt>
              <c:pt idx="1978">
                <c:v>0.9305502166172105</c:v>
              </c:pt>
              <c:pt idx="1979">
                <c:v>0.9213351252041583</c:v>
              </c:pt>
              <c:pt idx="1980">
                <c:v>0.9295940810255087</c:v>
              </c:pt>
              <c:pt idx="1981">
                <c:v>0.9676620995701829</c:v>
              </c:pt>
              <c:pt idx="1982">
                <c:v>0.9702709273468207</c:v>
              </c:pt>
              <c:pt idx="1983">
                <c:v>0.9588851954151939</c:v>
              </c:pt>
              <c:pt idx="1984">
                <c:v>0.8834006146716193</c:v>
              </c:pt>
              <c:pt idx="1985">
                <c:v>1.0377356989077486</c:v>
              </c:pt>
              <c:pt idx="1986">
                <c:v>1.0455770233913126</c:v>
              </c:pt>
              <c:pt idx="1987">
                <c:v>1.0350783099314491</c:v>
              </c:pt>
              <c:pt idx="1988">
                <c:v>0.9826924904271683</c:v>
              </c:pt>
              <c:pt idx="1989">
                <c:v>0.9791449454417624</c:v>
              </c:pt>
              <c:pt idx="1990">
                <c:v>0.9655740208002654</c:v>
              </c:pt>
              <c:pt idx="1991">
                <c:v>0.9385630311273848</c:v>
              </c:pt>
              <c:pt idx="1992">
                <c:v>0.9322799214874875</c:v>
              </c:pt>
              <c:pt idx="1993">
                <c:v>0.9428184797434684</c:v>
              </c:pt>
              <c:pt idx="1994">
                <c:v>0.9590066833325909</c:v>
              </c:pt>
              <c:pt idx="1995">
                <c:v>0.962953581175692</c:v>
              </c:pt>
              <c:pt idx="1996">
                <c:v>0.9788369827025136</c:v>
              </c:pt>
              <c:pt idx="1997">
                <c:v>0.9715800565343513</c:v>
              </c:pt>
              <c:pt idx="1998">
                <c:v>1.008698680203315</c:v>
              </c:pt>
              <c:pt idx="1999">
                <c:v>0.9632980726184822</c:v>
              </c:pt>
              <c:pt idx="2000">
                <c:v>0.7947750026337732</c:v>
              </c:pt>
              <c:pt idx="2001">
                <c:v>0.795345885759146</c:v>
              </c:pt>
              <c:pt idx="2002">
                <c:v>0.7992255509767227</c:v>
              </c:pt>
              <c:pt idx="2003">
                <c:v>1.0543592934882657</c:v>
              </c:pt>
              <c:pt idx="2004">
                <c:v>0.9055848937023275</c:v>
              </c:pt>
              <c:pt idx="2005">
                <c:v>0.899631843426319</c:v>
              </c:pt>
              <c:pt idx="2006">
                <c:v>0.9103837084319658</c:v>
              </c:pt>
              <c:pt idx="2007">
                <c:v>0.9330426622118665</c:v>
              </c:pt>
              <c:pt idx="2008">
                <c:v>0.9346922687454597</c:v>
              </c:pt>
              <c:pt idx="2009">
                <c:v>0.9346294779502428</c:v>
              </c:pt>
              <c:pt idx="2010">
                <c:v>0.8955869576488389</c:v>
              </c:pt>
              <c:pt idx="2011">
                <c:v>0.8797628047619358</c:v>
              </c:pt>
              <c:pt idx="2012">
                <c:v>1.0022894528332489</c:v>
              </c:pt>
              <c:pt idx="2013">
                <c:v>0.99788911329799</c:v>
              </c:pt>
              <c:pt idx="2014">
                <c:v>0.9795978054448463</c:v>
              </c:pt>
              <c:pt idx="2015">
                <c:v>0.6383177675855525</c:v>
              </c:pt>
              <c:pt idx="2016">
                <c:v>0.8996300689573358</c:v>
              </c:pt>
              <c:pt idx="2017">
                <c:v>1.0251757526432934</c:v>
              </c:pt>
              <c:pt idx="2018">
                <c:v>0.9059307176513971</c:v>
              </c:pt>
              <c:pt idx="2019">
                <c:v>0.9389067975184427</c:v>
              </c:pt>
              <c:pt idx="2020">
                <c:v>0.9355930463529715</c:v>
              </c:pt>
              <c:pt idx="2021">
                <c:v>0.9358244624991129</c:v>
              </c:pt>
              <c:pt idx="2022">
                <c:v>0.9261103743237202</c:v>
              </c:pt>
              <c:pt idx="2023">
                <c:v>0.9344989000253777</c:v>
              </c:pt>
              <c:pt idx="2024">
                <c:v>0.9235114705806203</c:v>
              </c:pt>
              <c:pt idx="2025">
                <c:v>0.9199550108525271</c:v>
              </c:pt>
              <c:pt idx="2026">
                <c:v>0.917394348727252</c:v>
              </c:pt>
              <c:pt idx="2027">
                <c:v>0.9283515734430846</c:v>
              </c:pt>
              <c:pt idx="2028">
                <c:v>1.027649495899564</c:v>
              </c:pt>
              <c:pt idx="2029">
                <c:v>1.0277294691430996</c:v>
              </c:pt>
              <c:pt idx="2030">
                <c:v>1.0279153137922197</c:v>
              </c:pt>
              <c:pt idx="2031">
                <c:v>1.0071736195220118</c:v>
              </c:pt>
              <c:pt idx="2032">
                <c:v>1.0055736340852706</c:v>
              </c:pt>
              <c:pt idx="2033">
                <c:v>1.006056600870187</c:v>
              </c:pt>
              <c:pt idx="2034">
                <c:v>0.9968829814280423</c:v>
              </c:pt>
              <c:pt idx="2035">
                <c:v>0.8997595551723726</c:v>
              </c:pt>
              <c:pt idx="2036">
                <c:v>0.9609633110346507</c:v>
              </c:pt>
              <c:pt idx="2037">
                <c:v>0.9446260555935799</c:v>
              </c:pt>
              <c:pt idx="2038">
                <c:v>1.0128543494221454</c:v>
              </c:pt>
              <c:pt idx="2039">
                <c:v>1.0094113638247633</c:v>
              </c:pt>
              <c:pt idx="2040">
                <c:v>1.0004886911881883</c:v>
              </c:pt>
              <c:pt idx="2041">
                <c:v>0.9970646332009446</c:v>
              </c:pt>
              <c:pt idx="2042">
                <c:v>0.996004033825983</c:v>
              </c:pt>
              <c:pt idx="2043">
                <c:v>0.9868198734779028</c:v>
              </c:pt>
              <c:pt idx="2044">
                <c:v>0.9900469287791263</c:v>
              </c:pt>
              <c:pt idx="2045">
                <c:v>0.9450900391948341</c:v>
              </c:pt>
              <c:pt idx="2046">
                <c:v>0.934138002681192</c:v>
              </c:pt>
              <c:pt idx="2047">
                <c:v>0.9438422153702524</c:v>
              </c:pt>
              <c:pt idx="2048">
                <c:v>1.0284371048547447</c:v>
              </c:pt>
              <c:pt idx="2049">
                <c:v>0.9362029366112693</c:v>
              </c:pt>
              <c:pt idx="2050">
                <c:v>0.9474636346652603</c:v>
              </c:pt>
              <c:pt idx="2051">
                <c:v>0.946878826124958</c:v>
              </c:pt>
              <c:pt idx="2052">
                <c:v>0.9548670821324295</c:v>
              </c:pt>
              <c:pt idx="2053">
                <c:v>0.9575050173039462</c:v>
              </c:pt>
              <c:pt idx="2054">
                <c:v>0.9604246578871467</c:v>
              </c:pt>
              <c:pt idx="2055">
                <c:v>0.9541616378620451</c:v>
              </c:pt>
              <c:pt idx="2056">
                <c:v>0.9612649416352977</c:v>
              </c:pt>
              <c:pt idx="2057">
                <c:v>0.9788156886376959</c:v>
              </c:pt>
              <c:pt idx="2058">
                <c:v>0.9506938550338452</c:v>
              </c:pt>
              <c:pt idx="2059">
                <c:v>0.9578834769773866</c:v>
              </c:pt>
              <c:pt idx="2060">
                <c:v>0.6737309872563603</c:v>
              </c:pt>
              <c:pt idx="2061">
                <c:v>0.7192018587057669</c:v>
              </c:pt>
              <c:pt idx="2062">
                <c:v>0.7374729854876135</c:v>
              </c:pt>
              <c:pt idx="2063">
                <c:v>0.8768011759241774</c:v>
              </c:pt>
              <c:pt idx="2064">
                <c:v>0.9394909032693073</c:v>
              </c:pt>
              <c:pt idx="2065">
                <c:v>0.8603418100832977</c:v>
              </c:pt>
              <c:pt idx="2066">
                <c:v>0.867670240092628</c:v>
              </c:pt>
              <c:pt idx="2067">
                <c:v>0.8752060528826584</c:v>
              </c:pt>
              <c:pt idx="2068">
                <c:v>0.748287926465454</c:v>
              </c:pt>
              <c:pt idx="2069">
                <c:v>0.6732775427582065</c:v>
              </c:pt>
              <c:pt idx="2070">
                <c:v>0.9904857864216958</c:v>
              </c:pt>
              <c:pt idx="2071">
                <c:v>0.9732342032333213</c:v>
              </c:pt>
              <c:pt idx="2072">
                <c:v>0.9814143461883195</c:v>
              </c:pt>
              <c:pt idx="2073">
                <c:v>1.0277271927847944</c:v>
              </c:pt>
              <c:pt idx="2074">
                <c:v>1.013499489288988</c:v>
              </c:pt>
              <c:pt idx="2075">
                <c:v>1.0312816536151979</c:v>
              </c:pt>
              <c:pt idx="2076">
                <c:v>1.0333487661240741</c:v>
              </c:pt>
              <c:pt idx="2077">
                <c:v>1.0071820767365858</c:v>
              </c:pt>
              <c:pt idx="2078">
                <c:v>1.0072332701183146</c:v>
              </c:pt>
              <c:pt idx="2079">
                <c:v>1.0072208909520497</c:v>
              </c:pt>
              <c:pt idx="2080">
                <c:v>1.0053126641770376</c:v>
              </c:pt>
              <c:pt idx="2081">
                <c:v>0.9652271715218941</c:v>
              </c:pt>
              <c:pt idx="2082">
                <c:v>0.9658566326199683</c:v>
              </c:pt>
              <c:pt idx="2083">
                <c:v>0.7883277818203809</c:v>
              </c:pt>
              <c:pt idx="2084">
                <c:v>0.6019753432562183</c:v>
              </c:pt>
              <c:pt idx="2085">
                <c:v>0.35179879803911407</c:v>
              </c:pt>
              <c:pt idx="2086">
                <c:v>0.3483636041111439</c:v>
              </c:pt>
              <c:pt idx="2087">
                <c:v>0.14827492999128672</c:v>
              </c:pt>
              <c:pt idx="2088">
                <c:v>0.6913050233091753</c:v>
              </c:pt>
              <c:pt idx="2089">
                <c:v>0.690781297202671</c:v>
              </c:pt>
              <c:pt idx="2090">
                <c:v>0.6618759816465498</c:v>
              </c:pt>
              <c:pt idx="2091">
                <c:v>0.5428085204292675</c:v>
              </c:pt>
              <c:pt idx="2092">
                <c:v>0.9270469023476019</c:v>
              </c:pt>
              <c:pt idx="2093">
                <c:v>0.9375390888574752</c:v>
              </c:pt>
              <c:pt idx="2094">
                <c:v>0.9465130425069912</c:v>
              </c:pt>
              <c:pt idx="2095">
                <c:v>0.9275440040255514</c:v>
              </c:pt>
              <c:pt idx="2096">
                <c:v>1.010926923007026</c:v>
              </c:pt>
              <c:pt idx="2097">
                <c:v>1.004349671069515</c:v>
              </c:pt>
              <c:pt idx="2098">
                <c:v>1.010135276174898</c:v>
              </c:pt>
              <c:pt idx="2099">
                <c:v>1.0104468764130388</c:v>
              </c:pt>
              <c:pt idx="2100">
                <c:v>0.9422460745421041</c:v>
              </c:pt>
              <c:pt idx="2101">
                <c:v>0.9396298982128735</c:v>
              </c:pt>
              <c:pt idx="2102">
                <c:v>0.9405656525176929</c:v>
              </c:pt>
              <c:pt idx="2103">
                <c:v>0.7519284133584686</c:v>
              </c:pt>
              <c:pt idx="2104">
                <c:v>0.9462869257161669</c:v>
              </c:pt>
              <c:pt idx="2105">
                <c:v>0.8680051607568722</c:v>
              </c:pt>
              <c:pt idx="2106">
                <c:v>0.9336930254341835</c:v>
              </c:pt>
              <c:pt idx="2107">
                <c:v>0.9578004961911984</c:v>
              </c:pt>
              <c:pt idx="2108">
                <c:v>1.001020427383322</c:v>
              </c:pt>
              <c:pt idx="2109">
                <c:v>1.0053014497093502</c:v>
              </c:pt>
              <c:pt idx="2110">
                <c:v>0.5056153524531073</c:v>
              </c:pt>
              <c:pt idx="2111">
                <c:v>0.5099069072455324</c:v>
              </c:pt>
              <c:pt idx="2112">
                <c:v>0.4135467439638894</c:v>
              </c:pt>
              <c:pt idx="2113">
                <c:v>0.2593353099602419</c:v>
              </c:pt>
              <c:pt idx="2114">
                <c:v>0.7051235756499155</c:v>
              </c:pt>
              <c:pt idx="2115">
                <c:v>0.6246361275580937</c:v>
              </c:pt>
              <c:pt idx="2116">
                <c:v>0.7065576414411701</c:v>
              </c:pt>
              <c:pt idx="2117">
                <c:v>0.9649348069403046</c:v>
              </c:pt>
              <c:pt idx="2118">
                <c:v>0.9592662741068703</c:v>
              </c:pt>
              <c:pt idx="2119">
                <c:v>0.9822595590623888</c:v>
              </c:pt>
              <c:pt idx="2120">
                <c:v>0.881802691577931</c:v>
              </c:pt>
              <c:pt idx="2121">
                <c:v>0.9000266944836867</c:v>
              </c:pt>
              <c:pt idx="2122">
                <c:v>0.7112326116812125</c:v>
              </c:pt>
              <c:pt idx="2123">
                <c:v>0.7954076585286087</c:v>
              </c:pt>
              <c:pt idx="2124">
                <c:v>1.018992887037734</c:v>
              </c:pt>
              <c:pt idx="2125">
                <c:v>0.8612328444613194</c:v>
              </c:pt>
              <c:pt idx="2126">
                <c:v>0.75508433277761</c:v>
              </c:pt>
              <c:pt idx="2127">
                <c:v>0.7601832311140194</c:v>
              </c:pt>
              <c:pt idx="2128">
                <c:v>0.8812569880153971</c:v>
              </c:pt>
              <c:pt idx="2129">
                <c:v>0.8797979958511758</c:v>
              </c:pt>
              <c:pt idx="2130">
                <c:v>0.8790577618030753</c:v>
              </c:pt>
              <c:pt idx="2131">
                <c:v>0.8793136440687249</c:v>
              </c:pt>
              <c:pt idx="2132">
                <c:v>0.7968318901473519</c:v>
              </c:pt>
              <c:pt idx="2133">
                <c:v>0.8052355874551933</c:v>
              </c:pt>
              <c:pt idx="2134">
                <c:v>0.9204617894762264</c:v>
              </c:pt>
              <c:pt idx="2135">
                <c:v>0.6527901753410206</c:v>
              </c:pt>
              <c:pt idx="2136">
                <c:v>0.783718730194447</c:v>
              </c:pt>
              <c:pt idx="2137">
                <c:v>0.8381311876945421</c:v>
              </c:pt>
              <c:pt idx="2138">
                <c:v>0.8052835208203569</c:v>
              </c:pt>
              <c:pt idx="2139">
                <c:v>0.8028979536366921</c:v>
              </c:pt>
              <c:pt idx="2140">
                <c:v>0.8179162809353185</c:v>
              </c:pt>
              <c:pt idx="2141">
                <c:v>0.8148288146095815</c:v>
              </c:pt>
              <c:pt idx="2142">
                <c:v>0.9517454136022223</c:v>
              </c:pt>
              <c:pt idx="2143">
                <c:v>0.9158471876885219</c:v>
              </c:pt>
              <c:pt idx="2144">
                <c:v>0.9636026535715957</c:v>
              </c:pt>
              <c:pt idx="2145">
                <c:v>0.9720250148374693</c:v>
              </c:pt>
              <c:pt idx="2146">
                <c:v>0.9541107133278136</c:v>
              </c:pt>
              <c:pt idx="2147">
                <c:v>0.9381065798688003</c:v>
              </c:pt>
              <c:pt idx="2148">
                <c:v>0.9433464158476113</c:v>
              </c:pt>
              <c:pt idx="2149">
                <c:v>0.9446278168518886</c:v>
              </c:pt>
              <c:pt idx="2150">
                <c:v>0.9110442700875913</c:v>
              </c:pt>
              <c:pt idx="2151">
                <c:v>0.9140691382613297</c:v>
              </c:pt>
              <c:pt idx="2152">
                <c:v>1.063504810983054</c:v>
              </c:pt>
              <c:pt idx="2153">
                <c:v>1.0578566227998598</c:v>
              </c:pt>
              <c:pt idx="2154">
                <c:v>1.0631307619574089</c:v>
              </c:pt>
              <c:pt idx="2155">
                <c:v>0.9521755360126237</c:v>
              </c:pt>
              <c:pt idx="2156">
                <c:v>0.9592926829907181</c:v>
              </c:pt>
              <c:pt idx="2157">
                <c:v>0.9206184912711897</c:v>
              </c:pt>
              <c:pt idx="2158">
                <c:v>0.9138979244744607</c:v>
              </c:pt>
              <c:pt idx="2159">
                <c:v>1.0075959564778603</c:v>
              </c:pt>
              <c:pt idx="2160">
                <c:v>1.0085445602565557</c:v>
              </c:pt>
              <c:pt idx="2161">
                <c:v>0.9322285478752109</c:v>
              </c:pt>
              <c:pt idx="2162">
                <c:v>0.9364994183535305</c:v>
              </c:pt>
              <c:pt idx="2163">
                <c:v>0.9606265232701129</c:v>
              </c:pt>
              <c:pt idx="2164">
                <c:v>1.0069305624586797</c:v>
              </c:pt>
              <c:pt idx="2165">
                <c:v>0.8570894195064321</c:v>
              </c:pt>
              <c:pt idx="2166">
                <c:v>0.8914732402075972</c:v>
              </c:pt>
              <c:pt idx="2167">
                <c:v>0.8876892590882071</c:v>
              </c:pt>
              <c:pt idx="2168">
                <c:v>0.9481083904077577</c:v>
              </c:pt>
              <c:pt idx="2169">
                <c:v>0.9383156348243709</c:v>
              </c:pt>
              <c:pt idx="2170">
                <c:v>0.9330762589118414</c:v>
              </c:pt>
              <c:pt idx="2171">
                <c:v>0.9826589950947024</c:v>
              </c:pt>
              <c:pt idx="2172">
                <c:v>0.9950525158100729</c:v>
              </c:pt>
              <c:pt idx="2173">
                <c:v>0.990187687269362</c:v>
              </c:pt>
              <c:pt idx="2174">
                <c:v>0.7708815814937235</c:v>
              </c:pt>
              <c:pt idx="2175">
                <c:v>0.8206627879801462</c:v>
              </c:pt>
              <c:pt idx="2176">
                <c:v>0.787706187154075</c:v>
              </c:pt>
              <c:pt idx="2177">
                <c:v>0.7818625016292324</c:v>
              </c:pt>
              <c:pt idx="2178">
                <c:v>0.7993125216677212</c:v>
              </c:pt>
              <c:pt idx="2179">
                <c:v>0.9687405020187431</c:v>
              </c:pt>
              <c:pt idx="2180">
                <c:v>0.980819026677515</c:v>
              </c:pt>
              <c:pt idx="2181">
                <c:v>0.9602824246860485</c:v>
              </c:pt>
              <c:pt idx="2182">
                <c:v>0.9643969841547534</c:v>
              </c:pt>
              <c:pt idx="2183">
                <c:v>0.9615452147603288</c:v>
              </c:pt>
              <c:pt idx="2184">
                <c:v>0.7391630959563291</c:v>
              </c:pt>
              <c:pt idx="2185">
                <c:v>0.7794574778923745</c:v>
              </c:pt>
              <c:pt idx="2186">
                <c:v>0.9393019476735056</c:v>
              </c:pt>
              <c:pt idx="2187">
                <c:v>0.7547481611473608</c:v>
              </c:pt>
              <c:pt idx="2188">
                <c:v>0.7374989788157879</c:v>
              </c:pt>
              <c:pt idx="2189">
                <c:v>0.7549468386302328</c:v>
              </c:pt>
              <c:pt idx="2190">
                <c:v>0.7654992104741549</c:v>
              </c:pt>
              <c:pt idx="2191">
                <c:v>0.9290808021017307</c:v>
              </c:pt>
              <c:pt idx="2192">
                <c:v>1.0040157521865842</c:v>
              </c:pt>
              <c:pt idx="2193">
                <c:v>0.7898841495926244</c:v>
              </c:pt>
              <c:pt idx="2194">
                <c:v>0.9231850897181818</c:v>
              </c:pt>
              <c:pt idx="2195">
                <c:v>0.9257959481702404</c:v>
              </c:pt>
              <c:pt idx="2196">
                <c:v>0.9417927695374617</c:v>
              </c:pt>
              <c:pt idx="2197">
                <c:v>0.8814686861730248</c:v>
              </c:pt>
              <c:pt idx="2198">
                <c:v>0.938680679593458</c:v>
              </c:pt>
              <c:pt idx="2199">
                <c:v>0.9179046324568423</c:v>
              </c:pt>
              <c:pt idx="2200">
                <c:v>0.927590690101891</c:v>
              </c:pt>
              <c:pt idx="2201">
                <c:v>0.9594723487830906</c:v>
              </c:pt>
              <c:pt idx="2202">
                <c:v>0.9821306409422526</c:v>
              </c:pt>
              <c:pt idx="2203">
                <c:v>1.0068008307050673</c:v>
              </c:pt>
              <c:pt idx="2204">
                <c:v>0.9621309889266334</c:v>
              </c:pt>
              <c:pt idx="2205">
                <c:v>0.9456721468471939</c:v>
              </c:pt>
              <c:pt idx="2206">
                <c:v>0.7331616628020655</c:v>
              </c:pt>
              <c:pt idx="2207">
                <c:v>0.6989403437482925</c:v>
              </c:pt>
              <c:pt idx="2208">
                <c:v>0.949123534799561</c:v>
              </c:pt>
              <c:pt idx="2209">
                <c:v>0.8715523870746351</c:v>
              </c:pt>
              <c:pt idx="2210">
                <c:v>0.8446118339435691</c:v>
              </c:pt>
              <c:pt idx="2211">
                <c:v>0.8578254556805863</c:v>
              </c:pt>
              <c:pt idx="2212">
                <c:v>0.8139314611348624</c:v>
              </c:pt>
              <c:pt idx="2213">
                <c:v>0.7968587834312184</c:v>
              </c:pt>
              <c:pt idx="2214">
                <c:v>0.8198394573600455</c:v>
              </c:pt>
              <c:pt idx="2215">
                <c:v>0.336848723670031</c:v>
              </c:pt>
              <c:pt idx="2216">
                <c:v>0.4916099698648241</c:v>
              </c:pt>
              <c:pt idx="2217">
                <c:v>0.8786853451982444</c:v>
              </c:pt>
              <c:pt idx="2218">
                <c:v>0.3775019151145602</c:v>
              </c:pt>
              <c:pt idx="2219">
                <c:v>0.9546861697449468</c:v>
              </c:pt>
              <c:pt idx="2220">
                <c:v>0.9539898244966881</c:v>
              </c:pt>
              <c:pt idx="2221">
                <c:v>0.9525382566408803</c:v>
              </c:pt>
              <c:pt idx="2222">
                <c:v>0.9687100065507548</c:v>
              </c:pt>
              <c:pt idx="2223">
                <c:v>0.8847018441037962</c:v>
              </c:pt>
              <c:pt idx="2224">
                <c:v>0.8972689489102361</c:v>
              </c:pt>
              <c:pt idx="2225">
                <c:v>0.8936096153501717</c:v>
              </c:pt>
              <c:pt idx="2226">
                <c:v>0.8902257660018557</c:v>
              </c:pt>
              <c:pt idx="2227">
                <c:v>0.5844304917402697</c:v>
              </c:pt>
              <c:pt idx="2228">
                <c:v>0.8825709041021677</c:v>
              </c:pt>
              <c:pt idx="2229">
                <c:v>0.8905642126092826</c:v>
              </c:pt>
              <c:pt idx="2230">
                <c:v>0.8912997269978947</c:v>
              </c:pt>
              <c:pt idx="2231">
                <c:v>0.8336473803856439</c:v>
              </c:pt>
              <c:pt idx="2232">
                <c:v>0.83665518978365</c:v>
              </c:pt>
              <c:pt idx="2233">
                <c:v>0.8226982218484808</c:v>
              </c:pt>
              <c:pt idx="2234">
                <c:v>0.870521899622557</c:v>
              </c:pt>
              <c:pt idx="2235">
                <c:v>0.9377651355955104</c:v>
              </c:pt>
              <c:pt idx="2236">
                <c:v>0.9383468327774007</c:v>
              </c:pt>
              <c:pt idx="2237">
                <c:v>0.8543977823879841</c:v>
              </c:pt>
              <c:pt idx="2238">
                <c:v>0.9688853185467674</c:v>
              </c:pt>
              <c:pt idx="2239">
                <c:v>0.9687378420261044</c:v>
              </c:pt>
              <c:pt idx="2240">
                <c:v>0.9454411806761246</c:v>
              </c:pt>
              <c:pt idx="2241">
                <c:v>0.9444327030400493</c:v>
              </c:pt>
              <c:pt idx="2242">
                <c:v>0.6722143184153458</c:v>
              </c:pt>
              <c:pt idx="2243">
                <c:v>0.65006383419222</c:v>
              </c:pt>
              <c:pt idx="2244">
                <c:v>1.0420193364532653</c:v>
              </c:pt>
              <c:pt idx="2245">
                <c:v>1.03591078639244</c:v>
              </c:pt>
              <c:pt idx="2246">
                <c:v>0.9589809018470116</c:v>
              </c:pt>
              <c:pt idx="2247">
                <c:v>0.9556640412957855</c:v>
              </c:pt>
              <c:pt idx="2248">
                <c:v>0.9193955774516166</c:v>
              </c:pt>
              <c:pt idx="2249">
                <c:v>0.8950707219504734</c:v>
              </c:pt>
              <c:pt idx="2250">
                <c:v>0.8938620830476502</c:v>
              </c:pt>
              <c:pt idx="2251">
                <c:v>0.9142706352102858</c:v>
              </c:pt>
              <c:pt idx="2252">
                <c:v>0.9146911947048365</c:v>
              </c:pt>
              <c:pt idx="2253">
                <c:v>0.8790832865252546</c:v>
              </c:pt>
              <c:pt idx="2254">
                <c:v>0.8770174252271956</c:v>
              </c:pt>
              <c:pt idx="2255">
                <c:v>0.866553418784459</c:v>
              </c:pt>
              <c:pt idx="2256">
                <c:v>0.8934413828729038</c:v>
              </c:pt>
              <c:pt idx="2257">
                <c:v>0.8864368675701495</c:v>
              </c:pt>
              <c:pt idx="2258">
                <c:v>0.9836168809716755</c:v>
              </c:pt>
              <c:pt idx="2259">
                <c:v>0.9816675891734962</c:v>
              </c:pt>
              <c:pt idx="2260">
                <c:v>0.8629261061880336</c:v>
              </c:pt>
              <c:pt idx="2261">
                <c:v>0.8422348949531011</c:v>
              </c:pt>
              <c:pt idx="2262">
                <c:v>0.8901411349308411</c:v>
              </c:pt>
              <c:pt idx="2263">
                <c:v>0.8928326886247507</c:v>
              </c:pt>
              <c:pt idx="2264">
                <c:v>0.8822141265588174</c:v>
              </c:pt>
              <c:pt idx="2265">
                <c:v>0.9129941850755808</c:v>
              </c:pt>
              <c:pt idx="2266">
                <c:v>0.4855512036816229</c:v>
              </c:pt>
              <c:pt idx="2267">
                <c:v>0.6268185528501844</c:v>
              </c:pt>
              <c:pt idx="2268">
                <c:v>0.6316000039498189</c:v>
              </c:pt>
              <c:pt idx="2269">
                <c:v>0.5858510369013579</c:v>
              </c:pt>
              <c:pt idx="2270">
                <c:v>0.6467646893110779</c:v>
              </c:pt>
              <c:pt idx="2271">
                <c:v>0.648962409525575</c:v>
              </c:pt>
              <c:pt idx="2272">
                <c:v>1.0428233876089497</c:v>
              </c:pt>
              <c:pt idx="2273">
                <c:v>1.0608120931481946</c:v>
              </c:pt>
              <c:pt idx="2274">
                <c:v>0.8962295911014247</c:v>
              </c:pt>
              <c:pt idx="2275">
                <c:v>0.8262723213646735</c:v>
              </c:pt>
              <c:pt idx="2276">
                <c:v>0.8491055493699291</c:v>
              </c:pt>
              <c:pt idx="2277">
                <c:v>0.8239727492501245</c:v>
              </c:pt>
              <c:pt idx="2278">
                <c:v>1.0620190528776674</c:v>
              </c:pt>
              <c:pt idx="2279">
                <c:v>1.043804060818707</c:v>
              </c:pt>
              <c:pt idx="2280">
                <c:v>1.0607686764943367</c:v>
              </c:pt>
              <c:pt idx="2281">
                <c:v>1.0483328704873547</c:v>
              </c:pt>
              <c:pt idx="2282">
                <c:v>0.9391104727246522</c:v>
              </c:pt>
              <c:pt idx="2283">
                <c:v>0.9889158978157276</c:v>
              </c:pt>
              <c:pt idx="2284">
                <c:v>0.9759707986471008</c:v>
              </c:pt>
              <c:pt idx="2285">
                <c:v>0.9923011081469182</c:v>
              </c:pt>
              <c:pt idx="2286">
                <c:v>0.9183356805582635</c:v>
              </c:pt>
              <c:pt idx="2287">
                <c:v>0.9131070283454257</c:v>
              </c:pt>
              <c:pt idx="2288">
                <c:v>0.9334602375962073</c:v>
              </c:pt>
              <c:pt idx="2289">
                <c:v>0.9070535869008218</c:v>
              </c:pt>
              <c:pt idx="2290">
                <c:v>0.9033946939329348</c:v>
              </c:pt>
              <c:pt idx="2291">
                <c:v>1.0016820343612869</c:v>
              </c:pt>
              <c:pt idx="2292">
                <c:v>0.9215334014068761</c:v>
              </c:pt>
              <c:pt idx="2293">
                <c:v>0.9320106183397794</c:v>
              </c:pt>
              <c:pt idx="2294">
                <c:v>0.91933110541638</c:v>
              </c:pt>
              <c:pt idx="2295">
                <c:v>0.9227690452817567</c:v>
              </c:pt>
              <c:pt idx="2296">
                <c:v>0.8235532393180018</c:v>
              </c:pt>
              <c:pt idx="2297">
                <c:v>0.9946989258045402</c:v>
              </c:pt>
              <c:pt idx="2298">
                <c:v>1.0002145228006294</c:v>
              </c:pt>
              <c:pt idx="2299">
                <c:v>0.7887370157368733</c:v>
              </c:pt>
              <c:pt idx="2300">
                <c:v>0.7852726636673568</c:v>
              </c:pt>
              <c:pt idx="2301">
                <c:v>0.8397736861133157</c:v>
              </c:pt>
              <c:pt idx="2302">
                <c:v>1.012028267638579</c:v>
              </c:pt>
              <c:pt idx="2303">
                <c:v>1.0117610293715498</c:v>
              </c:pt>
              <c:pt idx="2304">
                <c:v>1.0109884957304691</c:v>
              </c:pt>
              <c:pt idx="2305">
                <c:v>0.9784603253467302</c:v>
              </c:pt>
              <c:pt idx="2306">
                <c:v>1.0572491058452547</c:v>
              </c:pt>
              <c:pt idx="2307">
                <c:v>1.040751415232002</c:v>
              </c:pt>
              <c:pt idx="2308">
                <c:v>1.0554897568510542</c:v>
              </c:pt>
              <c:pt idx="2309">
                <c:v>1.0444529525635258</c:v>
              </c:pt>
              <c:pt idx="2310">
                <c:v>0.8705108013998908</c:v>
              </c:pt>
              <c:pt idx="2311">
                <c:v>1.0585149710648902</c:v>
              </c:pt>
              <c:pt idx="2312">
                <c:v>0.7145572733009484</c:v>
              </c:pt>
              <c:pt idx="2313">
                <c:v>0.666408850554948</c:v>
              </c:pt>
              <c:pt idx="2314">
                <c:v>0.7100877742228661</c:v>
              </c:pt>
              <c:pt idx="2315">
                <c:v>0.9349103251145007</c:v>
              </c:pt>
              <c:pt idx="2316">
                <c:v>0.9329277045286648</c:v>
              </c:pt>
              <c:pt idx="2317">
                <c:v>0.8588917310751998</c:v>
              </c:pt>
              <c:pt idx="2318">
                <c:v>0.937809934453549</c:v>
              </c:pt>
              <c:pt idx="2319">
                <c:v>0.9371695372630962</c:v>
              </c:pt>
              <c:pt idx="2320">
                <c:v>1.0115047239029662</c:v>
              </c:pt>
              <c:pt idx="2321">
                <c:v>0.9230958785435586</c:v>
              </c:pt>
              <c:pt idx="2322">
                <c:v>0.930300078581952</c:v>
              </c:pt>
              <c:pt idx="2323">
                <c:v>1.0361424287749215</c:v>
              </c:pt>
              <c:pt idx="2324">
                <c:v>1.014642635708462</c:v>
              </c:pt>
              <c:pt idx="2325">
                <c:v>0.9305801080033261</c:v>
              </c:pt>
              <c:pt idx="2326">
                <c:v>0.8732138823139135</c:v>
              </c:pt>
              <c:pt idx="2327">
                <c:v>0.8974311056722292</c:v>
              </c:pt>
              <c:pt idx="2328">
                <c:v>0.8904960142941941</c:v>
              </c:pt>
              <c:pt idx="2329">
                <c:v>1.0517538551215828</c:v>
              </c:pt>
              <c:pt idx="2330">
                <c:v>0.9229929659134574</c:v>
              </c:pt>
              <c:pt idx="2331">
                <c:v>0.9838058030479686</c:v>
              </c:pt>
              <c:pt idx="2332">
                <c:v>0.9962928240641433</c:v>
              </c:pt>
              <c:pt idx="2333">
                <c:v>0.993751340339285</c:v>
              </c:pt>
              <c:pt idx="2334">
                <c:v>0.9723758825240849</c:v>
              </c:pt>
              <c:pt idx="2335">
                <c:v>0.9268725292137115</c:v>
              </c:pt>
              <c:pt idx="2336">
                <c:v>0.9485742203178966</c:v>
              </c:pt>
              <c:pt idx="2337">
                <c:v>0.9564681922565562</c:v>
              </c:pt>
              <c:pt idx="2338">
                <c:v>0.9312391038441127</c:v>
              </c:pt>
              <c:pt idx="2339">
                <c:v>0.9302005480513836</c:v>
              </c:pt>
              <c:pt idx="2340">
                <c:v>0.9211820383352037</c:v>
              </c:pt>
              <c:pt idx="2341">
                <c:v>1.0068021346277696</c:v>
              </c:pt>
              <c:pt idx="2342">
                <c:v>0.8955161383894139</c:v>
              </c:pt>
              <c:pt idx="2343">
                <c:v>0.9818805474688893</c:v>
              </c:pt>
              <c:pt idx="2344">
                <c:v>0.9713057987448998</c:v>
              </c:pt>
              <c:pt idx="2345">
                <c:v>0.9598389785739078</c:v>
              </c:pt>
              <c:pt idx="2346">
                <c:v>0.9608583353845547</c:v>
              </c:pt>
              <c:pt idx="2347">
                <c:v>0.9461389609021094</c:v>
              </c:pt>
              <c:pt idx="2348">
                <c:v>0.8778182463184195</c:v>
              </c:pt>
              <c:pt idx="2349">
                <c:v>0.8639106946532015</c:v>
              </c:pt>
              <c:pt idx="2350">
                <c:v>1.0003032289519198</c:v>
              </c:pt>
              <c:pt idx="2351">
                <c:v>0.9856349297306869</c:v>
              </c:pt>
              <c:pt idx="2352">
                <c:v>0.9864676638975147</c:v>
              </c:pt>
              <c:pt idx="2353">
                <c:v>0.980827438216253</c:v>
              </c:pt>
              <c:pt idx="2354">
                <c:v>0.9762837471616852</c:v>
              </c:pt>
              <c:pt idx="2355">
                <c:v>0.9742836706187356</c:v>
              </c:pt>
              <c:pt idx="2356">
                <c:v>1.043685977313704</c:v>
              </c:pt>
              <c:pt idx="2357">
                <c:v>1.0498473031761577</c:v>
              </c:pt>
              <c:pt idx="2358">
                <c:v>0.9594399448527255</c:v>
              </c:pt>
              <c:pt idx="2359">
                <c:v>0.9828698881517196</c:v>
              </c:pt>
              <c:pt idx="2360">
                <c:v>0.9854286772595529</c:v>
              </c:pt>
              <c:pt idx="2361">
                <c:v>0.9926124865090802</c:v>
              </c:pt>
              <c:pt idx="2362">
                <c:v>1.0047308775065504</c:v>
              </c:pt>
              <c:pt idx="2363">
                <c:v>1.0022244027947482</c:v>
              </c:pt>
              <c:pt idx="2364">
                <c:v>1.0094950356223658</c:v>
              </c:pt>
              <c:pt idx="2365">
                <c:v>0.9797256534449699</c:v>
              </c:pt>
              <c:pt idx="2366">
                <c:v>0.9664069935553005</c:v>
              </c:pt>
              <c:pt idx="2367">
                <c:v>0.9727211172380328</c:v>
              </c:pt>
              <c:pt idx="2368">
                <c:v>1.0135083009629346</c:v>
              </c:pt>
              <c:pt idx="2369">
                <c:v>1.0249247436369213</c:v>
              </c:pt>
              <c:pt idx="2370">
                <c:v>0.7836954813069137</c:v>
              </c:pt>
              <c:pt idx="2371">
                <c:v>1.0083653301125475</c:v>
              </c:pt>
              <c:pt idx="2372">
                <c:v>1.0249650707757643</c:v>
              </c:pt>
              <c:pt idx="2373">
                <c:v>1.0284678234652902</c:v>
              </c:pt>
              <c:pt idx="2374">
                <c:v>1.0257263289505487</c:v>
              </c:pt>
              <c:pt idx="2375">
                <c:v>0.966457727459768</c:v>
              </c:pt>
              <c:pt idx="2376">
                <c:v>0.9131797734023986</c:v>
              </c:pt>
              <c:pt idx="2377">
                <c:v>0.9080306206864264</c:v>
              </c:pt>
              <c:pt idx="2378">
                <c:v>0.9098649420463332</c:v>
              </c:pt>
              <c:pt idx="2379">
                <c:v>0.9081481808933441</c:v>
              </c:pt>
              <c:pt idx="2380">
                <c:v>0.9156160849871946</c:v>
              </c:pt>
              <c:pt idx="2381">
                <c:v>0.9174322809801717</c:v>
              </c:pt>
              <c:pt idx="2382">
                <c:v>0.911272077516963</c:v>
              </c:pt>
              <c:pt idx="2383">
                <c:v>0.9475138335946266</c:v>
              </c:pt>
              <c:pt idx="2384">
                <c:v>0.948363091954194</c:v>
              </c:pt>
              <c:pt idx="2385">
                <c:v>0.9417333158200585</c:v>
              </c:pt>
              <c:pt idx="2386">
                <c:v>0.9259649283839808</c:v>
              </c:pt>
              <c:pt idx="2387">
                <c:v>0.9515437272008604</c:v>
              </c:pt>
              <c:pt idx="2388">
                <c:v>0.9354170116493221</c:v>
              </c:pt>
              <c:pt idx="2389">
                <c:v>0.9072581040226738</c:v>
              </c:pt>
              <c:pt idx="2390">
                <c:v>0.9342043196294298</c:v>
              </c:pt>
              <c:pt idx="2391">
                <c:v>0.8237278566569242</c:v>
              </c:pt>
              <c:pt idx="2392">
                <c:v>0.8235317784592052</c:v>
              </c:pt>
              <c:pt idx="2393">
                <c:v>0.8249653620605861</c:v>
              </c:pt>
              <c:pt idx="2394">
                <c:v>0.9875758385441948</c:v>
              </c:pt>
              <c:pt idx="2395">
                <c:v>0.9909704133098816</c:v>
              </c:pt>
              <c:pt idx="2396">
                <c:v>0.7530959165333625</c:v>
              </c:pt>
              <c:pt idx="2397">
                <c:v>0.9672117391946379</c:v>
              </c:pt>
              <c:pt idx="2398">
                <c:v>0.9679591830210027</c:v>
              </c:pt>
              <c:pt idx="2399">
                <c:v>0.9601186327296879</c:v>
              </c:pt>
              <c:pt idx="2400">
                <c:v>1.0315989259755005</c:v>
              </c:pt>
              <c:pt idx="2401">
                <c:v>0.9076517814552407</c:v>
              </c:pt>
              <c:pt idx="2402">
                <c:v>1.0062568049349117</c:v>
              </c:pt>
              <c:pt idx="2403">
                <c:v>0.942269540984876</c:v>
              </c:pt>
              <c:pt idx="2404">
                <c:v>0.893425756642325</c:v>
              </c:pt>
              <c:pt idx="2405">
                <c:v>0.8949269534310067</c:v>
              </c:pt>
              <c:pt idx="2406">
                <c:v>0.21332358646938868</c:v>
              </c:pt>
              <c:pt idx="2407">
                <c:v>0.08656922308393378</c:v>
              </c:pt>
              <c:pt idx="2408">
                <c:v>0.682335306559607</c:v>
              </c:pt>
              <c:pt idx="2409">
                <c:v>0.6587211382479059</c:v>
              </c:pt>
              <c:pt idx="2410">
                <c:v>1.0038943673423646</c:v>
              </c:pt>
              <c:pt idx="2411">
                <c:v>1.0114674396062802</c:v>
              </c:pt>
              <c:pt idx="2412">
                <c:v>1.0072429427725806</c:v>
              </c:pt>
              <c:pt idx="2413">
                <c:v>0.7154490354776998</c:v>
              </c:pt>
              <c:pt idx="2414">
                <c:v>0.9913191170889049</c:v>
              </c:pt>
              <c:pt idx="2415">
                <c:v>0.9957524338875013</c:v>
              </c:pt>
              <c:pt idx="2416">
                <c:v>0.9688279066052805</c:v>
              </c:pt>
              <c:pt idx="2417">
                <c:v>0.9710014648713097</c:v>
              </c:pt>
              <c:pt idx="2418">
                <c:v>0.9541908120909017</c:v>
              </c:pt>
              <c:pt idx="2419">
                <c:v>1.0303667415551283</c:v>
              </c:pt>
              <c:pt idx="2420">
                <c:v>0.8671594533234201</c:v>
              </c:pt>
              <c:pt idx="2421">
                <c:v>0.9145063987789425</c:v>
              </c:pt>
              <c:pt idx="2422">
                <c:v>0.8920572459659589</c:v>
              </c:pt>
              <c:pt idx="2423">
                <c:v>0.7712676335889327</c:v>
              </c:pt>
              <c:pt idx="2424">
                <c:v>0.7596523342085065</c:v>
              </c:pt>
              <c:pt idx="2425">
                <c:v>0.7563563954726537</c:v>
              </c:pt>
              <c:pt idx="2426">
                <c:v>0.9487503567998468</c:v>
              </c:pt>
              <c:pt idx="2427">
                <c:v>0.887885436014367</c:v>
              </c:pt>
              <c:pt idx="2428">
                <c:v>0.8919810154014971</c:v>
              </c:pt>
              <c:pt idx="2429">
                <c:v>0.868783865401034</c:v>
              </c:pt>
              <c:pt idx="2430">
                <c:v>0.9786926708294192</c:v>
              </c:pt>
              <c:pt idx="2431">
                <c:v>1.0585277381545906</c:v>
              </c:pt>
              <c:pt idx="2432">
                <c:v>1.050037579132144</c:v>
              </c:pt>
              <c:pt idx="2433">
                <c:v>1.0637270702245547</c:v>
              </c:pt>
              <c:pt idx="2434">
                <c:v>0.7037412945062719</c:v>
              </c:pt>
              <c:pt idx="2435">
                <c:v>0.924839378788729</c:v>
              </c:pt>
              <c:pt idx="2436">
                <c:v>0.9342906571599008</c:v>
              </c:pt>
              <c:pt idx="2437">
                <c:v>0.9619580044528844</c:v>
              </c:pt>
              <c:pt idx="2438">
                <c:v>0.9607064305887076</c:v>
              </c:pt>
              <c:pt idx="2439">
                <c:v>0.9050146078951986</c:v>
              </c:pt>
              <c:pt idx="2440">
                <c:v>0.8910124700898291</c:v>
              </c:pt>
              <c:pt idx="2441">
                <c:v>1.0419085192403923</c:v>
              </c:pt>
              <c:pt idx="2442">
                <c:v>0.9304247635039736</c:v>
              </c:pt>
              <c:pt idx="2443">
                <c:v>1.0089946968043177</c:v>
              </c:pt>
              <c:pt idx="2444">
                <c:v>0.6848682113097765</c:v>
              </c:pt>
              <c:pt idx="2445">
                <c:v>0.6912071736694055</c:v>
              </c:pt>
              <c:pt idx="2446">
                <c:v>0.6791128703896584</c:v>
              </c:pt>
              <c:pt idx="2447">
                <c:v>0.6605687217027041</c:v>
              </c:pt>
              <c:pt idx="2448">
                <c:v>0.6632409047976995</c:v>
              </c:pt>
              <c:pt idx="2449">
                <c:v>0.809382642294831</c:v>
              </c:pt>
              <c:pt idx="2450">
                <c:v>0.8857949179712085</c:v>
              </c:pt>
              <c:pt idx="2451">
                <c:v>1.0598850670755822</c:v>
              </c:pt>
              <c:pt idx="2452">
                <c:v>1.0583158117468554</c:v>
              </c:pt>
              <c:pt idx="2453">
                <c:v>1.0348759410984034</c:v>
              </c:pt>
              <c:pt idx="2454">
                <c:v>0.9589467612592468</c:v>
              </c:pt>
              <c:pt idx="2455">
                <c:v>0.9640532367705088</c:v>
              </c:pt>
              <c:pt idx="2456">
                <c:v>0.89386843443279</c:v>
              </c:pt>
              <c:pt idx="2457">
                <c:v>0.7440287404741572</c:v>
              </c:pt>
              <c:pt idx="2458">
                <c:v>0.7338361715704664</c:v>
              </c:pt>
              <c:pt idx="2459">
                <c:v>1.0202647021332927</c:v>
              </c:pt>
              <c:pt idx="2460">
                <c:v>0.9846238713158101</c:v>
              </c:pt>
              <c:pt idx="2461">
                <c:v>0.9491952029523235</c:v>
              </c:pt>
              <c:pt idx="2462">
                <c:v>0.9481448107824767</c:v>
              </c:pt>
              <c:pt idx="2463">
                <c:v>0.9937472348389911</c:v>
              </c:pt>
              <c:pt idx="2464">
                <c:v>1.0020179183491311</c:v>
              </c:pt>
              <c:pt idx="2465">
                <c:v>0.9651813120076532</c:v>
              </c:pt>
              <c:pt idx="2466">
                <c:v>1.0460126028679027</c:v>
              </c:pt>
              <c:pt idx="2467">
                <c:v>0.7654145275644509</c:v>
              </c:pt>
              <c:pt idx="2468">
                <c:v>0.7107405914749817</c:v>
              </c:pt>
              <c:pt idx="2469">
                <c:v>0.9492740701728457</c:v>
              </c:pt>
              <c:pt idx="2470">
                <c:v>0.9564228083557988</c:v>
              </c:pt>
              <c:pt idx="2471">
                <c:v>0.8865739362917426</c:v>
              </c:pt>
              <c:pt idx="2472">
                <c:v>0.9324093289416048</c:v>
              </c:pt>
              <c:pt idx="2473">
                <c:v>1.0106925135232006</c:v>
              </c:pt>
              <c:pt idx="2474">
                <c:v>1.0217161157985</c:v>
              </c:pt>
              <c:pt idx="2475">
                <c:v>0.7673227730836547</c:v>
              </c:pt>
              <c:pt idx="2476">
                <c:v>1.0266465244556873</c:v>
              </c:pt>
              <c:pt idx="2477">
                <c:v>0.8062743312472902</c:v>
              </c:pt>
              <c:pt idx="2478">
                <c:v>0.9444284315589607</c:v>
              </c:pt>
              <c:pt idx="2479">
                <c:v>0.9441413552520252</c:v>
              </c:pt>
              <c:pt idx="2480">
                <c:v>0.9793376747042893</c:v>
              </c:pt>
              <c:pt idx="2481">
                <c:v>0.9883931014093588</c:v>
              </c:pt>
              <c:pt idx="2482">
                <c:v>0.9769617904573643</c:v>
              </c:pt>
              <c:pt idx="2483">
                <c:v>0.7544533066576934</c:v>
              </c:pt>
              <c:pt idx="2484">
                <c:v>0.9985360474950329</c:v>
              </c:pt>
              <c:pt idx="2485">
                <c:v>0.9709326889809405</c:v>
              </c:pt>
              <c:pt idx="2486">
                <c:v>0.9433471828663439</c:v>
              </c:pt>
              <c:pt idx="2487">
                <c:v>1.0339513051291127</c:v>
              </c:pt>
              <c:pt idx="2488">
                <c:v>0.946704547903158</c:v>
              </c:pt>
              <c:pt idx="2489">
                <c:v>0.7195420731638522</c:v>
              </c:pt>
              <c:pt idx="2490">
                <c:v>0.9730722134516606</c:v>
              </c:pt>
              <c:pt idx="2491">
                <c:v>0.9642479425998605</c:v>
              </c:pt>
              <c:pt idx="2492">
                <c:v>0.825084318295886</c:v>
              </c:pt>
              <c:pt idx="2493">
                <c:v>1.0081812807968</c:v>
              </c:pt>
              <c:pt idx="2494">
                <c:v>1.024839500313188</c:v>
              </c:pt>
              <c:pt idx="2495">
                <c:v>1.0306026388157568</c:v>
              </c:pt>
              <c:pt idx="2496">
                <c:v>1.0111567660315555</c:v>
              </c:pt>
              <c:pt idx="2497">
                <c:v>0.9499918131936615</c:v>
              </c:pt>
              <c:pt idx="2498">
                <c:v>0.8476805888072021</c:v>
              </c:pt>
              <c:pt idx="2499">
                <c:v>0.8057229330170915</c:v>
              </c:pt>
              <c:pt idx="2500">
                <c:v>1.0106816306949187</c:v>
              </c:pt>
              <c:pt idx="2501">
                <c:v>1.0111628366728154</c:v>
              </c:pt>
              <c:pt idx="2502">
                <c:v>1.0109280320819858</c:v>
              </c:pt>
              <c:pt idx="2503">
                <c:v>0.9847654927208647</c:v>
              </c:pt>
              <c:pt idx="2504">
                <c:v>0.9838912998194124</c:v>
              </c:pt>
              <c:pt idx="2505">
                <c:v>0.9838795912805691</c:v>
              </c:pt>
              <c:pt idx="2506">
                <c:v>0.980045407099135</c:v>
              </c:pt>
              <c:pt idx="2507">
                <c:v>0.9848622358925143</c:v>
              </c:pt>
              <c:pt idx="2508">
                <c:v>0.9981851758080336</c:v>
              </c:pt>
              <c:pt idx="2509">
                <c:v>0.9929066962191205</c:v>
              </c:pt>
              <c:pt idx="2510">
                <c:v>0.9928448389690163</c:v>
              </c:pt>
              <c:pt idx="2511">
                <c:v>0.9947028798708974</c:v>
              </c:pt>
              <c:pt idx="2512">
                <c:v>1.0024878107324318</c:v>
              </c:pt>
              <c:pt idx="2513">
                <c:v>0.9164287226912365</c:v>
              </c:pt>
              <c:pt idx="2514">
                <c:v>0.9928461168439626</c:v>
              </c:pt>
              <c:pt idx="2515">
                <c:v>0.983342180269194</c:v>
              </c:pt>
              <c:pt idx="2516">
                <c:v>0.9771323729123409</c:v>
              </c:pt>
              <c:pt idx="2517">
                <c:v>0.9347647190338013</c:v>
              </c:pt>
              <c:pt idx="2518">
                <c:v>0.7543019957920982</c:v>
              </c:pt>
              <c:pt idx="2519">
                <c:v>1.0112782998193044</c:v>
              </c:pt>
              <c:pt idx="2520">
                <c:v>1.027680024156029</c:v>
              </c:pt>
              <c:pt idx="2521">
                <c:v>0.9538032767017854</c:v>
              </c:pt>
              <c:pt idx="2522">
                <c:v>0.963036986367091</c:v>
              </c:pt>
              <c:pt idx="2523">
                <c:v>0.9980557760101303</c:v>
              </c:pt>
              <c:pt idx="2524">
                <c:v>1.009945588880419</c:v>
              </c:pt>
              <c:pt idx="2525">
                <c:v>0.9860018090473596</c:v>
              </c:pt>
              <c:pt idx="2526">
                <c:v>1.042591666656713</c:v>
              </c:pt>
              <c:pt idx="2527">
                <c:v>0.9434675307648168</c:v>
              </c:pt>
              <c:pt idx="2528">
                <c:v>0.9051656492509682</c:v>
              </c:pt>
              <c:pt idx="2529">
                <c:v>0.9016780847693255</c:v>
              </c:pt>
              <c:pt idx="2530">
                <c:v>0.8950218710262359</c:v>
              </c:pt>
              <c:pt idx="2531">
                <c:v>0.7733070600406948</c:v>
              </c:pt>
              <c:pt idx="2532">
                <c:v>0.7696172013640962</c:v>
              </c:pt>
              <c:pt idx="2533">
                <c:v>0.8222077790947372</c:v>
              </c:pt>
              <c:pt idx="2534">
                <c:v>0.6652535440271318</c:v>
              </c:pt>
              <c:pt idx="2535">
                <c:v>0.8712986498482435</c:v>
              </c:pt>
              <c:pt idx="2536">
                <c:v>0.8496345416430788</c:v>
              </c:pt>
              <c:pt idx="2537">
                <c:v>0.9630640264432777</c:v>
              </c:pt>
              <c:pt idx="2538">
                <c:v>0.9742651442737478</c:v>
              </c:pt>
              <c:pt idx="2539">
                <c:v>0.9773983161668083</c:v>
              </c:pt>
              <c:pt idx="2540">
                <c:v>0.9529690529971322</c:v>
              </c:pt>
              <c:pt idx="2541">
                <c:v>0.910540997440266</c:v>
              </c:pt>
              <c:pt idx="2542">
                <c:v>0.8997167834122186</c:v>
              </c:pt>
              <c:pt idx="2543">
                <c:v>0.8880355850781244</c:v>
              </c:pt>
              <c:pt idx="2544">
                <c:v>0.9114941844776369</c:v>
              </c:pt>
              <c:pt idx="2545">
                <c:v>0.7604425694203755</c:v>
              </c:pt>
              <c:pt idx="2546">
                <c:v>0.8913789471375546</c:v>
              </c:pt>
              <c:pt idx="2547">
                <c:v>0.8524491090148998</c:v>
              </c:pt>
              <c:pt idx="2548">
                <c:v>0.8644128487337602</c:v>
              </c:pt>
              <c:pt idx="2549">
                <c:v>1.0083648685618725</c:v>
              </c:pt>
              <c:pt idx="2550">
                <c:v>0.7107974693354799</c:v>
              </c:pt>
              <c:pt idx="2551">
                <c:v>1.0416860151312846</c:v>
              </c:pt>
              <c:pt idx="2552">
                <c:v>1.0279123582308665</c:v>
              </c:pt>
              <c:pt idx="2553">
                <c:v>0.793168250183675</c:v>
              </c:pt>
              <c:pt idx="2554">
                <c:v>0.7210186644217381</c:v>
              </c:pt>
              <c:pt idx="2555">
                <c:v>0.7697690213910875</c:v>
              </c:pt>
              <c:pt idx="2556">
                <c:v>0.30226157588801406</c:v>
              </c:pt>
              <c:pt idx="2557">
                <c:v>0.6434111590050297</c:v>
              </c:pt>
              <c:pt idx="2558">
                <c:v>0.5211039445712147</c:v>
              </c:pt>
              <c:pt idx="2559">
                <c:v>0.8924953710520468</c:v>
              </c:pt>
              <c:pt idx="2560">
                <c:v>0.6365554925696929</c:v>
              </c:pt>
              <c:pt idx="2561">
                <c:v>0.6403482919877312</c:v>
              </c:pt>
              <c:pt idx="2562">
                <c:v>0.6280739250512669</c:v>
              </c:pt>
              <c:pt idx="2563">
                <c:v>0.6531663881207739</c:v>
              </c:pt>
              <c:pt idx="2564">
                <c:v>0.6541644578224267</c:v>
              </c:pt>
              <c:pt idx="2565">
                <c:v>0.9817672087816669</c:v>
              </c:pt>
              <c:pt idx="2566">
                <c:v>0.9647235856010591</c:v>
              </c:pt>
              <c:pt idx="2567">
                <c:v>0.8873730975385684</c:v>
              </c:pt>
              <c:pt idx="2568">
                <c:v>0.8443412615964812</c:v>
              </c:pt>
              <c:pt idx="2569">
                <c:v>0.88292907298276</c:v>
              </c:pt>
              <c:pt idx="2570">
                <c:v>0.8157777105537777</c:v>
              </c:pt>
              <c:pt idx="2571">
                <c:v>0.7682690317827805</c:v>
              </c:pt>
              <c:pt idx="2572">
                <c:v>0.8082638496534457</c:v>
              </c:pt>
              <c:pt idx="2573">
                <c:v>0.8246457550817944</c:v>
              </c:pt>
              <c:pt idx="2574">
                <c:v>0.9747143421505434</c:v>
              </c:pt>
              <c:pt idx="2575">
                <c:v>0.9332476346985943</c:v>
              </c:pt>
              <c:pt idx="2576">
                <c:v>0.9510597615397728</c:v>
              </c:pt>
              <c:pt idx="2577">
                <c:v>0.9249710038216133</c:v>
              </c:pt>
              <c:pt idx="2578">
                <c:v>0.8493094017571204</c:v>
              </c:pt>
              <c:pt idx="2579">
                <c:v>0.9598274348233966</c:v>
              </c:pt>
              <c:pt idx="2580">
                <c:v>0.959142232961861</c:v>
              </c:pt>
              <c:pt idx="2581">
                <c:v>0.9624991181378221</c:v>
              </c:pt>
              <c:pt idx="2582">
                <c:v>0.9596445949002552</c:v>
              </c:pt>
              <c:pt idx="2583">
                <c:v>0.9610350198571516</c:v>
              </c:pt>
              <c:pt idx="2584">
                <c:v>0.8458168673895605</c:v>
              </c:pt>
              <c:pt idx="2585">
                <c:v>0.8439105678797522</c:v>
              </c:pt>
              <c:pt idx="2586">
                <c:v>0.8485891860935261</c:v>
              </c:pt>
              <c:pt idx="2587">
                <c:v>0.975344218209119</c:v>
              </c:pt>
              <c:pt idx="2588">
                <c:v>0.9850088290337541</c:v>
              </c:pt>
              <c:pt idx="2589">
                <c:v>0.9912086257770563</c:v>
              </c:pt>
              <c:pt idx="2590">
                <c:v>0.9703221229925334</c:v>
              </c:pt>
              <c:pt idx="2591">
                <c:v>0.9716055327451605</c:v>
              </c:pt>
              <c:pt idx="2592">
                <c:v>0.9872332447541579</c:v>
              </c:pt>
              <c:pt idx="2593">
                <c:v>0.98640033476122</c:v>
              </c:pt>
              <c:pt idx="2594">
                <c:v>0.9419313630600864</c:v>
              </c:pt>
              <c:pt idx="2595">
                <c:v>0.9015153554728744</c:v>
              </c:pt>
              <c:pt idx="2596">
                <c:v>0.8974839996786055</c:v>
              </c:pt>
              <c:pt idx="2597">
                <c:v>0.908133007657762</c:v>
              </c:pt>
              <c:pt idx="2598">
                <c:v>0.9112671802104344</c:v>
              </c:pt>
              <c:pt idx="2599">
                <c:v>0.9302899442807887</c:v>
              </c:pt>
              <c:pt idx="2600">
                <c:v>0.8964507334802622</c:v>
              </c:pt>
              <c:pt idx="2601">
                <c:v>0.9722104933613791</c:v>
              </c:pt>
              <c:pt idx="2602">
                <c:v>0.9718360252222473</c:v>
              </c:pt>
              <c:pt idx="2603">
                <c:v>0.972044846465647</c:v>
              </c:pt>
              <c:pt idx="2604">
                <c:v>0.9042916745507301</c:v>
              </c:pt>
              <c:pt idx="2605">
                <c:v>0.97806362803202</c:v>
              </c:pt>
              <c:pt idx="2606">
                <c:v>0.978158903783894</c:v>
              </c:pt>
              <c:pt idx="2607">
                <c:v>0.9793379377633541</c:v>
              </c:pt>
              <c:pt idx="2608">
                <c:v>1.0125193336835872</c:v>
              </c:pt>
              <c:pt idx="2609">
                <c:v>1.005168406712709</c:v>
              </c:pt>
              <c:pt idx="2610">
                <c:v>0.9595745477877333</c:v>
              </c:pt>
              <c:pt idx="2611">
                <c:v>0.9525866841406634</c:v>
              </c:pt>
              <c:pt idx="2612">
                <c:v>0.9494744583133217</c:v>
              </c:pt>
              <c:pt idx="2613">
                <c:v>0.8232382359902357</c:v>
              </c:pt>
              <c:pt idx="2614">
                <c:v>0.9433771489667105</c:v>
              </c:pt>
              <c:pt idx="2615">
                <c:v>0.9307371480773206</c:v>
              </c:pt>
              <c:pt idx="2616">
                <c:v>0.8197204943996959</c:v>
              </c:pt>
              <c:pt idx="2617">
                <c:v>0.8057583162032219</c:v>
              </c:pt>
              <c:pt idx="2618">
                <c:v>0.9428011162078709</c:v>
              </c:pt>
              <c:pt idx="2619">
                <c:v>0.9505965307238035</c:v>
              </c:pt>
              <c:pt idx="2620">
                <c:v>0.953155957656391</c:v>
              </c:pt>
              <c:pt idx="2621">
                <c:v>0.9644590390227642</c:v>
              </c:pt>
              <c:pt idx="2622">
                <c:v>0.8053171502712111</c:v>
              </c:pt>
              <c:pt idx="2623">
                <c:v>0.8043210664321688</c:v>
              </c:pt>
              <c:pt idx="2624">
                <c:v>0.9594754389542601</c:v>
              </c:pt>
              <c:pt idx="2625">
                <c:v>0.963465187959525</c:v>
              </c:pt>
              <c:pt idx="2626">
                <c:v>0.6083455297231105</c:v>
              </c:pt>
              <c:pt idx="2627">
                <c:v>0.5749707875689736</c:v>
              </c:pt>
              <c:pt idx="2628">
                <c:v>0.9892433859955103</c:v>
              </c:pt>
              <c:pt idx="2629">
                <c:v>1.0090110079858068</c:v>
              </c:pt>
              <c:pt idx="2630">
                <c:v>1.013940577609889</c:v>
              </c:pt>
              <c:pt idx="2631">
                <c:v>0.9251399737197677</c:v>
              </c:pt>
              <c:pt idx="2632">
                <c:v>0.8276891682600084</c:v>
              </c:pt>
              <c:pt idx="2633">
                <c:v>0.8276475902492422</c:v>
              </c:pt>
              <c:pt idx="2634">
                <c:v>0.6864868398575613</c:v>
              </c:pt>
              <c:pt idx="2635">
                <c:v>0.03519365981041223</c:v>
              </c:pt>
              <c:pt idx="2636">
                <c:v>0.9556284831215011</c:v>
              </c:pt>
              <c:pt idx="2637">
                <c:v>0.9626814557968651</c:v>
              </c:pt>
              <c:pt idx="2638">
                <c:v>0.9691497863651226</c:v>
              </c:pt>
              <c:pt idx="2639">
                <c:v>0.9618793603541795</c:v>
              </c:pt>
              <c:pt idx="2640">
                <c:v>0.9743038237420046</c:v>
              </c:pt>
              <c:pt idx="2641">
                <c:v>0.9641527142273187</c:v>
              </c:pt>
              <c:pt idx="2642">
                <c:v>0.9928890684871275</c:v>
              </c:pt>
              <c:pt idx="2643">
                <c:v>0.9407218612493006</c:v>
              </c:pt>
              <c:pt idx="2644">
                <c:v>0.9604914213628414</c:v>
              </c:pt>
              <c:pt idx="2645">
                <c:v>0.9500971774231904</c:v>
              </c:pt>
              <c:pt idx="2646">
                <c:v>0.9537370672849942</c:v>
              </c:pt>
              <c:pt idx="2647">
                <c:v>0.9755778492893042</c:v>
              </c:pt>
              <c:pt idx="2648">
                <c:v>0.9744421856031592</c:v>
              </c:pt>
              <c:pt idx="2649">
                <c:v>0.9768969110826509</c:v>
              </c:pt>
              <c:pt idx="2650">
                <c:v>0.9775199878664181</c:v>
              </c:pt>
              <c:pt idx="2651">
                <c:v>0.9396381320202795</c:v>
              </c:pt>
              <c:pt idx="2652">
                <c:v>0.93268312347819</c:v>
              </c:pt>
              <c:pt idx="2653">
                <c:v>1.015224294749403</c:v>
              </c:pt>
              <c:pt idx="2654">
                <c:v>1.0219514054887826</c:v>
              </c:pt>
              <c:pt idx="2655">
                <c:v>0.9359206663709501</c:v>
              </c:pt>
              <c:pt idx="2656">
                <c:v>0.965124804594793</c:v>
              </c:pt>
              <c:pt idx="2657">
                <c:v>0.9695128392894964</c:v>
              </c:pt>
              <c:pt idx="2658">
                <c:v>0.9731826137707629</c:v>
              </c:pt>
              <c:pt idx="2659">
                <c:v>0.672984133761115</c:v>
              </c:pt>
              <c:pt idx="2660">
                <c:v>0.9659280950700048</c:v>
              </c:pt>
              <c:pt idx="2661">
                <c:v>0.9671444235624532</c:v>
              </c:pt>
              <c:pt idx="2662">
                <c:v>0.8372037090145353</c:v>
              </c:pt>
              <c:pt idx="2663">
                <c:v>0.8217819460308473</c:v>
              </c:pt>
              <c:pt idx="2664">
                <c:v>0.8206342072661501</c:v>
              </c:pt>
              <c:pt idx="2665">
                <c:v>0.9758893601815782</c:v>
              </c:pt>
              <c:pt idx="2666">
                <c:v>0.9749395937881528</c:v>
              </c:pt>
              <c:pt idx="2667">
                <c:v>1.0114447385204772</c:v>
              </c:pt>
              <c:pt idx="2668">
                <c:v>1.0327733947700783</c:v>
              </c:pt>
              <c:pt idx="2669">
                <c:v>1.0456603106445397</c:v>
              </c:pt>
              <c:pt idx="2670">
                <c:v>1.0432742042508563</c:v>
              </c:pt>
              <c:pt idx="2671">
                <c:v>1.0445920035910767</c:v>
              </c:pt>
              <c:pt idx="2672">
                <c:v>0.8808886519890592</c:v>
              </c:pt>
              <c:pt idx="2673">
                <c:v>0.9760646710676871</c:v>
              </c:pt>
              <c:pt idx="2674">
                <c:v>1.0072006305326842</c:v>
              </c:pt>
              <c:pt idx="2675">
                <c:v>0.9197001580124666</c:v>
              </c:pt>
              <c:pt idx="2676">
                <c:v>0.8568751563059948</c:v>
              </c:pt>
              <c:pt idx="2677">
                <c:v>0.8410057597317216</c:v>
              </c:pt>
              <c:pt idx="2678">
                <c:v>0.9581335814277523</c:v>
              </c:pt>
              <c:pt idx="2679">
                <c:v>0.9461243104016505</c:v>
              </c:pt>
              <c:pt idx="2680">
                <c:v>0.9791457113672942</c:v>
              </c:pt>
              <c:pt idx="2681">
                <c:v>0.9824955239404587</c:v>
              </c:pt>
              <c:pt idx="2682">
                <c:v>0.9186451734089399</c:v>
              </c:pt>
              <c:pt idx="2683">
                <c:v>0.9195958804585752</c:v>
              </c:pt>
              <c:pt idx="2684">
                <c:v>0.9171866698427855</c:v>
              </c:pt>
              <c:pt idx="2685">
                <c:v>0.9199231626310583</c:v>
              </c:pt>
              <c:pt idx="2686">
                <c:v>0.9676122431206401</c:v>
              </c:pt>
              <c:pt idx="2687">
                <c:v>0.970392922439731</c:v>
              </c:pt>
              <c:pt idx="2688">
                <c:v>0.8840226882581681</c:v>
              </c:pt>
              <c:pt idx="2689">
                <c:v>0.69407867812614</c:v>
              </c:pt>
              <c:pt idx="2690">
                <c:v>1.0484874117931733</c:v>
              </c:pt>
              <c:pt idx="2691">
                <c:v>0.9536812054389073</c:v>
              </c:pt>
              <c:pt idx="2692">
                <c:v>0.9583115985689632</c:v>
              </c:pt>
              <c:pt idx="2693">
                <c:v>0.9446530635022272</c:v>
              </c:pt>
              <c:pt idx="2694">
                <c:v>0.9569957447755963</c:v>
              </c:pt>
              <c:pt idx="2695">
                <c:v>0.9700474743951168</c:v>
              </c:pt>
              <c:pt idx="2696">
                <c:v>0.9669024393450283</c:v>
              </c:pt>
              <c:pt idx="2697">
                <c:v>0.9674759690205648</c:v>
              </c:pt>
              <c:pt idx="2698">
                <c:v>0.8616824978455557</c:v>
              </c:pt>
              <c:pt idx="2699">
                <c:v>0.8600123294596691</c:v>
              </c:pt>
              <c:pt idx="2700">
                <c:v>0.9647698977280621</c:v>
              </c:pt>
              <c:pt idx="2701">
                <c:v>0.9690371816616445</c:v>
              </c:pt>
              <c:pt idx="2702">
                <c:v>0.9637494701435562</c:v>
              </c:pt>
              <c:pt idx="2703">
                <c:v>0.9654694753003102</c:v>
              </c:pt>
              <c:pt idx="2704">
                <c:v>0.9553393431509161</c:v>
              </c:pt>
              <c:pt idx="2705">
                <c:v>0.9464757325824688</c:v>
              </c:pt>
              <c:pt idx="2706">
                <c:v>0.626279696445544</c:v>
              </c:pt>
              <c:pt idx="2707">
                <c:v>0.9002692013932383</c:v>
              </c:pt>
              <c:pt idx="2708">
                <c:v>0.906930678105178</c:v>
              </c:pt>
              <c:pt idx="2709">
                <c:v>0.9104796668567889</c:v>
              </c:pt>
              <c:pt idx="2710">
                <c:v>0.8994466980645983</c:v>
              </c:pt>
              <c:pt idx="2711">
                <c:v>0.8901292485633371</c:v>
              </c:pt>
              <c:pt idx="2712">
                <c:v>0.8949138018663602</c:v>
              </c:pt>
              <c:pt idx="2713">
                <c:v>0.8377447415332393</c:v>
              </c:pt>
              <c:pt idx="2714">
                <c:v>0.8872726224160175</c:v>
              </c:pt>
              <c:pt idx="2715">
                <c:v>0.9010160259150086</c:v>
              </c:pt>
              <c:pt idx="2716">
                <c:v>0.9823144093292873</c:v>
              </c:pt>
              <c:pt idx="2717">
                <c:v>0.9475297262281409</c:v>
              </c:pt>
              <c:pt idx="2718">
                <c:v>1.0375374169488167</c:v>
              </c:pt>
              <c:pt idx="2719">
                <c:v>0.5107725097876228</c:v>
              </c:pt>
              <c:pt idx="2720">
                <c:v>0.4852852611981284</c:v>
              </c:pt>
              <c:pt idx="2721">
                <c:v>0.8649246272017265</c:v>
              </c:pt>
              <c:pt idx="2722">
                <c:v>0.9491136693941301</c:v>
              </c:pt>
              <c:pt idx="2723">
                <c:v>0.9171493894304741</c:v>
              </c:pt>
              <c:pt idx="2724">
                <c:v>0.9284495099036563</c:v>
              </c:pt>
              <c:pt idx="2725">
                <c:v>0.9320886681537984</c:v>
              </c:pt>
              <c:pt idx="2726">
                <c:v>0.9184846258595251</c:v>
              </c:pt>
              <c:pt idx="2727">
                <c:v>0.9130962133114906</c:v>
              </c:pt>
              <c:pt idx="2728">
                <c:v>1.035432945781466</c:v>
              </c:pt>
              <c:pt idx="2729">
                <c:v>0.9444302957824144</c:v>
              </c:pt>
              <c:pt idx="2730">
                <c:v>0.8503011749202648</c:v>
              </c:pt>
              <c:pt idx="2731">
                <c:v>0.9884848456155485</c:v>
              </c:pt>
              <c:pt idx="2732">
                <c:v>0.987750601020844</c:v>
              </c:pt>
              <c:pt idx="2733">
                <c:v>0.9868636164751728</c:v>
              </c:pt>
              <c:pt idx="2734">
                <c:v>0.9815989581532534</c:v>
              </c:pt>
              <c:pt idx="2735">
                <c:v>0.970776219681907</c:v>
              </c:pt>
              <c:pt idx="2736">
                <c:v>0.6437726316192429</c:v>
              </c:pt>
              <c:pt idx="2737">
                <c:v>1.0429555869637033</c:v>
              </c:pt>
              <c:pt idx="2738">
                <c:v>0.9953573660784084</c:v>
              </c:pt>
              <c:pt idx="2739">
                <c:v>0.9477020209356599</c:v>
              </c:pt>
              <c:pt idx="2740">
                <c:v>0.9574959226605217</c:v>
              </c:pt>
              <c:pt idx="2741">
                <c:v>0.7829666323378088</c:v>
              </c:pt>
              <c:pt idx="2742">
                <c:v>1.0342531316530592</c:v>
              </c:pt>
              <c:pt idx="2743">
                <c:v>1.0250113445463755</c:v>
              </c:pt>
              <c:pt idx="2744">
                <c:v>1.0446784273719676</c:v>
              </c:pt>
              <c:pt idx="2745">
                <c:v>0.9504521058064526</c:v>
              </c:pt>
              <c:pt idx="2746">
                <c:v>0.9640573375083201</c:v>
              </c:pt>
              <c:pt idx="2747">
                <c:v>0.9674742103789804</c:v>
              </c:pt>
              <c:pt idx="2748">
                <c:v>0.6730537977262905</c:v>
              </c:pt>
              <c:pt idx="2749">
                <c:v>0.9944561618285439</c:v>
              </c:pt>
              <c:pt idx="2750">
                <c:v>0.9245772239363587</c:v>
              </c:pt>
              <c:pt idx="2751">
                <c:v>0.9354959500904956</c:v>
              </c:pt>
              <c:pt idx="2752">
                <c:v>0.9492377436212378</c:v>
              </c:pt>
              <c:pt idx="2753">
                <c:v>0.928859241111609</c:v>
              </c:pt>
              <c:pt idx="2754">
                <c:v>0.8671124267038225</c:v>
              </c:pt>
              <c:pt idx="2755">
                <c:v>0.8757338199342518</c:v>
              </c:pt>
              <c:pt idx="2756">
                <c:v>0.8673210786936697</c:v>
              </c:pt>
              <c:pt idx="2757">
                <c:v>0.8818904850192169</c:v>
              </c:pt>
              <c:pt idx="2758">
                <c:v>1.020549971266447</c:v>
              </c:pt>
              <c:pt idx="2759">
                <c:v>0.8959736836518372</c:v>
              </c:pt>
              <c:pt idx="2760">
                <c:v>0.7811174505766372</c:v>
              </c:pt>
              <c:pt idx="2761">
                <c:v>0.822753367931507</c:v>
              </c:pt>
              <c:pt idx="2762">
                <c:v>0.9471640996007118</c:v>
              </c:pt>
              <c:pt idx="2763">
                <c:v>0.9891552432882762</c:v>
              </c:pt>
              <c:pt idx="2764">
                <c:v>0.9866235169154153</c:v>
              </c:pt>
              <c:pt idx="2765">
                <c:v>0.9865397660937646</c:v>
              </c:pt>
              <c:pt idx="2766">
                <c:v>0.985709482325463</c:v>
              </c:pt>
              <c:pt idx="2767">
                <c:v>1.0034959121915439</c:v>
              </c:pt>
              <c:pt idx="2768">
                <c:v>0.701695392770544</c:v>
              </c:pt>
              <c:pt idx="2769">
                <c:v>0.759961058215703</c:v>
              </c:pt>
              <c:pt idx="2770">
                <c:v>0.9718243297989714</c:v>
              </c:pt>
              <c:pt idx="2771">
                <c:v>1.0038045579180355</c:v>
              </c:pt>
              <c:pt idx="2772">
                <c:v>1.003639681747132</c:v>
              </c:pt>
              <c:pt idx="2773">
                <c:v>1.0066588335367217</c:v>
              </c:pt>
              <c:pt idx="2774">
                <c:v>0.976414646589181</c:v>
              </c:pt>
              <c:pt idx="2775">
                <c:v>0.8999929787316521</c:v>
              </c:pt>
              <c:pt idx="2776">
                <c:v>0.9586758902841535</c:v>
              </c:pt>
              <c:pt idx="2777">
                <c:v>1.0471033204383227</c:v>
              </c:pt>
              <c:pt idx="2778">
                <c:v>1.051562698370515</c:v>
              </c:pt>
              <c:pt idx="2779">
                <c:v>1.050919206081418</c:v>
              </c:pt>
              <c:pt idx="2780">
                <c:v>0.9401679284773669</c:v>
              </c:pt>
              <c:pt idx="2781">
                <c:v>0.9900045213034087</c:v>
              </c:pt>
              <c:pt idx="2782">
                <c:v>0.9933915317365487</c:v>
              </c:pt>
              <c:pt idx="2783">
                <c:v>0.9929945296651537</c:v>
              </c:pt>
              <c:pt idx="2784">
                <c:v>1.0066378808557919</c:v>
              </c:pt>
              <c:pt idx="2785">
                <c:v>0.9938197011462947</c:v>
              </c:pt>
              <c:pt idx="2786">
                <c:v>1.0632389871908867</c:v>
              </c:pt>
              <c:pt idx="2787">
                <c:v>1.0532723132889783</c:v>
              </c:pt>
              <c:pt idx="2788">
                <c:v>1.0631932019753274</c:v>
              </c:pt>
              <c:pt idx="2789">
                <c:v>0.9840359705067101</c:v>
              </c:pt>
              <c:pt idx="2790">
                <c:v>0.9393587824519751</c:v>
              </c:pt>
              <c:pt idx="2791">
                <c:v>0.9339426666077345</c:v>
              </c:pt>
              <c:pt idx="2792">
                <c:v>0.9007719618483924</c:v>
              </c:pt>
              <c:pt idx="2793">
                <c:v>0.916057892051847</c:v>
              </c:pt>
              <c:pt idx="2794">
                <c:v>0.9151368401434745</c:v>
              </c:pt>
              <c:pt idx="2795">
                <c:v>0.9192408018605848</c:v>
              </c:pt>
              <c:pt idx="2796">
                <c:v>1.027797266378945</c:v>
              </c:pt>
              <c:pt idx="2797">
                <c:v>0.9752623957770509</c:v>
              </c:pt>
              <c:pt idx="2798">
                <c:v>0.7492455119088245</c:v>
              </c:pt>
              <c:pt idx="2799">
                <c:v>0.780156565674929</c:v>
              </c:pt>
              <c:pt idx="2800">
                <c:v>0.6215370946198614</c:v>
              </c:pt>
              <c:pt idx="2801">
                <c:v>1.012156815619631</c:v>
              </c:pt>
              <c:pt idx="2802">
                <c:v>0.7846452734176761</c:v>
              </c:pt>
              <c:pt idx="2803">
                <c:v>0.8163431417270336</c:v>
              </c:pt>
              <c:pt idx="2804">
                <c:v>0.8775812037848967</c:v>
              </c:pt>
              <c:pt idx="2805">
                <c:v>0.8518392144324696</c:v>
              </c:pt>
              <c:pt idx="2806">
                <c:v>0.6819534878879269</c:v>
              </c:pt>
              <c:pt idx="2807">
                <c:v>0.7766253025029566</c:v>
              </c:pt>
              <c:pt idx="2808">
                <c:v>0.9730518095157237</c:v>
              </c:pt>
              <c:pt idx="2809">
                <c:v>0.7973557790251337</c:v>
              </c:pt>
              <c:pt idx="2810">
                <c:v>0.8260344777001994</c:v>
              </c:pt>
              <c:pt idx="2811">
                <c:v>0.8778826182207705</c:v>
              </c:pt>
              <c:pt idx="2812">
                <c:v>0.84263123725427</c:v>
              </c:pt>
              <c:pt idx="2813">
                <c:v>0.9567768089079468</c:v>
              </c:pt>
              <c:pt idx="2814">
                <c:v>0.9664481319221107</c:v>
              </c:pt>
              <c:pt idx="2815">
                <c:v>0.9547074490408887</c:v>
              </c:pt>
              <c:pt idx="2816">
                <c:v>0.9567156710582199</c:v>
              </c:pt>
              <c:pt idx="2817">
                <c:v>0.8360329375229674</c:v>
              </c:pt>
              <c:pt idx="2818">
                <c:v>0.8210094626797907</c:v>
              </c:pt>
              <c:pt idx="2819">
                <c:v>0.8073537022443181</c:v>
              </c:pt>
              <c:pt idx="2820">
                <c:v>0.9420083952282979</c:v>
              </c:pt>
              <c:pt idx="2821">
                <c:v>0.8772809880471365</c:v>
              </c:pt>
              <c:pt idx="2822">
                <c:v>0.8630323779139019</c:v>
              </c:pt>
              <c:pt idx="2823">
                <c:v>0.8474771276098043</c:v>
              </c:pt>
              <c:pt idx="2824">
                <c:v>0.9604591795277087</c:v>
              </c:pt>
              <c:pt idx="2825">
                <c:v>0.6781254330161833</c:v>
              </c:pt>
              <c:pt idx="2826">
                <c:v>1.0058649247991445</c:v>
              </c:pt>
              <c:pt idx="2827">
                <c:v>0.9905483939228759</c:v>
              </c:pt>
              <c:pt idx="2828">
                <c:v>0.9081243314526083</c:v>
              </c:pt>
              <c:pt idx="2829">
                <c:v>0.9843087116059833</c:v>
              </c:pt>
              <c:pt idx="2830">
                <c:v>0.7407417855730123</c:v>
              </c:pt>
              <c:pt idx="2831">
                <c:v>0.784078795870003</c:v>
              </c:pt>
              <c:pt idx="2832">
                <c:v>0.7901722256086019</c:v>
              </c:pt>
              <c:pt idx="2833">
                <c:v>0.9756664609784766</c:v>
              </c:pt>
              <c:pt idx="2834">
                <c:v>0.9924211418237822</c:v>
              </c:pt>
              <c:pt idx="2835">
                <c:v>0.8963716168891412</c:v>
              </c:pt>
              <c:pt idx="2836">
                <c:v>0.8342120679657118</c:v>
              </c:pt>
              <c:pt idx="2837">
                <c:v>0.8382253695481712</c:v>
              </c:pt>
              <c:pt idx="2838">
                <c:v>0.9005287430275206</c:v>
              </c:pt>
              <c:pt idx="2839">
                <c:v>0.8908610158827813</c:v>
              </c:pt>
              <c:pt idx="2840">
                <c:v>0.8281466673575025</c:v>
              </c:pt>
              <c:pt idx="2841">
                <c:v>0.8287831820911737</c:v>
              </c:pt>
              <c:pt idx="2842">
                <c:v>0.8215426988971873</c:v>
              </c:pt>
              <c:pt idx="2843">
                <c:v>0.8341255420270266</c:v>
              </c:pt>
              <c:pt idx="2844">
                <c:v>1.0623055320894632</c:v>
              </c:pt>
              <c:pt idx="2845">
                <c:v>0.9844205027178891</c:v>
              </c:pt>
              <c:pt idx="2846">
                <c:v>0.9810804182040126</c:v>
              </c:pt>
              <c:pt idx="2847">
                <c:v>0.9849264128483987</c:v>
              </c:pt>
              <c:pt idx="2848">
                <c:v>0.952394450668792</c:v>
              </c:pt>
              <c:pt idx="2849">
                <c:v>0.9864717874358061</c:v>
              </c:pt>
              <c:pt idx="2850">
                <c:v>1.0069809547122042</c:v>
              </c:pt>
              <c:pt idx="2851">
                <c:v>0.9734215277197796</c:v>
              </c:pt>
              <c:pt idx="2852">
                <c:v>0.9788532658631006</c:v>
              </c:pt>
              <c:pt idx="2853">
                <c:v>0.9776931014928826</c:v>
              </c:pt>
              <c:pt idx="2854">
                <c:v>0.9300683922587798</c:v>
              </c:pt>
              <c:pt idx="2855">
                <c:v>0.9109138319825464</c:v>
              </c:pt>
              <c:pt idx="2856">
                <c:v>0.9131544896698719</c:v>
              </c:pt>
              <c:pt idx="2857">
                <c:v>0.9122878064118661</c:v>
              </c:pt>
              <c:pt idx="2858">
                <c:v>0.9351350499935684</c:v>
              </c:pt>
              <c:pt idx="2859">
                <c:v>0.8966741589626744</c:v>
              </c:pt>
              <c:pt idx="2860">
                <c:v>0.8994474105686343</c:v>
              </c:pt>
              <c:pt idx="2861">
                <c:v>0.9211886486422123</c:v>
              </c:pt>
              <c:pt idx="2862">
                <c:v>0.9193613213212101</c:v>
              </c:pt>
              <c:pt idx="2863">
                <c:v>0.9040481643599231</c:v>
              </c:pt>
              <c:pt idx="2864">
                <c:v>0.9321992505174774</c:v>
              </c:pt>
              <c:pt idx="2865">
                <c:v>0.9567984100812966</c:v>
              </c:pt>
              <c:pt idx="2866">
                <c:v>0.9539316118947969</c:v>
              </c:pt>
              <c:pt idx="2867">
                <c:v>0.9911740600705325</c:v>
              </c:pt>
              <c:pt idx="2868">
                <c:v>0.996281925135472</c:v>
              </c:pt>
              <c:pt idx="2869">
                <c:v>1.0071474294642184</c:v>
              </c:pt>
              <c:pt idx="2870">
                <c:v>0.8756293570418889</c:v>
              </c:pt>
              <c:pt idx="2871">
                <c:v>0.9763857335663797</c:v>
              </c:pt>
              <c:pt idx="2872">
                <c:v>1.0426497171017</c:v>
              </c:pt>
              <c:pt idx="2873">
                <c:v>0.4545866920106138</c:v>
              </c:pt>
              <c:pt idx="2874">
                <c:v>0.4940631396757506</c:v>
              </c:pt>
              <c:pt idx="2875">
                <c:v>0.7227024758133752</c:v>
              </c:pt>
              <c:pt idx="2876">
                <c:v>0.9094405799976941</c:v>
              </c:pt>
              <c:pt idx="2877">
                <c:v>0.9751657567300668</c:v>
              </c:pt>
              <c:pt idx="2878">
                <c:v>0.734333710616755</c:v>
              </c:pt>
              <c:pt idx="2879">
                <c:v>0.7808117811468743</c:v>
              </c:pt>
              <c:pt idx="2880">
                <c:v>0.786512885866916</c:v>
              </c:pt>
              <c:pt idx="2881">
                <c:v>0.8289660130329479</c:v>
              </c:pt>
              <c:pt idx="2882">
                <c:v>0.8291238398196993</c:v>
              </c:pt>
              <c:pt idx="2883">
                <c:v>0.8127277531416343</c:v>
              </c:pt>
              <c:pt idx="2884">
                <c:v>0.8084914973347577</c:v>
              </c:pt>
              <c:pt idx="2885">
                <c:v>0.798812838415372</c:v>
              </c:pt>
              <c:pt idx="2886">
                <c:v>0.9955482986519341</c:v>
              </c:pt>
              <c:pt idx="2887">
                <c:v>1.0307149416856685</c:v>
              </c:pt>
              <c:pt idx="2888">
                <c:v>1.0456741958635116</c:v>
              </c:pt>
              <c:pt idx="2889">
                <c:v>1.0470022205108604</c:v>
              </c:pt>
              <c:pt idx="2890">
                <c:v>1.0436423051277688</c:v>
              </c:pt>
              <c:pt idx="2891">
                <c:v>0.34401369546009714</c:v>
              </c:pt>
              <c:pt idx="2892">
                <c:v>0.3833173934460905</c:v>
              </c:pt>
              <c:pt idx="2893">
                <c:v>0.3270682635401748</c:v>
              </c:pt>
              <c:pt idx="2894">
                <c:v>0.33129867412446395</c:v>
              </c:pt>
              <c:pt idx="2895">
                <c:v>0.3877631576976954</c:v>
              </c:pt>
              <c:pt idx="2896">
                <c:v>0.45530569068854265</c:v>
              </c:pt>
              <c:pt idx="2897">
                <c:v>0.5111239879720019</c:v>
              </c:pt>
              <c:pt idx="2898">
                <c:v>0.6488142935173997</c:v>
              </c:pt>
              <c:pt idx="2899">
                <c:v>0.6743745718376177</c:v>
              </c:pt>
              <c:pt idx="2900">
                <c:v>0.9037702859187242</c:v>
              </c:pt>
              <c:pt idx="2901">
                <c:v>0.7744315234913901</c:v>
              </c:pt>
              <c:pt idx="2902">
                <c:v>0.7629456515854973</c:v>
              </c:pt>
              <c:pt idx="2903">
                <c:v>0.8502628954105835</c:v>
              </c:pt>
              <c:pt idx="2904">
                <c:v>0.8438122657517999</c:v>
              </c:pt>
              <c:pt idx="2905">
                <c:v>0.8415554807763778</c:v>
              </c:pt>
              <c:pt idx="2906">
                <c:v>0.9610811740158727</c:v>
              </c:pt>
              <c:pt idx="2907">
                <c:v>0.9616352884773025</c:v>
              </c:pt>
              <c:pt idx="2908">
                <c:v>0.6329332048043643</c:v>
              </c:pt>
              <c:pt idx="2909">
                <c:v>0.8742567424238354</c:v>
              </c:pt>
              <c:pt idx="2910">
                <c:v>0.8985243768608905</c:v>
              </c:pt>
              <c:pt idx="2911">
                <c:v>0.9682821252754102</c:v>
              </c:pt>
              <c:pt idx="2912">
                <c:v>0.9694038563026512</c:v>
              </c:pt>
              <c:pt idx="2913">
                <c:v>0.7863140777831218</c:v>
              </c:pt>
              <c:pt idx="2914">
                <c:v>0.9405164838833694</c:v>
              </c:pt>
              <c:pt idx="2915">
                <c:v>0.8648170444798616</c:v>
              </c:pt>
              <c:pt idx="2916">
                <c:v>0.6427836319846064</c:v>
              </c:pt>
              <c:pt idx="2917">
                <c:v>0.9890390860480548</c:v>
              </c:pt>
              <c:pt idx="2918">
                <c:v>0.9319058232654528</c:v>
              </c:pt>
              <c:pt idx="2919">
                <c:v>0.9563039349366119</c:v>
              </c:pt>
              <c:pt idx="2920">
                <c:v>0.9266971974410804</c:v>
              </c:pt>
              <c:pt idx="2921">
                <c:v>0.932620747282302</c:v>
              </c:pt>
              <c:pt idx="2922">
                <c:v>0.656727027646363</c:v>
              </c:pt>
              <c:pt idx="2923">
                <c:v>1.006846463092868</c:v>
              </c:pt>
              <c:pt idx="2924">
                <c:v>0.9359381896291601</c:v>
              </c:pt>
              <c:pt idx="2925">
                <c:v>0.9711918239838788</c:v>
              </c:pt>
              <c:pt idx="2926">
                <c:v>0.7659588651412684</c:v>
              </c:pt>
              <c:pt idx="2927">
                <c:v>0.9674429424410332</c:v>
              </c:pt>
              <c:pt idx="2928">
                <c:v>0.9614543981073322</c:v>
              </c:pt>
              <c:pt idx="2929">
                <c:v>0.9156774335341192</c:v>
              </c:pt>
              <c:pt idx="2930">
                <c:v>0.8313182506865671</c:v>
              </c:pt>
              <c:pt idx="2931">
                <c:v>0.9516728002880006</c:v>
              </c:pt>
              <c:pt idx="2932">
                <c:v>0.9886831151352427</c:v>
              </c:pt>
              <c:pt idx="2933">
                <c:v>0.9701757177520152</c:v>
              </c:pt>
              <c:pt idx="2934">
                <c:v>0.8995876818235435</c:v>
              </c:pt>
              <c:pt idx="2935">
                <c:v>0.761165529366941</c:v>
              </c:pt>
              <c:pt idx="2936">
                <c:v>0.7663363322923151</c:v>
              </c:pt>
              <c:pt idx="2937">
                <c:v>1.0491324806525404</c:v>
              </c:pt>
              <c:pt idx="2938">
                <c:v>0.9619692388064032</c:v>
              </c:pt>
              <c:pt idx="2939">
                <c:v>1.0113650878310956</c:v>
              </c:pt>
              <c:pt idx="2940">
                <c:v>1.0483613223199897</c:v>
              </c:pt>
              <c:pt idx="2941">
                <c:v>0.7405869670790467</c:v>
              </c:pt>
              <c:pt idx="2942">
                <c:v>0.9660626184512147</c:v>
              </c:pt>
              <c:pt idx="2943">
                <c:v>0.8879956921755148</c:v>
              </c:pt>
              <c:pt idx="2944">
                <c:v>0.947913440191944</c:v>
              </c:pt>
              <c:pt idx="2945">
                <c:v>0.8763407156606849</c:v>
              </c:pt>
              <c:pt idx="2946">
                <c:v>0.7280795649045393</c:v>
              </c:pt>
              <c:pt idx="2947">
                <c:v>0.6641915022254158</c:v>
              </c:pt>
              <c:pt idx="2948">
                <c:v>0.30659757869770177</c:v>
              </c:pt>
              <c:pt idx="2949">
                <c:v>0.7651627664425815</c:v>
              </c:pt>
              <c:pt idx="2950">
                <c:v>0.46017606073550693</c:v>
              </c:pt>
              <c:pt idx="2951">
                <c:v>0.5362443966931643</c:v>
              </c:pt>
              <c:pt idx="2952">
                <c:v>0.9328419839544541</c:v>
              </c:pt>
              <c:pt idx="2953">
                <c:v>1.0426192631643931</c:v>
              </c:pt>
              <c:pt idx="2954">
                <c:v>1.0199126905566314</c:v>
              </c:pt>
              <c:pt idx="2955">
                <c:v>1.0114081480486532</c:v>
              </c:pt>
              <c:pt idx="2956">
                <c:v>0.9567202315182103</c:v>
              </c:pt>
              <c:pt idx="2957">
                <c:v>0.9477618737970616</c:v>
              </c:pt>
              <c:pt idx="2958">
                <c:v>0.8251222096507285</c:v>
              </c:pt>
              <c:pt idx="2959">
                <c:v>0.49971491363263937</c:v>
              </c:pt>
              <c:pt idx="2960">
                <c:v>0.5287719704900389</c:v>
              </c:pt>
              <c:pt idx="2961">
                <c:v>1.0069172402551543</c:v>
              </c:pt>
              <c:pt idx="2962">
                <c:v>0.9797053656085605</c:v>
              </c:pt>
              <c:pt idx="2963">
                <c:v>0.9107489404249495</c:v>
              </c:pt>
              <c:pt idx="2964">
                <c:v>0.7837735222416852</c:v>
              </c:pt>
              <c:pt idx="2965">
                <c:v>0.9795245935375468</c:v>
              </c:pt>
              <c:pt idx="2966">
                <c:v>0.9538947947636919</c:v>
              </c:pt>
              <c:pt idx="2967">
                <c:v>1.0474051002133764</c:v>
              </c:pt>
              <c:pt idx="2968">
                <c:v>0.8112430464875443</c:v>
              </c:pt>
              <c:pt idx="2969">
                <c:v>0.9692512873365261</c:v>
              </c:pt>
              <c:pt idx="2970">
                <c:v>0.9579536732107243</c:v>
              </c:pt>
              <c:pt idx="2971">
                <c:v>0.971101982480331</c:v>
              </c:pt>
              <c:pt idx="2972">
                <c:v>0.9564458146155995</c:v>
              </c:pt>
              <c:pt idx="2973">
                <c:v>0.8430593983737847</c:v>
              </c:pt>
              <c:pt idx="2974">
                <c:v>0.8962330523443199</c:v>
              </c:pt>
              <c:pt idx="2975">
                <c:v>0.5075668286825674</c:v>
              </c:pt>
              <c:pt idx="2976">
                <c:v>0.9604479188737648</c:v>
              </c:pt>
              <c:pt idx="2977">
                <c:v>0.9354675195522243</c:v>
              </c:pt>
              <c:pt idx="2978">
                <c:v>0.9261732100850212</c:v>
              </c:pt>
              <c:pt idx="2979">
                <c:v>0.7758585127870942</c:v>
              </c:pt>
              <c:pt idx="2980">
                <c:v>0.9610078823608372</c:v>
              </c:pt>
              <c:pt idx="2981">
                <c:v>0.7890313737492584</c:v>
              </c:pt>
              <c:pt idx="2982">
                <c:v>0.9593239434240526</c:v>
              </c:pt>
              <c:pt idx="2983">
                <c:v>0.6100574046604688</c:v>
              </c:pt>
              <c:pt idx="2984">
                <c:v>0.6445371792990481</c:v>
              </c:pt>
              <c:pt idx="2985">
                <c:v>0.659513926132469</c:v>
              </c:pt>
              <c:pt idx="2986">
                <c:v>0.8923226198514124</c:v>
              </c:pt>
              <c:pt idx="2987">
                <c:v>1.0067057154530756</c:v>
              </c:pt>
              <c:pt idx="2988">
                <c:v>0.9885983937564424</c:v>
              </c:pt>
              <c:pt idx="2989">
                <c:v>1.008821364566199</c:v>
              </c:pt>
              <c:pt idx="2990">
                <c:v>1.0358487464056387</c:v>
              </c:pt>
              <c:pt idx="2991">
                <c:v>0.9753554614788087</c:v>
              </c:pt>
              <c:pt idx="2992">
                <c:v>0.7839125415336595</c:v>
              </c:pt>
              <c:pt idx="2993">
                <c:v>0.9879324035896637</c:v>
              </c:pt>
              <c:pt idx="2994">
                <c:v>0.933138407416889</c:v>
              </c:pt>
              <c:pt idx="2995">
                <c:v>0.843997850753874</c:v>
              </c:pt>
              <c:pt idx="2996">
                <c:v>0.8296890691168112</c:v>
              </c:pt>
              <c:pt idx="2997">
                <c:v>0.979054685616516</c:v>
              </c:pt>
              <c:pt idx="2998">
                <c:v>0.977559106336884</c:v>
              </c:pt>
              <c:pt idx="2999">
                <c:v>0.9798293152976371</c:v>
              </c:pt>
              <c:pt idx="3000">
                <c:v>0.9566433631952825</c:v>
              </c:pt>
              <c:pt idx="3001">
                <c:v>0.9509130704214144</c:v>
              </c:pt>
              <c:pt idx="3002">
                <c:v>0.9704674507797866</c:v>
              </c:pt>
              <c:pt idx="3003">
                <c:v>0.9699232730402793</c:v>
              </c:pt>
              <c:pt idx="3004">
                <c:v>0.9431782540480543</c:v>
              </c:pt>
              <c:pt idx="3005">
                <c:v>0.9446357874540235</c:v>
              </c:pt>
              <c:pt idx="3006">
                <c:v>0.9535425508954973</c:v>
              </c:pt>
              <c:pt idx="3007">
                <c:v>0.9426431941961878</c:v>
              </c:pt>
              <c:pt idx="3008">
                <c:v>0.9497687948593139</c:v>
              </c:pt>
              <c:pt idx="3009">
                <c:v>0.9435952973538865</c:v>
              </c:pt>
              <c:pt idx="3010">
                <c:v>0.9425934315529474</c:v>
              </c:pt>
              <c:pt idx="3011">
                <c:v>0.9295091752158096</c:v>
              </c:pt>
              <c:pt idx="3012">
                <c:v>0.946485310072395</c:v>
              </c:pt>
              <c:pt idx="3013">
                <c:v>0.971538029982333</c:v>
              </c:pt>
              <c:pt idx="3014">
                <c:v>0.9717855525810022</c:v>
              </c:pt>
              <c:pt idx="3015">
                <c:v>0.9711745673870629</c:v>
              </c:pt>
              <c:pt idx="3016">
                <c:v>0.9305463271755259</c:v>
              </c:pt>
              <c:pt idx="3017">
                <c:v>0.9323866965007127</c:v>
              </c:pt>
              <c:pt idx="3018">
                <c:v>0.9379326706404543</c:v>
              </c:pt>
              <c:pt idx="3019">
                <c:v>0.9349057375453929</c:v>
              </c:pt>
              <c:pt idx="3020">
                <c:v>0.9178654122389611</c:v>
              </c:pt>
              <c:pt idx="3021">
                <c:v>0.9728555451376896</c:v>
              </c:pt>
              <c:pt idx="3022">
                <c:v>0.9932342729026447</c:v>
              </c:pt>
              <c:pt idx="3023">
                <c:v>0.9721071406201953</c:v>
              </c:pt>
              <c:pt idx="3024">
                <c:v>0.9824005876784748</c:v>
              </c:pt>
              <c:pt idx="3025">
                <c:v>0.9461814953594286</c:v>
              </c:pt>
              <c:pt idx="3026">
                <c:v>0.9425658429183923</c:v>
              </c:pt>
              <c:pt idx="3027">
                <c:v>0.946848312430462</c:v>
              </c:pt>
              <c:pt idx="3028">
                <c:v>0.9379193583228208</c:v>
              </c:pt>
              <c:pt idx="3029">
                <c:v>0.9644966342090845</c:v>
              </c:pt>
              <c:pt idx="3030">
                <c:v>0.9640012417284253</c:v>
              </c:pt>
              <c:pt idx="3031">
                <c:v>0.9462758112495199</c:v>
              </c:pt>
              <c:pt idx="3032">
                <c:v>0.9729845320294321</c:v>
              </c:pt>
              <c:pt idx="3033">
                <c:v>0.9652238698267647</c:v>
              </c:pt>
              <c:pt idx="3034">
                <c:v>0.979592468577158</c:v>
              </c:pt>
              <c:pt idx="3035">
                <c:v>0.9892847089075366</c:v>
              </c:pt>
              <c:pt idx="3036">
                <c:v>0.9822753017802406</c:v>
              </c:pt>
              <c:pt idx="3037">
                <c:v>0.9737599289186136</c:v>
              </c:pt>
              <c:pt idx="3038">
                <c:v>0.9356051882804977</c:v>
              </c:pt>
              <c:pt idx="3039">
                <c:v>0.9140582075135724</c:v>
              </c:pt>
              <c:pt idx="3040">
                <c:v>0.9353351154819571</c:v>
              </c:pt>
              <c:pt idx="3041">
                <c:v>0.9507501223628761</c:v>
              </c:pt>
              <c:pt idx="3042">
                <c:v>0.9469633758700876</c:v>
              </c:pt>
              <c:pt idx="3043">
                <c:v>0.9616777030143322</c:v>
              </c:pt>
              <c:pt idx="3044">
                <c:v>0.8972463465771782</c:v>
              </c:pt>
              <c:pt idx="3045">
                <c:v>0.8889521677468771</c:v>
              </c:pt>
              <c:pt idx="3046">
                <c:v>0.9008694211836816</c:v>
              </c:pt>
              <c:pt idx="3047">
                <c:v>0.9701325487455128</c:v>
              </c:pt>
              <c:pt idx="3048">
                <c:v>0.9014270521614752</c:v>
              </c:pt>
              <c:pt idx="3049">
                <c:v>0.887921008814976</c:v>
              </c:pt>
              <c:pt idx="3050">
                <c:v>0.8980575928140125</c:v>
              </c:pt>
              <c:pt idx="3051">
                <c:v>1.010565112394881</c:v>
              </c:pt>
              <c:pt idx="3052">
                <c:v>1.004148665633539</c:v>
              </c:pt>
              <c:pt idx="3053">
                <c:v>1.008893912299721</c:v>
              </c:pt>
              <c:pt idx="3054">
                <c:v>0.6909215832906156</c:v>
              </c:pt>
              <c:pt idx="3055">
                <c:v>0.6942603363306371</c:v>
              </c:pt>
              <c:pt idx="3056">
                <c:v>0.7134735526079199</c:v>
              </c:pt>
              <c:pt idx="3057">
                <c:v>0.9274228754064018</c:v>
              </c:pt>
              <c:pt idx="3058">
                <c:v>0.946274118936021</c:v>
              </c:pt>
              <c:pt idx="3059">
                <c:v>0.9568057816412397</c:v>
              </c:pt>
              <c:pt idx="3060">
                <c:v>0.9530998537171651</c:v>
              </c:pt>
              <c:pt idx="3061">
                <c:v>0.943708959570577</c:v>
              </c:pt>
              <c:pt idx="3062">
                <c:v>0.9114594553012058</c:v>
              </c:pt>
              <c:pt idx="3063">
                <c:v>0.8905028413657803</c:v>
              </c:pt>
              <c:pt idx="3064">
                <c:v>0.8899288097660232</c:v>
              </c:pt>
              <c:pt idx="3065">
                <c:v>0.8888598789197598</c:v>
              </c:pt>
              <c:pt idx="3066">
                <c:v>0.9820661944215832</c:v>
              </c:pt>
              <c:pt idx="3067">
                <c:v>0.9926411191745899</c:v>
              </c:pt>
              <c:pt idx="3068">
                <c:v>0.9795586022272672</c:v>
              </c:pt>
              <c:pt idx="3069">
                <c:v>0.9897058938312038</c:v>
              </c:pt>
              <c:pt idx="3070">
                <c:v>0.9782587524542563</c:v>
              </c:pt>
              <c:pt idx="3071">
                <c:v>0.9578420471382564</c:v>
              </c:pt>
              <c:pt idx="3072">
                <c:v>0.9538286767439882</c:v>
              </c:pt>
              <c:pt idx="3073">
                <c:v>0.8889659614217833</c:v>
              </c:pt>
              <c:pt idx="3074">
                <c:v>0.9037844145653708</c:v>
              </c:pt>
              <c:pt idx="3075">
                <c:v>0.9074445033152783</c:v>
              </c:pt>
              <c:pt idx="3076">
                <c:v>0.9878055967759529</c:v>
              </c:pt>
              <c:pt idx="3077">
                <c:v>0.9870089820684139</c:v>
              </c:pt>
              <c:pt idx="3078">
                <c:v>0.8788596994281803</c:v>
              </c:pt>
              <c:pt idx="3079">
                <c:v>0.873936871685028</c:v>
              </c:pt>
              <c:pt idx="3080">
                <c:v>0.9246141246616927</c:v>
              </c:pt>
              <c:pt idx="3081">
                <c:v>0.9215926866674397</c:v>
              </c:pt>
              <c:pt idx="3082">
                <c:v>0.9242410805677597</c:v>
              </c:pt>
              <c:pt idx="3083">
                <c:v>0.9192951090206409</c:v>
              </c:pt>
              <c:pt idx="3084">
                <c:v>0.9262815660709408</c:v>
              </c:pt>
              <c:pt idx="3085">
                <c:v>0.9146285904580788</c:v>
              </c:pt>
              <c:pt idx="3086">
                <c:v>0.9210609047702897</c:v>
              </c:pt>
              <c:pt idx="3087">
                <c:v>0.8979008646098229</c:v>
              </c:pt>
              <c:pt idx="3088">
                <c:v>0.8963572105020775</c:v>
              </c:pt>
              <c:pt idx="3089">
                <c:v>0.8816895727756194</c:v>
              </c:pt>
              <c:pt idx="3090">
                <c:v>0.9530243755214546</c:v>
              </c:pt>
              <c:pt idx="3091">
                <c:v>0.9294665959401609</c:v>
              </c:pt>
              <c:pt idx="3092">
                <c:v>0.921893444938798</c:v>
              </c:pt>
              <c:pt idx="3093">
                <c:v>0.9256637722720623</c:v>
              </c:pt>
              <c:pt idx="3094">
                <c:v>0.8627285273568776</c:v>
              </c:pt>
              <c:pt idx="3095">
                <c:v>0.8786532944450455</c:v>
              </c:pt>
              <c:pt idx="3096">
                <c:v>0.8742486094970856</c:v>
              </c:pt>
              <c:pt idx="3097">
                <c:v>0.9526874703287351</c:v>
              </c:pt>
              <c:pt idx="3098">
                <c:v>0.8968391127843139</c:v>
              </c:pt>
              <c:pt idx="3099">
                <c:v>0.8975064660765856</c:v>
              </c:pt>
              <c:pt idx="3100">
                <c:v>0.8884529254823664</c:v>
              </c:pt>
              <c:pt idx="3101">
                <c:v>0.8818648358171786</c:v>
              </c:pt>
              <c:pt idx="3102">
                <c:v>0.9204774823585719</c:v>
              </c:pt>
              <c:pt idx="3103">
                <c:v>0.9316810365283178</c:v>
              </c:pt>
              <c:pt idx="3104">
                <c:v>0.8800025077598596</c:v>
              </c:pt>
              <c:pt idx="3105">
                <c:v>0.9582614781576674</c:v>
              </c:pt>
              <c:pt idx="3106">
                <c:v>0.8815055118618101</c:v>
              </c:pt>
              <c:pt idx="3107">
                <c:v>0.8819964573494999</c:v>
              </c:pt>
              <c:pt idx="3108">
                <c:v>0.9469615962073156</c:v>
              </c:pt>
              <c:pt idx="3109">
                <c:v>0.9431512089120178</c:v>
              </c:pt>
              <c:pt idx="3110">
                <c:v>0.8709617603013761</c:v>
              </c:pt>
              <c:pt idx="3111">
                <c:v>0.8902757004809317</c:v>
              </c:pt>
              <c:pt idx="3112">
                <c:v>0.8827188715074646</c:v>
              </c:pt>
              <c:pt idx="3113">
                <c:v>1.0038562843673329</c:v>
              </c:pt>
              <c:pt idx="3114">
                <c:v>0.9967775607872796</c:v>
              </c:pt>
              <c:pt idx="3115">
                <c:v>0.9987623120017405</c:v>
              </c:pt>
              <c:pt idx="3116">
                <c:v>0.9980768053544369</c:v>
              </c:pt>
              <c:pt idx="3117">
                <c:v>0.9986520980552648</c:v>
              </c:pt>
              <c:pt idx="3118">
                <c:v>0.9867514021573051</c:v>
              </c:pt>
              <c:pt idx="3119">
                <c:v>0.9750566402792744</c:v>
              </c:pt>
              <c:pt idx="3120">
                <c:v>0.9816848050846633</c:v>
              </c:pt>
              <c:pt idx="3121">
                <c:v>0.9961832172827315</c:v>
              </c:pt>
              <c:pt idx="3122">
                <c:v>0.9517948694962123</c:v>
              </c:pt>
              <c:pt idx="3123">
                <c:v>0.9642071807112328</c:v>
              </c:pt>
              <c:pt idx="3124">
                <c:v>0.9216750159205183</c:v>
              </c:pt>
              <c:pt idx="3125">
                <c:v>0.9248529073714007</c:v>
              </c:pt>
              <c:pt idx="3126">
                <c:v>0.930858421486976</c:v>
              </c:pt>
              <c:pt idx="3127">
                <c:v>0.9327714821564288</c:v>
              </c:pt>
              <c:pt idx="3128">
                <c:v>0.8978250388141661</c:v>
              </c:pt>
              <c:pt idx="3129">
                <c:v>0.8956296248477318</c:v>
              </c:pt>
              <c:pt idx="3130">
                <c:v>0.9001019651169823</c:v>
              </c:pt>
              <c:pt idx="3131">
                <c:v>0.9979937185712244</c:v>
              </c:pt>
              <c:pt idx="3132">
                <c:v>0.9482357647151023</c:v>
              </c:pt>
              <c:pt idx="3133">
                <c:v>0.9508926930400627</c:v>
              </c:pt>
              <c:pt idx="3134">
                <c:v>0.9617649214788604</c:v>
              </c:pt>
              <c:pt idx="3135">
                <c:v>0.9216661863056212</c:v>
              </c:pt>
              <c:pt idx="3136">
                <c:v>0.9203011080596631</c:v>
              </c:pt>
              <c:pt idx="3137">
                <c:v>0.9149214673468303</c:v>
              </c:pt>
              <c:pt idx="3138">
                <c:v>0.9626832149967939</c:v>
              </c:pt>
              <c:pt idx="3139">
                <c:v>0.9688299086813785</c:v>
              </c:pt>
              <c:pt idx="3140">
                <c:v>0.9740661930338033</c:v>
              </c:pt>
              <c:pt idx="3141">
                <c:v>0.962889690491886</c:v>
              </c:pt>
              <c:pt idx="3142">
                <c:v>0.858078788939754</c:v>
              </c:pt>
              <c:pt idx="3143">
                <c:v>0.8552333066413951</c:v>
              </c:pt>
              <c:pt idx="3144">
                <c:v>0.8693112378952765</c:v>
              </c:pt>
              <c:pt idx="3145">
                <c:v>0.9365118321659529</c:v>
              </c:pt>
              <c:pt idx="3146">
                <c:v>0.9873646337238495</c:v>
              </c:pt>
              <c:pt idx="3147">
                <c:v>0.9869879187834782</c:v>
              </c:pt>
              <c:pt idx="3148">
                <c:v>0.859473448248466</c:v>
              </c:pt>
              <c:pt idx="3149">
                <c:v>0.8516395936662009</c:v>
              </c:pt>
              <c:pt idx="3150">
                <c:v>0.8502396045655591</c:v>
              </c:pt>
              <c:pt idx="3151">
                <c:v>0.9312754973428987</c:v>
              </c:pt>
              <c:pt idx="3152">
                <c:v>0.8979239722478133</c:v>
              </c:pt>
              <c:pt idx="3153">
                <c:v>0.8989243726307662</c:v>
              </c:pt>
              <c:pt idx="3154">
                <c:v>0.9830698359311111</c:v>
              </c:pt>
              <c:pt idx="3155">
                <c:v>0.8861939846702921</c:v>
              </c:pt>
              <c:pt idx="3156">
                <c:v>0.887068261694415</c:v>
              </c:pt>
              <c:pt idx="3157">
                <c:v>0.9926694954418382</c:v>
              </c:pt>
              <c:pt idx="3158">
                <c:v>0.9926861052433478</c:v>
              </c:pt>
              <c:pt idx="3159">
                <c:v>0.9954781968323201</c:v>
              </c:pt>
              <c:pt idx="3160">
                <c:v>0.9006319399564626</c:v>
              </c:pt>
              <c:pt idx="3161">
                <c:v>0.9668438288866388</c:v>
              </c:pt>
              <c:pt idx="3162">
                <c:v>0.9669625477808816</c:v>
              </c:pt>
              <c:pt idx="3163">
                <c:v>0.905438919371968</c:v>
              </c:pt>
              <c:pt idx="3164">
                <c:v>0.8433778197834676</c:v>
              </c:pt>
              <c:pt idx="3165">
                <c:v>1.0041701826926044</c:v>
              </c:pt>
              <c:pt idx="3166">
                <c:v>1.0140859326068299</c:v>
              </c:pt>
              <c:pt idx="3167">
                <c:v>1.0136102364928838</c:v>
              </c:pt>
              <c:pt idx="3168">
                <c:v>0.9652512622152468</c:v>
              </c:pt>
              <c:pt idx="3169">
                <c:v>0.9776050418681087</c:v>
              </c:pt>
              <c:pt idx="3170">
                <c:v>0.9691930384454146</c:v>
              </c:pt>
              <c:pt idx="3171">
                <c:v>0.9559167340933453</c:v>
              </c:pt>
              <c:pt idx="3172">
                <c:v>0.9439088877337407</c:v>
              </c:pt>
              <c:pt idx="3173">
                <c:v>0.9506696316518969</c:v>
              </c:pt>
              <c:pt idx="3174">
                <c:v>0.9042896935454728</c:v>
              </c:pt>
              <c:pt idx="3175">
                <c:v>0.9296104528099473</c:v>
              </c:pt>
              <c:pt idx="3176">
                <c:v>0.8858863401800778</c:v>
              </c:pt>
              <c:pt idx="3177">
                <c:v>0.9658223238607248</c:v>
              </c:pt>
              <c:pt idx="3178">
                <c:v>0.9652258296552447</c:v>
              </c:pt>
              <c:pt idx="3179">
                <c:v>0.9754689697463074</c:v>
              </c:pt>
              <c:pt idx="3180">
                <c:v>0.9790453458503121</c:v>
              </c:pt>
              <c:pt idx="3181">
                <c:v>0.9716800122355223</c:v>
              </c:pt>
              <c:pt idx="3182">
                <c:v>0.8590593417320682</c:v>
              </c:pt>
              <c:pt idx="3183">
                <c:v>0.9654265000601006</c:v>
              </c:pt>
              <c:pt idx="3184">
                <c:v>0.814443486700626</c:v>
              </c:pt>
              <c:pt idx="3185">
                <c:v>1.0122182542009055</c:v>
              </c:pt>
              <c:pt idx="3186">
                <c:v>1.0044108291440141</c:v>
              </c:pt>
              <c:pt idx="3187">
                <c:v>1.0134049763297521</c:v>
              </c:pt>
              <c:pt idx="3188">
                <c:v>0.9574966250735808</c:v>
              </c:pt>
              <c:pt idx="3189">
                <c:v>0.9483931941895958</c:v>
              </c:pt>
              <c:pt idx="3190">
                <c:v>0.9050710996337357</c:v>
              </c:pt>
              <c:pt idx="3191">
                <c:v>0.9520321221092104</c:v>
              </c:pt>
              <c:pt idx="3192">
                <c:v>0.95197869399268</c:v>
              </c:pt>
              <c:pt idx="3193">
                <c:v>0.9531573299259908</c:v>
              </c:pt>
              <c:pt idx="3194">
                <c:v>0.9510240002137678</c:v>
              </c:pt>
              <c:pt idx="3195">
                <c:v>0.9009019726854606</c:v>
              </c:pt>
              <c:pt idx="3196">
                <c:v>0.903363474912541</c:v>
              </c:pt>
              <c:pt idx="3197">
                <c:v>0.9017433872433281</c:v>
              </c:pt>
              <c:pt idx="3198">
                <c:v>0.9096409581100274</c:v>
              </c:pt>
              <c:pt idx="3199">
                <c:v>0.9280049650404677</c:v>
              </c:pt>
              <c:pt idx="3200">
                <c:v>0.9154638128803567</c:v>
              </c:pt>
              <c:pt idx="3201">
                <c:v>0.9126878156020838</c:v>
              </c:pt>
              <c:pt idx="3202">
                <c:v>0.8918831623998751</c:v>
              </c:pt>
              <c:pt idx="3203">
                <c:v>0.9556725488257769</c:v>
              </c:pt>
              <c:pt idx="3204">
                <c:v>0.8201205933280599</c:v>
              </c:pt>
              <c:pt idx="3205">
                <c:v>0.9378800235353818</c:v>
              </c:pt>
              <c:pt idx="3206">
                <c:v>0.9359563369095123</c:v>
              </c:pt>
              <c:pt idx="3207">
                <c:v>0.9354396404081806</c:v>
              </c:pt>
              <c:pt idx="3208">
                <c:v>0.8943018174210277</c:v>
              </c:pt>
              <c:pt idx="3209">
                <c:v>0.9058379760006361</c:v>
              </c:pt>
              <c:pt idx="3210">
                <c:v>0.8861135429876436</c:v>
              </c:pt>
              <c:pt idx="3211">
                <c:v>0.9005697326221118</c:v>
              </c:pt>
              <c:pt idx="3212">
                <c:v>0.9181988596744083</c:v>
              </c:pt>
              <c:pt idx="3213">
                <c:v>0.9234185939610605</c:v>
              </c:pt>
              <c:pt idx="3214">
                <c:v>0.8978879094656494</c:v>
              </c:pt>
              <c:pt idx="3215">
                <c:v>0.9842154151230569</c:v>
              </c:pt>
              <c:pt idx="3216">
                <c:v>0.9920713986791644</c:v>
              </c:pt>
              <c:pt idx="3217">
                <c:v>0.9879126215733549</c:v>
              </c:pt>
              <c:pt idx="3218">
                <c:v>0.9934851861073064</c:v>
              </c:pt>
              <c:pt idx="3219">
                <c:v>0.9675328378185444</c:v>
              </c:pt>
              <c:pt idx="3220">
                <c:v>0.8943581427258726</c:v>
              </c:pt>
              <c:pt idx="3221">
                <c:v>1.0085757197707483</c:v>
              </c:pt>
              <c:pt idx="3222">
                <c:v>1.0129863723913195</c:v>
              </c:pt>
              <c:pt idx="3223">
                <c:v>1.0074625921904037</c:v>
              </c:pt>
              <c:pt idx="3224">
                <c:v>0.8518617815537358</c:v>
              </c:pt>
              <c:pt idx="3225">
                <c:v>0.9130830299948013</c:v>
              </c:pt>
              <c:pt idx="3226">
                <c:v>0.9022226886901085</c:v>
              </c:pt>
              <c:pt idx="3227">
                <c:v>0.8188906423994043</c:v>
              </c:pt>
              <c:pt idx="3228">
                <c:v>1.0122236239942763</c:v>
              </c:pt>
              <c:pt idx="3229">
                <c:v>0.8560190623404702</c:v>
              </c:pt>
              <c:pt idx="3230">
                <c:v>0.8514385559314198</c:v>
              </c:pt>
              <c:pt idx="3231">
                <c:v>0.8584304885338817</c:v>
              </c:pt>
              <c:pt idx="3232">
                <c:v>0.8707372788951071</c:v>
              </c:pt>
              <c:pt idx="3233">
                <c:v>0.8744000063343321</c:v>
              </c:pt>
              <c:pt idx="3234">
                <c:v>0.9005973262666644</c:v>
              </c:pt>
              <c:pt idx="3235">
                <c:v>0.8743026624159361</c:v>
              </c:pt>
              <c:pt idx="3236">
                <c:v>0.8829175103333226</c:v>
              </c:pt>
              <c:pt idx="3237">
                <c:v>0.8844744872692067</c:v>
              </c:pt>
              <c:pt idx="3238">
                <c:v>0.9712927272175824</c:v>
              </c:pt>
              <c:pt idx="3239">
                <c:v>0.9649955317097995</c:v>
              </c:pt>
              <c:pt idx="3240">
                <c:v>0.8403609892509672</c:v>
              </c:pt>
              <c:pt idx="3241">
                <c:v>0.8445056875481699</c:v>
              </c:pt>
              <c:pt idx="3242">
                <c:v>0.8366416655343731</c:v>
              </c:pt>
              <c:pt idx="3243">
                <c:v>0.7536989364914002</c:v>
              </c:pt>
              <c:pt idx="3244">
                <c:v>0.8410381216293747</c:v>
              </c:pt>
              <c:pt idx="3245">
                <c:v>0.8456436765498891</c:v>
              </c:pt>
              <c:pt idx="3246">
                <c:v>0.9114261605381904</c:v>
              </c:pt>
              <c:pt idx="3247">
                <c:v>0.9101017959067331</c:v>
              </c:pt>
              <c:pt idx="3248">
                <c:v>0.7935884889686811</c:v>
              </c:pt>
              <c:pt idx="3249">
                <c:v>0.8520808843137102</c:v>
              </c:pt>
              <c:pt idx="3250">
                <c:v>0.9159767102437948</c:v>
              </c:pt>
              <c:pt idx="3251">
                <c:v>0.9199026510945915</c:v>
              </c:pt>
              <c:pt idx="3252">
                <c:v>0.9305407490324453</c:v>
              </c:pt>
              <c:pt idx="3253">
                <c:v>0.9220946539416245</c:v>
              </c:pt>
              <c:pt idx="3254">
                <c:v>0.9177822843274932</c:v>
              </c:pt>
              <c:pt idx="3255">
                <c:v>0.9404467433823347</c:v>
              </c:pt>
              <c:pt idx="3256">
                <c:v>0.933229316755666</c:v>
              </c:pt>
              <c:pt idx="3257">
                <c:v>0.9227018911825832</c:v>
              </c:pt>
              <c:pt idx="3258">
                <c:v>0.9198009298835284</c:v>
              </c:pt>
              <c:pt idx="3259">
                <c:v>0.8166383942073978</c:v>
              </c:pt>
              <c:pt idx="3260">
                <c:v>0.7924797293326789</c:v>
              </c:pt>
              <c:pt idx="3261">
                <c:v>0.7855855318211118</c:v>
              </c:pt>
              <c:pt idx="3262">
                <c:v>0.8119170757836818</c:v>
              </c:pt>
              <c:pt idx="3263">
                <c:v>0.8289694518118089</c:v>
              </c:pt>
              <c:pt idx="3264">
                <c:v>0.817655915599605</c:v>
              </c:pt>
              <c:pt idx="3265">
                <c:v>0.8456562202594892</c:v>
              </c:pt>
              <c:pt idx="3266">
                <c:v>0.8370168706756295</c:v>
              </c:pt>
              <c:pt idx="3267">
                <c:v>0.8808736419375699</c:v>
              </c:pt>
              <c:pt idx="3268">
                <c:v>0.8603831198497766</c:v>
              </c:pt>
              <c:pt idx="3269">
                <c:v>0.8606535201467814</c:v>
              </c:pt>
              <c:pt idx="3270">
                <c:v>0.8876684372573854</c:v>
              </c:pt>
              <c:pt idx="3271">
                <c:v>0.9109534767975774</c:v>
              </c:pt>
              <c:pt idx="3272">
                <c:v>0.9034086636098366</c:v>
              </c:pt>
              <c:pt idx="3273">
                <c:v>0.8913127202261524</c:v>
              </c:pt>
              <c:pt idx="3274">
                <c:v>0.9682358648475919</c:v>
              </c:pt>
              <c:pt idx="3275">
                <c:v>0.9287526036862365</c:v>
              </c:pt>
              <c:pt idx="3276">
                <c:v>0.9440759237819374</c:v>
              </c:pt>
              <c:pt idx="3277">
                <c:v>0.9690634554559127</c:v>
              </c:pt>
              <c:pt idx="3278">
                <c:v>0.9708354615686029</c:v>
              </c:pt>
              <c:pt idx="3279">
                <c:v>0.9658287683164711</c:v>
              </c:pt>
              <c:pt idx="3280">
                <c:v>0.9595232639753107</c:v>
              </c:pt>
              <c:pt idx="3281">
                <c:v>0.9466391359617864</c:v>
              </c:pt>
              <c:pt idx="3282">
                <c:v>0.9497161848301872</c:v>
              </c:pt>
              <c:pt idx="3283">
                <c:v>0.9728500683671201</c:v>
              </c:pt>
              <c:pt idx="3284">
                <c:v>0.9719205044631877</c:v>
              </c:pt>
              <c:pt idx="3285">
                <c:v>0.9734934579027282</c:v>
              </c:pt>
              <c:pt idx="3286">
                <c:v>0.9693066217009507</c:v>
              </c:pt>
              <c:pt idx="3287">
                <c:v>0.8811249657891222</c:v>
              </c:pt>
              <c:pt idx="3288">
                <c:v>0.87563903683237</c:v>
              </c:pt>
              <c:pt idx="3289">
                <c:v>0.8803108868423736</c:v>
              </c:pt>
              <c:pt idx="3290">
                <c:v>0.8851586484839745</c:v>
              </c:pt>
              <c:pt idx="3291">
                <c:v>0.9017002238241285</c:v>
              </c:pt>
              <c:pt idx="3292">
                <c:v>0.9738870462457859</c:v>
              </c:pt>
              <c:pt idx="3293">
                <c:v>0.9702247527578258</c:v>
              </c:pt>
              <c:pt idx="3294">
                <c:v>0.9650269481811816</c:v>
              </c:pt>
              <c:pt idx="3295">
                <c:v>0.9632166394976373</c:v>
              </c:pt>
              <c:pt idx="3296">
                <c:v>0.9910656297773716</c:v>
              </c:pt>
              <c:pt idx="3297">
                <c:v>0.9522047968376803</c:v>
              </c:pt>
              <c:pt idx="3298">
                <c:v>0.9357010556655291</c:v>
              </c:pt>
              <c:pt idx="3299">
                <c:v>0.9801685250331803</c:v>
              </c:pt>
              <c:pt idx="3300">
                <c:v>0.9375457932341088</c:v>
              </c:pt>
              <c:pt idx="3301">
                <c:v>0.9452261207918615</c:v>
              </c:pt>
              <c:pt idx="3302">
                <c:v>0.9649065530211132</c:v>
              </c:pt>
              <c:pt idx="3303">
                <c:v>0.9619010955447392</c:v>
              </c:pt>
              <c:pt idx="3304">
                <c:v>0.9653540423271485</c:v>
              </c:pt>
              <c:pt idx="3305">
                <c:v>0.9215110931429198</c:v>
              </c:pt>
              <c:pt idx="3306">
                <c:v>0.9152097489717443</c:v>
              </c:pt>
              <c:pt idx="3307">
                <c:v>0.8921688782512707</c:v>
              </c:pt>
              <c:pt idx="3308">
                <c:v>0.960142472108931</c:v>
              </c:pt>
              <c:pt idx="3309">
                <c:v>0.9769252685785159</c:v>
              </c:pt>
              <c:pt idx="3310">
                <c:v>0.9799153515032407</c:v>
              </c:pt>
              <c:pt idx="3311">
                <c:v>0.9944570922058052</c:v>
              </c:pt>
              <c:pt idx="3312">
                <c:v>0.9331028693952664</c:v>
              </c:pt>
              <c:pt idx="3313">
                <c:v>0.9298336580128354</c:v>
              </c:pt>
              <c:pt idx="3314">
                <c:v>0.9289927614480782</c:v>
              </c:pt>
              <c:pt idx="3315">
                <c:v>0.9287892779673685</c:v>
              </c:pt>
              <c:pt idx="3316">
                <c:v>0.9790508942622536</c:v>
              </c:pt>
              <c:pt idx="3317">
                <c:v>0.9750576543007954</c:v>
              </c:pt>
              <c:pt idx="3318">
                <c:v>0.9769437940109271</c:v>
              </c:pt>
              <c:pt idx="3319">
                <c:v>0.9004523275237648</c:v>
              </c:pt>
              <c:pt idx="3320">
                <c:v>0.9003297420888726</c:v>
              </c:pt>
              <c:pt idx="3321">
                <c:v>0.961583841349109</c:v>
              </c:pt>
              <c:pt idx="3322">
                <c:v>0.965186254061288</c:v>
              </c:pt>
              <c:pt idx="3323">
                <c:v>0.9714013883023996</c:v>
              </c:pt>
              <c:pt idx="3324">
                <c:v>0.8970368828940793</c:v>
              </c:pt>
              <c:pt idx="3325">
                <c:v>0.9063874151267487</c:v>
              </c:pt>
              <c:pt idx="3326">
                <c:v>0.8420924856092066</c:v>
              </c:pt>
              <c:pt idx="3327">
                <c:v>0.9124038085998827</c:v>
              </c:pt>
              <c:pt idx="3328">
                <c:v>0.910859558442842</c:v>
              </c:pt>
              <c:pt idx="3329">
                <c:v>0.9185547306718737</c:v>
              </c:pt>
              <c:pt idx="3330">
                <c:v>0.8539764953191303</c:v>
              </c:pt>
              <c:pt idx="3331">
                <c:v>0.8993255922052459</c:v>
              </c:pt>
              <c:pt idx="3332">
                <c:v>0.9490908087578127</c:v>
              </c:pt>
              <c:pt idx="3333">
                <c:v>0.9552155540435843</c:v>
              </c:pt>
              <c:pt idx="3334">
                <c:v>0.9481251278304338</c:v>
              </c:pt>
              <c:pt idx="3335">
                <c:v>0.896382803412109</c:v>
              </c:pt>
              <c:pt idx="3336">
                <c:v>0.8974889622811228</c:v>
              </c:pt>
              <c:pt idx="3337">
                <c:v>0.8967756377636587</c:v>
              </c:pt>
              <c:pt idx="3338">
                <c:v>0.9262543176330906</c:v>
              </c:pt>
              <c:pt idx="3339">
                <c:v>0.9007472128289344</c:v>
              </c:pt>
              <c:pt idx="3340">
                <c:v>0.9002970005962914</c:v>
              </c:pt>
              <c:pt idx="3341">
                <c:v>0.9081455878790596</c:v>
              </c:pt>
              <c:pt idx="3342">
                <c:v>0.9407124747237305</c:v>
              </c:pt>
              <c:pt idx="3343">
                <c:v>0.9465797627914381</c:v>
              </c:pt>
              <c:pt idx="3344">
                <c:v>0.951084042421962</c:v>
              </c:pt>
              <c:pt idx="3345">
                <c:v>0.9380314105898672</c:v>
              </c:pt>
              <c:pt idx="3346">
                <c:v>0.8654351458179754</c:v>
              </c:pt>
              <c:pt idx="3347">
                <c:v>0.8631130487058895</c:v>
              </c:pt>
              <c:pt idx="3348">
                <c:v>0.8605401980587762</c:v>
              </c:pt>
              <c:pt idx="3349">
                <c:v>0.8513638922022498</c:v>
              </c:pt>
              <c:pt idx="3350">
                <c:v>0.8544093855216273</c:v>
              </c:pt>
              <c:pt idx="3351">
                <c:v>0.8806829928089358</c:v>
              </c:pt>
              <c:pt idx="3352">
                <c:v>0.9229604849420592</c:v>
              </c:pt>
              <c:pt idx="3353">
                <c:v>0.9304463019262609</c:v>
              </c:pt>
              <c:pt idx="3354">
                <c:v>0.9320598039155454</c:v>
              </c:pt>
              <c:pt idx="3355">
                <c:v>0.8741484577155043</c:v>
              </c:pt>
              <c:pt idx="3356">
                <c:v>0.8964988822214808</c:v>
              </c:pt>
              <c:pt idx="3357">
                <c:v>0.9039187400952339</c:v>
              </c:pt>
              <c:pt idx="3358">
                <c:v>0.9939843385763821</c:v>
              </c:pt>
              <c:pt idx="3359">
                <c:v>1.0047688388123652</c:v>
              </c:pt>
              <c:pt idx="3360">
                <c:v>0.9928749536461913</c:v>
              </c:pt>
              <c:pt idx="3361">
                <c:v>1.007128339092477</c:v>
              </c:pt>
              <c:pt idx="3362">
                <c:v>0.9155393997292126</c:v>
              </c:pt>
              <c:pt idx="3363">
                <c:v>0.9127668023921839</c:v>
              </c:pt>
              <c:pt idx="3364">
                <c:v>0.9221590483062421</c:v>
              </c:pt>
              <c:pt idx="3365">
                <c:v>0.925441802731299</c:v>
              </c:pt>
              <c:pt idx="3366">
                <c:v>0.9394860061590944</c:v>
              </c:pt>
              <c:pt idx="3367">
                <c:v>0.9587812839431754</c:v>
              </c:pt>
              <c:pt idx="3368">
                <c:v>0.9559602071253847</c:v>
              </c:pt>
              <c:pt idx="3369">
                <c:v>0.9256879751873903</c:v>
              </c:pt>
              <c:pt idx="3370">
                <c:v>0.8487308057859424</c:v>
              </c:pt>
              <c:pt idx="3371">
                <c:v>0.847377439545902</c:v>
              </c:pt>
              <c:pt idx="3372">
                <c:v>0.9156997508276429</c:v>
              </c:pt>
              <c:pt idx="3373">
                <c:v>0.9086081848120917</c:v>
              </c:pt>
              <c:pt idx="3374">
                <c:v>0.9128649771140562</c:v>
              </c:pt>
              <c:pt idx="3375">
                <c:v>0.8973591074611407</c:v>
              </c:pt>
              <c:pt idx="3376">
                <c:v>0.8971602613655398</c:v>
              </c:pt>
              <c:pt idx="3377">
                <c:v>0.9133374660234924</c:v>
              </c:pt>
              <c:pt idx="3378">
                <c:v>0.8428033108291505</c:v>
              </c:pt>
              <c:pt idx="3379">
                <c:v>0.8203540912954719</c:v>
              </c:pt>
              <c:pt idx="3380">
                <c:v>0.8301918649373192</c:v>
              </c:pt>
              <c:pt idx="3381">
                <c:v>0.8106146604376777</c:v>
              </c:pt>
              <c:pt idx="3382">
                <c:v>0.9258653374483082</c:v>
              </c:pt>
              <c:pt idx="3383">
                <c:v>0.821486860098462</c:v>
              </c:pt>
              <c:pt idx="3384">
                <c:v>0.9633228279332066</c:v>
              </c:pt>
              <c:pt idx="3385">
                <c:v>0.779774755607173</c:v>
              </c:pt>
              <c:pt idx="3386">
                <c:v>0.9310635003499915</c:v>
              </c:pt>
              <c:pt idx="3387">
                <c:v>0.9286009857560215</c:v>
              </c:pt>
              <c:pt idx="3388">
                <c:v>0.9327678460915468</c:v>
              </c:pt>
              <c:pt idx="3389">
                <c:v>0.9238791017816431</c:v>
              </c:pt>
              <c:pt idx="3390">
                <c:v>0.9194397606041296</c:v>
              </c:pt>
              <c:pt idx="3391">
                <c:v>0.9162077547542035</c:v>
              </c:pt>
              <c:pt idx="3392">
                <c:v>0.9432591649428902</c:v>
              </c:pt>
              <c:pt idx="3393">
                <c:v>0.8469598219071268</c:v>
              </c:pt>
              <c:pt idx="3394">
                <c:v>0.9412071051166069</c:v>
              </c:pt>
              <c:pt idx="3395">
                <c:v>0.9332481121699889</c:v>
              </c:pt>
              <c:pt idx="3396">
                <c:v>0.9429105126899524</c:v>
              </c:pt>
              <c:pt idx="3397">
                <c:v>0.8911238188958925</c:v>
              </c:pt>
              <c:pt idx="3398">
                <c:v>0.9777414922884965</c:v>
              </c:pt>
              <c:pt idx="3399">
                <c:v>0.9018384380726158</c:v>
              </c:pt>
              <c:pt idx="3400">
                <c:v>0.8835393057207838</c:v>
              </c:pt>
              <c:pt idx="3401">
                <c:v>0.8789128852667026</c:v>
              </c:pt>
              <c:pt idx="3402">
                <c:v>0.9893865942992235</c:v>
              </c:pt>
              <c:pt idx="3403">
                <c:v>0.9576303512577055</c:v>
              </c:pt>
              <c:pt idx="3404">
                <c:v>0.9713186803068417</c:v>
              </c:pt>
              <c:pt idx="3405">
                <c:v>1.00426351342881</c:v>
              </c:pt>
              <c:pt idx="3406">
                <c:v>1.0134378851772488</c:v>
              </c:pt>
              <c:pt idx="3407">
                <c:v>1.0140004438609656</c:v>
              </c:pt>
              <c:pt idx="3408">
                <c:v>1.0036795703015282</c:v>
              </c:pt>
              <c:pt idx="3409">
                <c:v>0.8809487116254173</c:v>
              </c:pt>
              <c:pt idx="3410">
                <c:v>0.8773930359698003</c:v>
              </c:pt>
              <c:pt idx="3411">
                <c:v>0.8823600003201827</c:v>
              </c:pt>
              <c:pt idx="3412">
                <c:v>0.9417005493567214</c:v>
              </c:pt>
              <c:pt idx="3413">
                <c:v>0.9303422923287928</c:v>
              </c:pt>
              <c:pt idx="3414">
                <c:v>0.9405118894782</c:v>
              </c:pt>
              <c:pt idx="3415">
                <c:v>0.9397026803451444</c:v>
              </c:pt>
              <c:pt idx="3416">
                <c:v>0.9453179208038441</c:v>
              </c:pt>
              <c:pt idx="3417">
                <c:v>0.9606762161585712</c:v>
              </c:pt>
              <c:pt idx="3418">
                <c:v>0.9601995981307452</c:v>
              </c:pt>
              <c:pt idx="3419">
                <c:v>0.9603289052033079</c:v>
              </c:pt>
              <c:pt idx="3420">
                <c:v>0.962545032665298</c:v>
              </c:pt>
              <c:pt idx="3421">
                <c:v>0.9357970667782495</c:v>
              </c:pt>
              <c:pt idx="3422">
                <c:v>0.944608655296777</c:v>
              </c:pt>
              <c:pt idx="3423">
                <c:v>0.9720345722879151</c:v>
              </c:pt>
              <c:pt idx="3424">
                <c:v>0.9447939524072685</c:v>
              </c:pt>
              <c:pt idx="3425">
                <c:v>0.996384233704582</c:v>
              </c:pt>
              <c:pt idx="3426">
                <c:v>0.9977232958772697</c:v>
              </c:pt>
              <c:pt idx="3427">
                <c:v>0.9981877432089047</c:v>
              </c:pt>
              <c:pt idx="3428">
                <c:v>0.9948505707338616</c:v>
              </c:pt>
              <c:pt idx="3429">
                <c:v>0.9503376769521084</c:v>
              </c:pt>
              <c:pt idx="3430">
                <c:v>0.962167751425641</c:v>
              </c:pt>
              <c:pt idx="3431">
                <c:v>0.9260566028145699</c:v>
              </c:pt>
              <c:pt idx="3432">
                <c:v>0.957664922816021</c:v>
              </c:pt>
              <c:pt idx="3433">
                <c:v>0.9633529712134127</c:v>
              </c:pt>
              <c:pt idx="3434">
                <c:v>0.9645153721969797</c:v>
              </c:pt>
              <c:pt idx="3435">
                <c:v>0.9681017236617512</c:v>
              </c:pt>
              <c:pt idx="3436">
                <c:v>0.9383956501790915</c:v>
              </c:pt>
              <c:pt idx="3437">
                <c:v>0.933562599909026</c:v>
              </c:pt>
              <c:pt idx="3438">
                <c:v>0.8624079260947789</c:v>
              </c:pt>
              <c:pt idx="3439">
                <c:v>0.8783812208188907</c:v>
              </c:pt>
              <c:pt idx="3440">
                <c:v>0.9243085990294504</c:v>
              </c:pt>
              <c:pt idx="3441">
                <c:v>0.9686022545082891</c:v>
              </c:pt>
              <c:pt idx="3442">
                <c:v>0.8991211987634191</c:v>
              </c:pt>
              <c:pt idx="3443">
                <c:v>0.9043331196018048</c:v>
              </c:pt>
              <c:pt idx="3444">
                <c:v>0.9730448102738807</c:v>
              </c:pt>
              <c:pt idx="3445">
                <c:v>0.9480059138635627</c:v>
              </c:pt>
              <c:pt idx="3446">
                <c:v>0.9456913518746194</c:v>
              </c:pt>
              <c:pt idx="3447">
                <c:v>0.9597603781260363</c:v>
              </c:pt>
              <c:pt idx="3448">
                <c:v>0.9334474353253785</c:v>
              </c:pt>
              <c:pt idx="3449">
                <c:v>0.9327864513577244</c:v>
              </c:pt>
              <c:pt idx="3450">
                <c:v>0.9437869734024273</c:v>
              </c:pt>
              <c:pt idx="3451">
                <c:v>0.9462489357870784</c:v>
              </c:pt>
              <c:pt idx="3452">
                <c:v>0.9362150138416191</c:v>
              </c:pt>
              <c:pt idx="3453">
                <c:v>0.9985356205426353</c:v>
              </c:pt>
              <c:pt idx="3454">
                <c:v>0.9505354915116757</c:v>
              </c:pt>
              <c:pt idx="3455">
                <c:v>0.9507968498440719</c:v>
              </c:pt>
              <c:pt idx="3456">
                <c:v>0.9545545935439687</c:v>
              </c:pt>
              <c:pt idx="3457">
                <c:v>0.9681617945193984</c:v>
              </c:pt>
              <c:pt idx="3458">
                <c:v>0.9260715039729539</c:v>
              </c:pt>
              <c:pt idx="3459">
                <c:v>0.9317330431826685</c:v>
              </c:pt>
              <c:pt idx="3460">
                <c:v>0.9415854859871442</c:v>
              </c:pt>
              <c:pt idx="3461">
                <c:v>0.9692660925447245</c:v>
              </c:pt>
              <c:pt idx="3462">
                <c:v>0.9305425412707267</c:v>
              </c:pt>
              <c:pt idx="3463">
                <c:v>0.9391526057270669</c:v>
              </c:pt>
              <c:pt idx="3464">
                <c:v>0.9697450408174608</c:v>
              </c:pt>
              <c:pt idx="3465">
                <c:v>0.9799604204049757</c:v>
              </c:pt>
              <c:pt idx="3466">
                <c:v>0.9776451032626601</c:v>
              </c:pt>
              <c:pt idx="3467">
                <c:v>0.9708848810466568</c:v>
              </c:pt>
              <c:pt idx="3468">
                <c:v>0.9140887868623269</c:v>
              </c:pt>
              <c:pt idx="3469">
                <c:v>0.9151092267500793</c:v>
              </c:pt>
              <c:pt idx="3470">
                <c:v>0.9151623707124829</c:v>
              </c:pt>
              <c:pt idx="3471">
                <c:v>0.9218361579251491</c:v>
              </c:pt>
              <c:pt idx="3472">
                <c:v>0.9385845814260739</c:v>
              </c:pt>
              <c:pt idx="3473">
                <c:v>0.9445771148976809</c:v>
              </c:pt>
              <c:pt idx="3474">
                <c:v>0.9366353284348303</c:v>
              </c:pt>
              <c:pt idx="3475">
                <c:v>0.9138080327162096</c:v>
              </c:pt>
              <c:pt idx="3476">
                <c:v>0.9401540012596005</c:v>
              </c:pt>
              <c:pt idx="3477">
                <c:v>0.9398229584289587</c:v>
              </c:pt>
              <c:pt idx="3478">
                <c:v>0.9388745987376151</c:v>
              </c:pt>
              <c:pt idx="3479">
                <c:v>0.9380222910165807</c:v>
              </c:pt>
              <c:pt idx="3480">
                <c:v>0.9945801563327719</c:v>
              </c:pt>
              <c:pt idx="3481">
                <c:v>0.9581915905012109</c:v>
              </c:pt>
              <c:pt idx="3482">
                <c:v>0.9339633290018292</c:v>
              </c:pt>
              <c:pt idx="3483">
                <c:v>0.7487408219422936</c:v>
              </c:pt>
              <c:pt idx="3484">
                <c:v>0.7123481793071961</c:v>
              </c:pt>
              <c:pt idx="3485">
                <c:v>0.8753637018875551</c:v>
              </c:pt>
              <c:pt idx="3486">
                <c:v>0.8450524123166526</c:v>
              </c:pt>
              <c:pt idx="3487">
                <c:v>0.8887492936245533</c:v>
              </c:pt>
              <c:pt idx="3488">
                <c:v>0.9574478685021997</c:v>
              </c:pt>
              <c:pt idx="3489">
                <c:v>0.9192553065015054</c:v>
              </c:pt>
              <c:pt idx="3490">
                <c:v>0.9329230572504524</c:v>
              </c:pt>
              <c:pt idx="3491">
                <c:v>0.9330325937119351</c:v>
              </c:pt>
              <c:pt idx="3492">
                <c:v>0.9567434578449789</c:v>
              </c:pt>
              <c:pt idx="3493">
                <c:v>0.9510456286727412</c:v>
              </c:pt>
              <c:pt idx="3494">
                <c:v>0.9585880030818091</c:v>
              </c:pt>
              <c:pt idx="3495">
                <c:v>0.9549628881241765</c:v>
              </c:pt>
              <c:pt idx="3496">
                <c:v>0.9609856109590501</c:v>
              </c:pt>
              <c:pt idx="3497">
                <c:v>0.9645445368373344</c:v>
              </c:pt>
              <c:pt idx="3498">
                <c:v>0.9551172997576959</c:v>
              </c:pt>
              <c:pt idx="3499">
                <c:v>0.9430704255522562</c:v>
              </c:pt>
              <c:pt idx="3500">
                <c:v>0.8552125714337611</c:v>
              </c:pt>
              <c:pt idx="3501">
                <c:v>0.8910096530415055</c:v>
              </c:pt>
              <c:pt idx="3502">
                <c:v>0.9868368343567262</c:v>
              </c:pt>
              <c:pt idx="3503">
                <c:v>0.9866285775314105</c:v>
              </c:pt>
              <c:pt idx="3504">
                <c:v>0.9869038550873698</c:v>
              </c:pt>
              <c:pt idx="3505">
                <c:v>0.9843756304790996</c:v>
              </c:pt>
              <c:pt idx="3506">
                <c:v>0.9803370037170445</c:v>
              </c:pt>
              <c:pt idx="3507">
                <c:v>0.95092084077755</c:v>
              </c:pt>
              <c:pt idx="3508">
                <c:v>0.9481775101426962</c:v>
              </c:pt>
              <c:pt idx="3509">
                <c:v>0.9385482934349165</c:v>
              </c:pt>
              <c:pt idx="3510">
                <c:v>0.9088347503480215</c:v>
              </c:pt>
              <c:pt idx="3511">
                <c:v>0.9185689030978238</c:v>
              </c:pt>
              <c:pt idx="3512">
                <c:v>0.9309431611508956</c:v>
              </c:pt>
              <c:pt idx="3513">
                <c:v>0.9715923264908616</c:v>
              </c:pt>
              <c:pt idx="3514">
                <c:v>0.9713141155483176</c:v>
              </c:pt>
              <c:pt idx="3515">
                <c:v>0.892788082912437</c:v>
              </c:pt>
              <c:pt idx="3516">
                <c:v>0.9950828131410285</c:v>
              </c:pt>
              <c:pt idx="3517">
                <c:v>0.9888395993285637</c:v>
              </c:pt>
              <c:pt idx="3518">
                <c:v>0.8562139994789625</c:v>
              </c:pt>
              <c:pt idx="3519">
                <c:v>0.939992569083914</c:v>
              </c:pt>
              <c:pt idx="3520">
                <c:v>0.9144737619618698</c:v>
              </c:pt>
              <c:pt idx="3521">
                <c:v>0.9100695771271219</c:v>
              </c:pt>
              <c:pt idx="3522">
                <c:v>0.9187726186636938</c:v>
              </c:pt>
              <c:pt idx="3523">
                <c:v>0.896863849915221</c:v>
              </c:pt>
              <c:pt idx="3524">
                <c:v>0.9163068360945583</c:v>
              </c:pt>
              <c:pt idx="3525">
                <c:v>0.91014970020962</c:v>
              </c:pt>
              <c:pt idx="3526">
                <c:v>0.9479761694815401</c:v>
              </c:pt>
              <c:pt idx="3527">
                <c:v>0.9302451128735909</c:v>
              </c:pt>
              <c:pt idx="3528">
                <c:v>0.9190319217564622</c:v>
              </c:pt>
              <c:pt idx="3529">
                <c:v>0.9246943339168432</c:v>
              </c:pt>
              <c:pt idx="3530">
                <c:v>0.9210559018638065</c:v>
              </c:pt>
              <c:pt idx="3531">
                <c:v>0.8403582493865432</c:v>
              </c:pt>
              <c:pt idx="3532">
                <c:v>0.8774762212498446</c:v>
              </c:pt>
              <c:pt idx="3533">
                <c:v>0.8622091861602396</c:v>
              </c:pt>
              <c:pt idx="3534">
                <c:v>0.9320109058226624</c:v>
              </c:pt>
              <c:pt idx="3535">
                <c:v>0.827547105135289</c:v>
              </c:pt>
              <c:pt idx="3536">
                <c:v>0.8122352968326555</c:v>
              </c:pt>
              <c:pt idx="3537">
                <c:v>0.8116838563946329</c:v>
              </c:pt>
              <c:pt idx="3538">
                <c:v>0.787536981309918</c:v>
              </c:pt>
              <c:pt idx="3539">
                <c:v>0.9416187859271776</c:v>
              </c:pt>
              <c:pt idx="3540">
                <c:v>0.8493846539558055</c:v>
              </c:pt>
              <c:pt idx="3541">
                <c:v>0.8809987253322309</c:v>
              </c:pt>
              <c:pt idx="3542">
                <c:v>0.9192130338491739</c:v>
              </c:pt>
              <c:pt idx="3543">
                <c:v>1.0059015412425172</c:v>
              </c:pt>
              <c:pt idx="3544">
                <c:v>0.921621121314345</c:v>
              </c:pt>
              <c:pt idx="3545">
                <c:v>0.8656065540927581</c:v>
              </c:pt>
              <c:pt idx="3546">
                <c:v>0.8468317145363704</c:v>
              </c:pt>
              <c:pt idx="3547">
                <c:v>0.9304774438997421</c:v>
              </c:pt>
              <c:pt idx="3548">
                <c:v>0.919140894707733</c:v>
              </c:pt>
              <c:pt idx="3549">
                <c:v>0.8015038230153024</c:v>
              </c:pt>
              <c:pt idx="3550">
                <c:v>0.9367386300264648</c:v>
              </c:pt>
              <c:pt idx="3551">
                <c:v>0.8853705965808485</c:v>
              </c:pt>
              <c:pt idx="3552">
                <c:v>0.9232790161135799</c:v>
              </c:pt>
              <c:pt idx="3553">
                <c:v>0.8834066143309203</c:v>
              </c:pt>
              <c:pt idx="3554">
                <c:v>0.8585678895731308</c:v>
              </c:pt>
              <c:pt idx="3555">
                <c:v>0.9409306197015035</c:v>
              </c:pt>
              <c:pt idx="3556">
                <c:v>0.9470419590774096</c:v>
              </c:pt>
              <c:pt idx="3557">
                <c:v>0.7786194609559027</c:v>
              </c:pt>
              <c:pt idx="3558">
                <c:v>0.9374912514078281</c:v>
              </c:pt>
              <c:pt idx="3559">
                <c:v>0.9515828786083743</c:v>
              </c:pt>
              <c:pt idx="3560">
                <c:v>0.8403406360134718</c:v>
              </c:pt>
              <c:pt idx="3561">
                <c:v>0.9865586718936298</c:v>
              </c:pt>
              <c:pt idx="3562">
                <c:v>0.9315423048708762</c:v>
              </c:pt>
              <c:pt idx="3563">
                <c:v>0.9737245863091801</c:v>
              </c:pt>
              <c:pt idx="3564">
                <c:v>0.9693310706734003</c:v>
              </c:pt>
              <c:pt idx="3565">
                <c:v>0.9334058779204327</c:v>
              </c:pt>
              <c:pt idx="3566">
                <c:v>0.8896781477047134</c:v>
              </c:pt>
              <c:pt idx="3567">
                <c:v>0.9556454735053268</c:v>
              </c:pt>
              <c:pt idx="3568">
                <c:v>0.9902988845268125</c:v>
              </c:pt>
              <c:pt idx="3569">
                <c:v>0.9371423262520732</c:v>
              </c:pt>
              <c:pt idx="3570">
                <c:v>0.9127614541069653</c:v>
              </c:pt>
              <c:pt idx="3571">
                <c:v>0.9076523899511321</c:v>
              </c:pt>
              <c:pt idx="3572">
                <c:v>0.9582546182587224</c:v>
              </c:pt>
              <c:pt idx="3573">
                <c:v>0.923526225847414</c:v>
              </c:pt>
              <c:pt idx="3574">
                <c:v>0.9870295688266615</c:v>
              </c:pt>
              <c:pt idx="3575">
                <c:v>0.9908980856989819</c:v>
              </c:pt>
              <c:pt idx="3576">
                <c:v>0.9591908266031731</c:v>
              </c:pt>
              <c:pt idx="3577">
                <c:v>0.9583528490621992</c:v>
              </c:pt>
            </c:numLit>
          </c:xVal>
          <c:yVal>
            <c:numLit>
              <c:formatCode>0.00</c:formatCode>
              <c:ptCount val="3578"/>
              <c:pt idx="0">
                <c:v>0.5177087353174232</c:v>
              </c:pt>
              <c:pt idx="1">
                <c:v>0.3310693923288435</c:v>
              </c:pt>
              <c:pt idx="2">
                <c:v>0.4530611145525916</c:v>
              </c:pt>
              <c:pt idx="3">
                <c:v>0.6410898835358082</c:v>
              </c:pt>
              <c:pt idx="4">
                <c:v>0.6410036680366119</c:v>
              </c:pt>
              <c:pt idx="5">
                <c:v>0.640203723096098</c:v>
              </c:pt>
              <c:pt idx="6">
                <c:v>0.6374759304318344</c:v>
              </c:pt>
              <c:pt idx="7">
                <c:v>0.6419551129425182</c:v>
              </c:pt>
              <c:pt idx="8">
                <c:v>0.47942442905510996</c:v>
              </c:pt>
              <c:pt idx="9">
                <c:v>0.4925381684451128</c:v>
              </c:pt>
              <c:pt idx="10">
                <c:v>0.4160994220422237</c:v>
              </c:pt>
              <c:pt idx="11">
                <c:v>0.17485755987298063</c:v>
              </c:pt>
              <c:pt idx="12">
                <c:v>0.11453025663483662</c:v>
              </c:pt>
              <c:pt idx="13">
                <c:v>0.11301664994905901</c:v>
              </c:pt>
              <c:pt idx="14">
                <c:v>0.185113754850319</c:v>
              </c:pt>
              <c:pt idx="15">
                <c:v>0.19296488052637017</c:v>
              </c:pt>
              <c:pt idx="16">
                <c:v>0.32994273685527875</c:v>
              </c:pt>
              <c:pt idx="17">
                <c:v>0.3322222572734678</c:v>
              </c:pt>
              <c:pt idx="18">
                <c:v>0.3447576402689268</c:v>
              </c:pt>
              <c:pt idx="19">
                <c:v>0.3745115902185833</c:v>
              </c:pt>
              <c:pt idx="20">
                <c:v>0.3185903841142832</c:v>
              </c:pt>
              <c:pt idx="21">
                <c:v>0.5781251144498338</c:v>
              </c:pt>
              <c:pt idx="22">
                <c:v>0.570617868152688</c:v>
              </c:pt>
              <c:pt idx="23">
                <c:v>0.5547407966254774</c:v>
              </c:pt>
              <c:pt idx="24">
                <c:v>0.5434125743397643</c:v>
              </c:pt>
              <c:pt idx="25">
                <c:v>0.5473772954137672</c:v>
              </c:pt>
              <c:pt idx="26">
                <c:v>0.5458503228216289</c:v>
              </c:pt>
              <c:pt idx="27">
                <c:v>0.548113476625188</c:v>
              </c:pt>
              <c:pt idx="28">
                <c:v>0.5633076038169151</c:v>
              </c:pt>
              <c:pt idx="29">
                <c:v>0.5719786240528208</c:v>
              </c:pt>
              <c:pt idx="30">
                <c:v>0.5045473099490098</c:v>
              </c:pt>
              <c:pt idx="31">
                <c:v>0.4830120708822414</c:v>
              </c:pt>
              <c:pt idx="32">
                <c:v>0.48350595893706627</c:v>
              </c:pt>
              <c:pt idx="33">
                <c:v>0.5667230102072567</c:v>
              </c:pt>
              <c:pt idx="34">
                <c:v>0.3105782240969155</c:v>
              </c:pt>
              <c:pt idx="35">
                <c:v>0.3288444706349428</c:v>
              </c:pt>
              <c:pt idx="36">
                <c:v>0.3551107921802838</c:v>
              </c:pt>
              <c:pt idx="37">
                <c:v>0.4010138982867977</c:v>
              </c:pt>
              <c:pt idx="38">
                <c:v>0.25521165551114566</c:v>
              </c:pt>
              <c:pt idx="39">
                <c:v>0.37153547407077153</c:v>
              </c:pt>
              <c:pt idx="40">
                <c:v>0.34222458904519254</c:v>
              </c:pt>
              <c:pt idx="41">
                <c:v>0.24791447873347572</c:v>
              </c:pt>
              <c:pt idx="42">
                <c:v>0.5382212033542371</c:v>
              </c:pt>
              <c:pt idx="43">
                <c:v>0.49498023044841255</c:v>
              </c:pt>
              <c:pt idx="44">
                <c:v>0.5111842218358789</c:v>
              </c:pt>
              <c:pt idx="45">
                <c:v>0.24538229460600466</c:v>
              </c:pt>
              <c:pt idx="46">
                <c:v>0.2040073872291223</c:v>
              </c:pt>
              <c:pt idx="47">
                <c:v>0.21737795253638853</c:v>
              </c:pt>
              <c:pt idx="48">
                <c:v>0.03331493683388724</c:v>
              </c:pt>
              <c:pt idx="49">
                <c:v>0.039658501858680625</c:v>
              </c:pt>
              <c:pt idx="50">
                <c:v>0.016734267437600828</c:v>
              </c:pt>
              <c:pt idx="51">
                <c:v>0.24438221344278646</c:v>
              </c:pt>
              <c:pt idx="52">
                <c:v>0.28019252238920317</c:v>
              </c:pt>
              <c:pt idx="53">
                <c:v>0.2021507220287029</c:v>
              </c:pt>
              <c:pt idx="54">
                <c:v>0.18789528719766263</c:v>
              </c:pt>
              <c:pt idx="55">
                <c:v>0.15243253349630603</c:v>
              </c:pt>
              <c:pt idx="56">
                <c:v>0.13366765430499805</c:v>
              </c:pt>
              <c:pt idx="57">
                <c:v>0.08961586887124075</c:v>
              </c:pt>
              <c:pt idx="58">
                <c:v>0.6016772922898327</c:v>
              </c:pt>
              <c:pt idx="59">
                <c:v>0.5975282948135036</c:v>
              </c:pt>
              <c:pt idx="60">
                <c:v>0.600455757387351</c:v>
              </c:pt>
              <c:pt idx="61">
                <c:v>0.6020411542166235</c:v>
              </c:pt>
              <c:pt idx="62">
                <c:v>0.6227990191070851</c:v>
              </c:pt>
              <c:pt idx="63">
                <c:v>0.6249212734365682</c:v>
              </c:pt>
              <c:pt idx="64">
                <c:v>0.6233632316081147</c:v>
              </c:pt>
              <c:pt idx="65">
                <c:v>0.39168196325633764</c:v>
              </c:pt>
              <c:pt idx="66">
                <c:v>0.5203616943502289</c:v>
              </c:pt>
              <c:pt idx="67">
                <c:v>0.4716449875840287</c:v>
              </c:pt>
              <c:pt idx="68">
                <c:v>0.506290299128665</c:v>
              </c:pt>
              <c:pt idx="69">
                <c:v>0.47970552819250817</c:v>
              </c:pt>
              <c:pt idx="70">
                <c:v>0.45567439680834154</c:v>
              </c:pt>
              <c:pt idx="71">
                <c:v>0.48018992684451767</c:v>
              </c:pt>
              <c:pt idx="72">
                <c:v>0.4503642237207709</c:v>
              </c:pt>
              <c:pt idx="73">
                <c:v>0.2735051634560055</c:v>
              </c:pt>
              <c:pt idx="74">
                <c:v>0.2929649024095887</c:v>
              </c:pt>
              <c:pt idx="75">
                <c:v>0.18830736800428174</c:v>
              </c:pt>
              <c:pt idx="76">
                <c:v>0.6147496922102063</c:v>
              </c:pt>
              <c:pt idx="77">
                <c:v>0.6094269051930417</c:v>
              </c:pt>
              <c:pt idx="78">
                <c:v>0.6060034820741159</c:v>
              </c:pt>
              <c:pt idx="79">
                <c:v>0.580780030662977</c:v>
              </c:pt>
              <c:pt idx="80">
                <c:v>0.6096566299339219</c:v>
              </c:pt>
              <c:pt idx="81">
                <c:v>0.5824286903565278</c:v>
              </c:pt>
              <c:pt idx="82">
                <c:v>0.6037490190421734</c:v>
              </c:pt>
              <c:pt idx="83">
                <c:v>0.0685043652348887</c:v>
              </c:pt>
              <c:pt idx="84">
                <c:v>0.07056099781838197</c:v>
              </c:pt>
              <c:pt idx="85">
                <c:v>0.11453524352470498</c:v>
              </c:pt>
              <c:pt idx="86">
                <c:v>0.03263136617865683</c:v>
              </c:pt>
              <c:pt idx="87">
                <c:v>0.010434134417731514</c:v>
              </c:pt>
              <c:pt idx="88">
                <c:v>2.606652060958602E-07</c:v>
              </c:pt>
              <c:pt idx="89">
                <c:v>0.1308086211827241</c:v>
              </c:pt>
              <c:pt idx="90">
                <c:v>0.11358852201734689</c:v>
              </c:pt>
              <c:pt idx="91">
                <c:v>0.08876854598386767</c:v>
              </c:pt>
              <c:pt idx="92">
                <c:v>0.2455317640177081</c:v>
              </c:pt>
              <c:pt idx="93">
                <c:v>0.5068552349225772</c:v>
              </c:pt>
              <c:pt idx="94">
                <c:v>0.5105505612054485</c:v>
              </c:pt>
              <c:pt idx="95">
                <c:v>0.4944258995637937</c:v>
              </c:pt>
              <c:pt idx="96">
                <c:v>0.40674085571861995</c:v>
              </c:pt>
              <c:pt idx="97">
                <c:v>0.548939456305803</c:v>
              </c:pt>
              <c:pt idx="98">
                <c:v>0.6107844474424973</c:v>
              </c:pt>
              <c:pt idx="99">
                <c:v>0.6327356577902062</c:v>
              </c:pt>
              <c:pt idx="100">
                <c:v>0.628733168198412</c:v>
              </c:pt>
              <c:pt idx="101">
                <c:v>0.6323074645949174</c:v>
              </c:pt>
              <c:pt idx="102">
                <c:v>0.6190414167233877</c:v>
              </c:pt>
              <c:pt idx="103">
                <c:v>0.5699993724125058</c:v>
              </c:pt>
              <c:pt idx="104">
                <c:v>0.5903610950404532</c:v>
              </c:pt>
              <c:pt idx="105">
                <c:v>0.6035667807862847</c:v>
              </c:pt>
              <c:pt idx="106">
                <c:v>0.5625404075952516</c:v>
              </c:pt>
              <c:pt idx="107">
                <c:v>0.5799010397085206</c:v>
              </c:pt>
              <c:pt idx="108">
                <c:v>0.5703524374824835</c:v>
              </c:pt>
              <c:pt idx="109">
                <c:v>0.31894604138461996</c:v>
              </c:pt>
              <c:pt idx="110">
                <c:v>0.37966384146066373</c:v>
              </c:pt>
              <c:pt idx="111">
                <c:v>0.2927381880728099</c:v>
              </c:pt>
              <c:pt idx="112">
                <c:v>0.33666385534355503</c:v>
              </c:pt>
              <c:pt idx="113">
                <c:v>0.6296111048117653</c:v>
              </c:pt>
              <c:pt idx="114">
                <c:v>0.6164440981252658</c:v>
              </c:pt>
              <c:pt idx="115">
                <c:v>0.6283844354101193</c:v>
              </c:pt>
              <c:pt idx="116">
                <c:v>0.1619986016626864</c:v>
              </c:pt>
              <c:pt idx="117">
                <c:v>0.11425289073503114</c:v>
              </c:pt>
              <c:pt idx="118">
                <c:v>0.11440943649362526</c:v>
              </c:pt>
              <c:pt idx="119">
                <c:v>0.08078802870909553</c:v>
              </c:pt>
              <c:pt idx="120">
                <c:v>0.09161541205119941</c:v>
              </c:pt>
              <c:pt idx="121">
                <c:v>0.07496731396154417</c:v>
              </c:pt>
              <c:pt idx="122">
                <c:v>0.07855559785964006</c:v>
              </c:pt>
              <c:pt idx="123">
                <c:v>0.06962392783274676</c:v>
              </c:pt>
              <c:pt idx="124">
                <c:v>0.5030459105623208</c:v>
              </c:pt>
              <c:pt idx="125">
                <c:v>0.28113392960649236</c:v>
              </c:pt>
              <c:pt idx="126">
                <c:v>0.32172690883829297</c:v>
              </c:pt>
              <c:pt idx="127">
                <c:v>0.3410716639598614</c:v>
              </c:pt>
              <c:pt idx="128">
                <c:v>0.5980062327221118</c:v>
              </c:pt>
              <c:pt idx="129">
                <c:v>0.5876587087817979</c:v>
              </c:pt>
              <c:pt idx="130">
                <c:v>0.4469885506279596</c:v>
              </c:pt>
              <c:pt idx="131">
                <c:v>0.3169014649280562</c:v>
              </c:pt>
              <c:pt idx="132">
                <c:v>0.32985629776470415</c:v>
              </c:pt>
              <c:pt idx="133">
                <c:v>0.3487482753105027</c:v>
              </c:pt>
              <c:pt idx="134">
                <c:v>0.30392399605663806</c:v>
              </c:pt>
              <c:pt idx="135">
                <c:v>0.4774261402329305</c:v>
              </c:pt>
              <c:pt idx="136">
                <c:v>0.14959863204961546</c:v>
              </c:pt>
              <c:pt idx="137">
                <c:v>0.5967926312680931</c:v>
              </c:pt>
              <c:pt idx="138">
                <c:v>0.575597747644163</c:v>
              </c:pt>
              <c:pt idx="139">
                <c:v>0.5865589857612783</c:v>
              </c:pt>
              <c:pt idx="140">
                <c:v>0.5726930698612389</c:v>
              </c:pt>
              <c:pt idx="141">
                <c:v>0.5995695003560693</c:v>
              </c:pt>
              <c:pt idx="142">
                <c:v>0.24213102661232877</c:v>
              </c:pt>
              <c:pt idx="143">
                <c:v>0.23994981318619685</c:v>
              </c:pt>
              <c:pt idx="144">
                <c:v>0.596254856843337</c:v>
              </c:pt>
              <c:pt idx="145">
                <c:v>0.5689053105578848</c:v>
              </c:pt>
              <c:pt idx="146">
                <c:v>0.5991186410359643</c:v>
              </c:pt>
              <c:pt idx="147">
                <c:v>0.5593423227730597</c:v>
              </c:pt>
              <c:pt idx="148">
                <c:v>0.5511830156206233</c:v>
              </c:pt>
              <c:pt idx="149">
                <c:v>0.08689403617812703</c:v>
              </c:pt>
              <c:pt idx="150">
                <c:v>0.02565400900806422</c:v>
              </c:pt>
              <c:pt idx="151">
                <c:v>0.10052127947205786</c:v>
              </c:pt>
              <c:pt idx="152">
                <c:v>0.034459524539002126</c:v>
              </c:pt>
              <c:pt idx="153">
                <c:v>0.30415595185445454</c:v>
              </c:pt>
              <c:pt idx="154">
                <c:v>0.2907073201872139</c:v>
              </c:pt>
              <c:pt idx="155">
                <c:v>0.22043378031245886</c:v>
              </c:pt>
              <c:pt idx="156">
                <c:v>0.19422701748029655</c:v>
              </c:pt>
              <c:pt idx="157">
                <c:v>0.19657926981417817</c:v>
              </c:pt>
              <c:pt idx="158">
                <c:v>0.15962213575059891</c:v>
              </c:pt>
              <c:pt idx="159">
                <c:v>0.1769369752908088</c:v>
              </c:pt>
              <c:pt idx="160">
                <c:v>0.06911498269590302</c:v>
              </c:pt>
              <c:pt idx="161">
                <c:v>0.1045134159779448</c:v>
              </c:pt>
              <c:pt idx="162">
                <c:v>0.33758210387842985</c:v>
              </c:pt>
              <c:pt idx="163">
                <c:v>0.3568919087350473</c:v>
              </c:pt>
              <c:pt idx="164">
                <c:v>0.32515143367810007</c:v>
              </c:pt>
              <c:pt idx="165">
                <c:v>0.41464726013344366</c:v>
              </c:pt>
              <c:pt idx="166">
                <c:v>0.007046479787898963</c:v>
              </c:pt>
              <c:pt idx="167">
                <c:v>1.350652181666506E-07</c:v>
              </c:pt>
              <c:pt idx="168">
                <c:v>1.1812180172506162E-07</c:v>
              </c:pt>
              <c:pt idx="169">
                <c:v>0.3134858528469599</c:v>
              </c:pt>
              <c:pt idx="170">
                <c:v>0.37165802364042844</c:v>
              </c:pt>
              <c:pt idx="171">
                <c:v>0.30923090565393213</c:v>
              </c:pt>
              <c:pt idx="172">
                <c:v>0.3409804172117354</c:v>
              </c:pt>
              <c:pt idx="173">
                <c:v>0.38639439092077443</c:v>
              </c:pt>
              <c:pt idx="174">
                <c:v>0.2001698629128252</c:v>
              </c:pt>
              <c:pt idx="175">
                <c:v>0.2063009859290019</c:v>
              </c:pt>
              <c:pt idx="176">
                <c:v>0.26761186042165064</c:v>
              </c:pt>
              <c:pt idx="177">
                <c:v>0.27877882669357495</c:v>
              </c:pt>
              <c:pt idx="178">
                <c:v>0.23028126320296707</c:v>
              </c:pt>
              <c:pt idx="179">
                <c:v>0.22407614138904625</c:v>
              </c:pt>
              <c:pt idx="180">
                <c:v>0.555042737732106</c:v>
              </c:pt>
              <c:pt idx="181">
                <c:v>0.5521339615696652</c:v>
              </c:pt>
              <c:pt idx="182">
                <c:v>0.5588252778954323</c:v>
              </c:pt>
              <c:pt idx="183">
                <c:v>0.1979535327561449</c:v>
              </c:pt>
              <c:pt idx="184">
                <c:v>0.2942495548218682</c:v>
              </c:pt>
              <c:pt idx="185">
                <c:v>0.19988994985494984</c:v>
              </c:pt>
              <c:pt idx="186">
                <c:v>0.2712098394439943</c:v>
              </c:pt>
              <c:pt idx="187">
                <c:v>0.4705601097782724</c:v>
              </c:pt>
              <c:pt idx="188">
                <c:v>0.46420325352766384</c:v>
              </c:pt>
              <c:pt idx="189">
                <c:v>0.437723784778933</c:v>
              </c:pt>
              <c:pt idx="190">
                <c:v>0.08923013415374771</c:v>
              </c:pt>
              <c:pt idx="191">
                <c:v>0.033527659789683695</c:v>
              </c:pt>
              <c:pt idx="192">
                <c:v>0.0385385590293949</c:v>
              </c:pt>
              <c:pt idx="193">
                <c:v>0.027119162553843737</c:v>
              </c:pt>
              <c:pt idx="194">
                <c:v>0.24487006245046572</c:v>
              </c:pt>
              <c:pt idx="195">
                <c:v>0.385618747228118</c:v>
              </c:pt>
              <c:pt idx="196">
                <c:v>0.3862023847424787</c:v>
              </c:pt>
              <c:pt idx="197">
                <c:v>0.34270474085082</c:v>
              </c:pt>
              <c:pt idx="198">
                <c:v>0.056697612899984554</c:v>
              </c:pt>
              <c:pt idx="199">
                <c:v>0.05161699369879982</c:v>
              </c:pt>
              <c:pt idx="200">
                <c:v>4.7087043406211935E-07</c:v>
              </c:pt>
              <c:pt idx="201">
                <c:v>4.90046524846268E-07</c:v>
              </c:pt>
              <c:pt idx="202">
                <c:v>0.1637925494432474</c:v>
              </c:pt>
              <c:pt idx="203">
                <c:v>0.10927167161205084</c:v>
              </c:pt>
              <c:pt idx="204">
                <c:v>0.09967186498027034</c:v>
              </c:pt>
              <c:pt idx="205">
                <c:v>0.002625256222997037</c:v>
              </c:pt>
              <c:pt idx="206">
                <c:v>2.2545142530296177E-07</c:v>
              </c:pt>
              <c:pt idx="207">
                <c:v>0.3930789656155035</c:v>
              </c:pt>
              <c:pt idx="208">
                <c:v>0.3453741142761076</c:v>
              </c:pt>
              <c:pt idx="209">
                <c:v>0.5952972190892665</c:v>
              </c:pt>
              <c:pt idx="210">
                <c:v>0.046669548767595145</c:v>
              </c:pt>
              <c:pt idx="211">
                <c:v>0.05000929999038433</c:v>
              </c:pt>
              <c:pt idx="212">
                <c:v>0.31498747431014545</c:v>
              </c:pt>
              <c:pt idx="213">
                <c:v>0.16729465584530762</c:v>
              </c:pt>
              <c:pt idx="214">
                <c:v>0.17398080672055471</c:v>
              </c:pt>
              <c:pt idx="215">
                <c:v>0.167321325423641</c:v>
              </c:pt>
              <c:pt idx="216">
                <c:v>0.07633711242873015</c:v>
              </c:pt>
              <c:pt idx="217">
                <c:v>0.10350295651405816</c:v>
              </c:pt>
              <c:pt idx="218">
                <c:v>0.07755601152217703</c:v>
              </c:pt>
              <c:pt idx="219">
                <c:v>0.08422807200654472</c:v>
              </c:pt>
              <c:pt idx="220">
                <c:v>0.04327079200542826</c:v>
              </c:pt>
              <c:pt idx="221">
                <c:v>0.3903861927387765</c:v>
              </c:pt>
              <c:pt idx="222">
                <c:v>0.45462916139462317</c:v>
              </c:pt>
              <c:pt idx="223">
                <c:v>0.39919082429319497</c:v>
              </c:pt>
              <c:pt idx="224">
                <c:v>0.037147611244339414</c:v>
              </c:pt>
              <c:pt idx="225">
                <c:v>0.10584345141263608</c:v>
              </c:pt>
              <c:pt idx="226">
                <c:v>0.2696790140064977</c:v>
              </c:pt>
              <c:pt idx="227">
                <c:v>0.14708788468053155</c:v>
              </c:pt>
              <c:pt idx="228">
                <c:v>0.12151015398727125</c:v>
              </c:pt>
              <c:pt idx="229">
                <c:v>0.15344922743930475</c:v>
              </c:pt>
              <c:pt idx="230">
                <c:v>0.20774530317847964</c:v>
              </c:pt>
              <c:pt idx="231">
                <c:v>0.1935566476887074</c:v>
              </c:pt>
              <c:pt idx="232">
                <c:v>0.04169950455679502</c:v>
              </c:pt>
              <c:pt idx="233">
                <c:v>0.05227137077344343</c:v>
              </c:pt>
              <c:pt idx="234">
                <c:v>0.04286507517148962</c:v>
              </c:pt>
              <c:pt idx="235">
                <c:v>0.0854176577326265</c:v>
              </c:pt>
              <c:pt idx="236">
                <c:v>0.051954141501149464</c:v>
              </c:pt>
              <c:pt idx="237">
                <c:v>0.09554619623994437</c:v>
              </c:pt>
              <c:pt idx="238">
                <c:v>0.2891956740443361</c:v>
              </c:pt>
              <c:pt idx="239">
                <c:v>3.812138204879757E-07</c:v>
              </c:pt>
              <c:pt idx="240">
                <c:v>4.176336643607553E-07</c:v>
              </c:pt>
              <c:pt idx="241">
                <c:v>0.0060878819076999515</c:v>
              </c:pt>
              <c:pt idx="242">
                <c:v>0.4378544499692489</c:v>
              </c:pt>
              <c:pt idx="243">
                <c:v>0.4761152956060934</c:v>
              </c:pt>
              <c:pt idx="244">
                <c:v>0.12685300545281625</c:v>
              </c:pt>
              <c:pt idx="245">
                <c:v>0.14514171612993612</c:v>
              </c:pt>
              <c:pt idx="246">
                <c:v>0.18288440212472776</c:v>
              </c:pt>
              <c:pt idx="247">
                <c:v>0.0912639722829923</c:v>
              </c:pt>
              <c:pt idx="248">
                <c:v>0.627964937205765</c:v>
              </c:pt>
              <c:pt idx="249">
                <c:v>0.6238366220648134</c:v>
              </c:pt>
              <c:pt idx="250">
                <c:v>0.6400451219393126</c:v>
              </c:pt>
              <c:pt idx="251">
                <c:v>0.24716151833825958</c:v>
              </c:pt>
              <c:pt idx="252">
                <c:v>0.0017402725527713616</c:v>
              </c:pt>
              <c:pt idx="253">
                <c:v>0.0003695589080487311</c:v>
              </c:pt>
              <c:pt idx="254">
                <c:v>0.0031036060127624453</c:v>
              </c:pt>
              <c:pt idx="255">
                <c:v>0.5712667293395083</c:v>
              </c:pt>
              <c:pt idx="256">
                <c:v>0.11899936268440259</c:v>
              </c:pt>
              <c:pt idx="257">
                <c:v>0.1575083250158024</c:v>
              </c:pt>
              <c:pt idx="258">
                <c:v>0.17629012353257031</c:v>
              </c:pt>
              <c:pt idx="259">
                <c:v>0.3544586895319776</c:v>
              </c:pt>
              <c:pt idx="260">
                <c:v>0.5410247879064194</c:v>
              </c:pt>
              <c:pt idx="261">
                <c:v>0.49439670738132974</c:v>
              </c:pt>
              <c:pt idx="262">
                <c:v>0.47582799481910226</c:v>
              </c:pt>
              <c:pt idx="263">
                <c:v>0.0885322504600799</c:v>
              </c:pt>
              <c:pt idx="264">
                <c:v>0.11617793175408003</c:v>
              </c:pt>
              <c:pt idx="265">
                <c:v>0.6141531590284268</c:v>
              </c:pt>
              <c:pt idx="266">
                <c:v>5.640593075905019E-07</c:v>
              </c:pt>
              <c:pt idx="267">
                <c:v>0.0380474569033665</c:v>
              </c:pt>
              <c:pt idx="268">
                <c:v>5.100667175120963E-07</c:v>
              </c:pt>
              <c:pt idx="269">
                <c:v>0.47530702779523915</c:v>
              </c:pt>
              <c:pt idx="270">
                <c:v>0.4749440879488154</c:v>
              </c:pt>
              <c:pt idx="271">
                <c:v>0.36545098611550925</c:v>
              </c:pt>
              <c:pt idx="272">
                <c:v>1.2306702651654257E-07</c:v>
              </c:pt>
              <c:pt idx="273">
                <c:v>1.2402191537972062E-07</c:v>
              </c:pt>
              <c:pt idx="274">
                <c:v>0.015649151125437428</c:v>
              </c:pt>
              <c:pt idx="275">
                <c:v>0.13621893516212408</c:v>
              </c:pt>
              <c:pt idx="276">
                <c:v>0.046974179843464234</c:v>
              </c:pt>
              <c:pt idx="277">
                <c:v>0.021783719024159185</c:v>
              </c:pt>
              <c:pt idx="278">
                <c:v>0.042519656245212145</c:v>
              </c:pt>
              <c:pt idx="279">
                <c:v>0.3926741715925775</c:v>
              </c:pt>
              <c:pt idx="280">
                <c:v>0.4351769025205688</c:v>
              </c:pt>
              <c:pt idx="281">
                <c:v>0.3835610856380968</c:v>
              </c:pt>
              <c:pt idx="282">
                <c:v>0.3644170852450572</c:v>
              </c:pt>
              <c:pt idx="283">
                <c:v>1.8595883303121635E-07</c:v>
              </c:pt>
              <c:pt idx="284">
                <c:v>1.7893349832187338E-07</c:v>
              </c:pt>
              <c:pt idx="285">
                <c:v>0.03906846563586262</c:v>
              </c:pt>
              <c:pt idx="286">
                <c:v>0.6308388267416694</c:v>
              </c:pt>
              <c:pt idx="287">
                <c:v>0.6301535504150163</c:v>
              </c:pt>
              <c:pt idx="288">
                <c:v>0.6291412119778121</c:v>
              </c:pt>
              <c:pt idx="289">
                <c:v>0.6239286536868438</c:v>
              </c:pt>
              <c:pt idx="290">
                <c:v>0.6190322062544785</c:v>
              </c:pt>
              <c:pt idx="291">
                <c:v>0.6233465744163929</c:v>
              </c:pt>
              <c:pt idx="292">
                <c:v>0.3161398715444981</c:v>
              </c:pt>
              <c:pt idx="293">
                <c:v>0.2895792864690835</c:v>
              </c:pt>
              <c:pt idx="294">
                <c:v>0.2666903660585841</c:v>
              </c:pt>
              <c:pt idx="295">
                <c:v>0.006330960412890873</c:v>
              </c:pt>
              <c:pt idx="296">
                <c:v>0.3860651318696488</c:v>
              </c:pt>
              <c:pt idx="297">
                <c:v>0.40543868221540413</c:v>
              </c:pt>
              <c:pt idx="298">
                <c:v>0.4089414805539075</c:v>
              </c:pt>
              <c:pt idx="299">
                <c:v>0.44148565844389676</c:v>
              </c:pt>
              <c:pt idx="300">
                <c:v>0.4888900797569954</c:v>
              </c:pt>
              <c:pt idx="301">
                <c:v>0.023500731398028024</c:v>
              </c:pt>
              <c:pt idx="302">
                <c:v>0.19071719213732355</c:v>
              </c:pt>
              <c:pt idx="303">
                <c:v>0.1719869487865964</c:v>
              </c:pt>
              <c:pt idx="304">
                <c:v>0.19937865483757844</c:v>
              </c:pt>
              <c:pt idx="305">
                <c:v>0.21206834802289865</c:v>
              </c:pt>
              <c:pt idx="306">
                <c:v>0.10117854224106036</c:v>
              </c:pt>
              <c:pt idx="307">
                <c:v>0.0954061517143502</c:v>
              </c:pt>
              <c:pt idx="308">
                <c:v>0.10396883723057285</c:v>
              </c:pt>
              <c:pt idx="309">
                <c:v>0.6152976514912684</c:v>
              </c:pt>
              <c:pt idx="310">
                <c:v>0.19035796146195405</c:v>
              </c:pt>
              <c:pt idx="311">
                <c:v>0.5981108934750662</c:v>
              </c:pt>
              <c:pt idx="312">
                <c:v>0.0022619239677489837</c:v>
              </c:pt>
              <c:pt idx="313">
                <c:v>-0.0015045737737179273</c:v>
              </c:pt>
              <c:pt idx="314">
                <c:v>0.015242746865226385</c:v>
              </c:pt>
              <c:pt idx="315">
                <c:v>0.023804280806189338</c:v>
              </c:pt>
              <c:pt idx="316">
                <c:v>0.12019929821463368</c:v>
              </c:pt>
              <c:pt idx="317">
                <c:v>0.011224973937899917</c:v>
              </c:pt>
              <c:pt idx="318">
                <c:v>1.818127055306947E-07</c:v>
              </c:pt>
              <c:pt idx="319">
                <c:v>0.25979606591545107</c:v>
              </c:pt>
              <c:pt idx="320">
                <c:v>0.11022212504192475</c:v>
              </c:pt>
              <c:pt idx="321">
                <c:v>0.13288206567848942</c:v>
              </c:pt>
              <c:pt idx="322">
                <c:v>0.11946996921997126</c:v>
              </c:pt>
              <c:pt idx="323">
                <c:v>0.005114184286666055</c:v>
              </c:pt>
              <c:pt idx="324">
                <c:v>5.1917521973107844E-08</c:v>
              </c:pt>
              <c:pt idx="325">
                <c:v>0.003978093274317448</c:v>
              </c:pt>
              <c:pt idx="326">
                <c:v>0.016821798423115437</c:v>
              </c:pt>
              <c:pt idx="327">
                <c:v>0.008661559022469158</c:v>
              </c:pt>
              <c:pt idx="328">
                <c:v>4.03793100884544E-08</c:v>
              </c:pt>
              <c:pt idx="329">
                <c:v>0.5981892198137561</c:v>
              </c:pt>
              <c:pt idx="330">
                <c:v>0.12244858043105958</c:v>
              </c:pt>
              <c:pt idx="331">
                <c:v>0.0808365567111499</c:v>
              </c:pt>
              <c:pt idx="332">
                <c:v>0.08627665247186865</c:v>
              </c:pt>
              <c:pt idx="333">
                <c:v>0.040260931009339904</c:v>
              </c:pt>
              <c:pt idx="334">
                <c:v>0.4725751369507099</c:v>
              </c:pt>
              <c:pt idx="335">
                <c:v>0.5118285238275962</c:v>
              </c:pt>
              <c:pt idx="336">
                <c:v>0.27928826533968876</c:v>
              </c:pt>
              <c:pt idx="337">
                <c:v>0.3124780304151615</c:v>
              </c:pt>
              <c:pt idx="338">
                <c:v>0.488029779775108</c:v>
              </c:pt>
              <c:pt idx="339">
                <c:v>0.5122396166573537</c:v>
              </c:pt>
              <c:pt idx="340">
                <c:v>0.473963527605184</c:v>
              </c:pt>
              <c:pt idx="341">
                <c:v>0.017980408659939967</c:v>
              </c:pt>
              <c:pt idx="342">
                <c:v>0.04447444837041286</c:v>
              </c:pt>
              <c:pt idx="343">
                <c:v>0.019094568920971555</c:v>
              </c:pt>
              <c:pt idx="344">
                <c:v>0.023043258837844176</c:v>
              </c:pt>
              <c:pt idx="345">
                <c:v>0.03414892957980989</c:v>
              </c:pt>
              <c:pt idx="346">
                <c:v>0.607174553989513</c:v>
              </c:pt>
              <c:pt idx="347">
                <c:v>0.13956705227573446</c:v>
              </c:pt>
              <c:pt idx="348">
                <c:v>0.579798322751048</c:v>
              </c:pt>
              <c:pt idx="349">
                <c:v>0.5845844960442705</c:v>
              </c:pt>
              <c:pt idx="350">
                <c:v>0.5858003428592577</c:v>
              </c:pt>
              <c:pt idx="351">
                <c:v>4.491077235277127E-09</c:v>
              </c:pt>
              <c:pt idx="352">
                <c:v>0.00029180935376972795</c:v>
              </c:pt>
              <c:pt idx="353">
                <c:v>-0.00012251977160045055</c:v>
              </c:pt>
              <c:pt idx="354">
                <c:v>0.08371893101789091</c:v>
              </c:pt>
              <c:pt idx="355">
                <c:v>0.08129522325941363</c:v>
              </c:pt>
              <c:pt idx="356">
                <c:v>0.5847563450575753</c:v>
              </c:pt>
              <c:pt idx="357">
                <c:v>0.14195573860830915</c:v>
              </c:pt>
              <c:pt idx="358">
                <c:v>0.1746245665691279</c:v>
              </c:pt>
              <c:pt idx="359">
                <c:v>0.1912281939296358</c:v>
              </c:pt>
              <c:pt idx="360">
                <c:v>0.18121281254808871</c:v>
              </c:pt>
              <c:pt idx="361">
                <c:v>-0.00483774541017533</c:v>
              </c:pt>
              <c:pt idx="362">
                <c:v>0.5018345480114554</c:v>
              </c:pt>
              <c:pt idx="363">
                <c:v>0.4090274095950982</c:v>
              </c:pt>
              <c:pt idx="364">
                <c:v>0.4742805025210562</c:v>
              </c:pt>
              <c:pt idx="365">
                <c:v>0.24396295864136816</c:v>
              </c:pt>
              <c:pt idx="366">
                <c:v>0.22257283070784695</c:v>
              </c:pt>
              <c:pt idx="367">
                <c:v>0.1314289072854918</c:v>
              </c:pt>
              <c:pt idx="368">
                <c:v>0.24540801340806337</c:v>
              </c:pt>
              <c:pt idx="369">
                <c:v>0.24486219389468294</c:v>
              </c:pt>
              <c:pt idx="370">
                <c:v>0.6160179349835393</c:v>
              </c:pt>
              <c:pt idx="371">
                <c:v>0.6117341932034173</c:v>
              </c:pt>
              <c:pt idx="372">
                <c:v>0.6110477263766788</c:v>
              </c:pt>
              <c:pt idx="373">
                <c:v>0.6035942206861235</c:v>
              </c:pt>
              <c:pt idx="374">
                <c:v>0.6101808261455296</c:v>
              </c:pt>
              <c:pt idx="375">
                <c:v>0.5518562106878153</c:v>
              </c:pt>
              <c:pt idx="376">
                <c:v>0.571805152098115</c:v>
              </c:pt>
              <c:pt idx="377">
                <c:v>0.5415689306958914</c:v>
              </c:pt>
              <c:pt idx="378">
                <c:v>0.06569527097086898</c:v>
              </c:pt>
              <c:pt idx="379">
                <c:v>0.06853636192655266</c:v>
              </c:pt>
              <c:pt idx="380">
                <c:v>0.030453868511390432</c:v>
              </c:pt>
              <c:pt idx="381">
                <c:v>0.6224300011988757</c:v>
              </c:pt>
              <c:pt idx="382">
                <c:v>0.014846572589550019</c:v>
              </c:pt>
              <c:pt idx="383">
                <c:v>0.496593135059515</c:v>
              </c:pt>
              <c:pt idx="384">
                <c:v>0.5424812464360198</c:v>
              </c:pt>
              <c:pt idx="385">
                <c:v>0.5042688934888276</c:v>
              </c:pt>
              <c:pt idx="386">
                <c:v>0.5577205687969159</c:v>
              </c:pt>
              <c:pt idx="387">
                <c:v>0.027580093667197672</c:v>
              </c:pt>
              <c:pt idx="388">
                <c:v>0.07096619536938005</c:v>
              </c:pt>
              <c:pt idx="389">
                <c:v>0.007164260254772754</c:v>
              </c:pt>
              <c:pt idx="390">
                <c:v>2.0477935913204298E-07</c:v>
              </c:pt>
              <c:pt idx="391">
                <c:v>1.8998700828555315E-07</c:v>
              </c:pt>
              <c:pt idx="392">
                <c:v>0.5422346163658652</c:v>
              </c:pt>
              <c:pt idx="393">
                <c:v>0.4958923247769198</c:v>
              </c:pt>
              <c:pt idx="394">
                <c:v>0.5122758806324085</c:v>
              </c:pt>
              <c:pt idx="395">
                <c:v>0.5678439461704912</c:v>
              </c:pt>
              <c:pt idx="396">
                <c:v>0.5589210539561507</c:v>
              </c:pt>
              <c:pt idx="397">
                <c:v>0.04815508626172198</c:v>
              </c:pt>
              <c:pt idx="398">
                <c:v>0.3232179255686818</c:v>
              </c:pt>
              <c:pt idx="399">
                <c:v>0.3882855163613249</c:v>
              </c:pt>
              <c:pt idx="400">
                <c:v>0.07861854877371108</c:v>
              </c:pt>
              <c:pt idx="401">
                <c:v>0.5681885712667194</c:v>
              </c:pt>
              <c:pt idx="402">
                <c:v>0.5124255477201982</c:v>
              </c:pt>
              <c:pt idx="403">
                <c:v>0.5236375582048088</c:v>
              </c:pt>
              <c:pt idx="404">
                <c:v>0.6330602956503745</c:v>
              </c:pt>
              <c:pt idx="405">
                <c:v>0.11569163987658508</c:v>
              </c:pt>
              <c:pt idx="406">
                <c:v>0.08923217775628173</c:v>
              </c:pt>
              <c:pt idx="407">
                <c:v>0.1821843384858068</c:v>
              </c:pt>
              <c:pt idx="408">
                <c:v>0.23847900715332965</c:v>
              </c:pt>
              <c:pt idx="409">
                <c:v>0.15422034267743942</c:v>
              </c:pt>
              <c:pt idx="410">
                <c:v>0.0812298990581116</c:v>
              </c:pt>
              <c:pt idx="411">
                <c:v>0.05444593005558661</c:v>
              </c:pt>
              <c:pt idx="412">
                <c:v>0.04275157321257907</c:v>
              </c:pt>
              <c:pt idx="413">
                <c:v>0.4333077130342401</c:v>
              </c:pt>
              <c:pt idx="414">
                <c:v>0.09145076618092429</c:v>
              </c:pt>
              <c:pt idx="415">
                <c:v>0.08507889822263774</c:v>
              </c:pt>
              <c:pt idx="416">
                <c:v>0.5910818115335763</c:v>
              </c:pt>
              <c:pt idx="417">
                <c:v>0.4316496242135587</c:v>
              </c:pt>
              <c:pt idx="418">
                <c:v>0.4039754539744197</c:v>
              </c:pt>
              <c:pt idx="419">
                <c:v>0.4193756144050588</c:v>
              </c:pt>
              <c:pt idx="420">
                <c:v>0.4156298962842335</c:v>
              </c:pt>
              <c:pt idx="421">
                <c:v>0.42073982178650177</c:v>
              </c:pt>
              <c:pt idx="422">
                <c:v>0.2097949274797048</c:v>
              </c:pt>
              <c:pt idx="423">
                <c:v>0.3990241295228953</c:v>
              </c:pt>
              <c:pt idx="424">
                <c:v>0.4611643848521398</c:v>
              </c:pt>
              <c:pt idx="425">
                <c:v>0.11351720175699571</c:v>
              </c:pt>
              <c:pt idx="426">
                <c:v>0.121145890000292</c:v>
              </c:pt>
              <c:pt idx="427">
                <c:v>0.09929783822345291</c:v>
              </c:pt>
              <c:pt idx="428">
                <c:v>0.16034425530453728</c:v>
              </c:pt>
              <c:pt idx="429">
                <c:v>0.10854025521995607</c:v>
              </c:pt>
              <c:pt idx="430">
                <c:v>0.17038036128208092</c:v>
              </c:pt>
              <c:pt idx="431">
                <c:v>0.14842556323575815</c:v>
              </c:pt>
              <c:pt idx="432">
                <c:v>0.08569856992551991</c:v>
              </c:pt>
              <c:pt idx="433">
                <c:v>0.35592580961579634</c:v>
              </c:pt>
              <c:pt idx="434">
                <c:v>0.31553212245687723</c:v>
              </c:pt>
              <c:pt idx="435">
                <c:v>0.11716399575885807</c:v>
              </c:pt>
              <c:pt idx="436">
                <c:v>0.16010919976556778</c:v>
              </c:pt>
              <c:pt idx="437">
                <c:v>0.09888042372658609</c:v>
              </c:pt>
              <c:pt idx="438">
                <c:v>0.07610792512012925</c:v>
              </c:pt>
              <c:pt idx="439">
                <c:v>0.4797195458145502</c:v>
              </c:pt>
              <c:pt idx="440">
                <c:v>0.4527738716457508</c:v>
              </c:pt>
              <c:pt idx="441">
                <c:v>0.44240931118326154</c:v>
              </c:pt>
              <c:pt idx="442">
                <c:v>0.4698105689412768</c:v>
              </c:pt>
              <c:pt idx="443">
                <c:v>0.3869837515588312</c:v>
              </c:pt>
              <c:pt idx="444">
                <c:v>0.4915863468191077</c:v>
              </c:pt>
              <c:pt idx="445">
                <c:v>0.4550003126297053</c:v>
              </c:pt>
              <c:pt idx="446">
                <c:v>0.002363666149845436</c:v>
              </c:pt>
              <c:pt idx="447">
                <c:v>0.07769814689488058</c:v>
              </c:pt>
              <c:pt idx="448">
                <c:v>0.054741227359132665</c:v>
              </c:pt>
              <c:pt idx="449">
                <c:v>0.31027920686639343</c:v>
              </c:pt>
              <c:pt idx="450">
                <c:v>0.2901077240979153</c:v>
              </c:pt>
              <c:pt idx="451">
                <c:v>0.25565982575081564</c:v>
              </c:pt>
              <c:pt idx="452">
                <c:v>0.23495058711630867</c:v>
              </c:pt>
              <c:pt idx="453">
                <c:v>0.28870118686170215</c:v>
              </c:pt>
              <c:pt idx="454">
                <c:v>0.2640741649520677</c:v>
              </c:pt>
              <c:pt idx="455">
                <c:v>0.2514235272685896</c:v>
              </c:pt>
              <c:pt idx="456">
                <c:v>0.20839506116280032</c:v>
              </c:pt>
              <c:pt idx="457">
                <c:v>0.13056589091017134</c:v>
              </c:pt>
              <c:pt idx="458">
                <c:v>0.1975141283421509</c:v>
              </c:pt>
              <c:pt idx="459">
                <c:v>0.34869421151955593</c:v>
              </c:pt>
              <c:pt idx="460">
                <c:v>0.34574170295634715</c:v>
              </c:pt>
              <c:pt idx="461">
                <c:v>0.3100934714004707</c:v>
              </c:pt>
              <c:pt idx="462">
                <c:v>0.12999845510944294</c:v>
              </c:pt>
              <c:pt idx="463">
                <c:v>0.16531529415824114</c:v>
              </c:pt>
              <c:pt idx="464">
                <c:v>0.04915675269401166</c:v>
              </c:pt>
              <c:pt idx="465">
                <c:v>0.5527511318157102</c:v>
              </c:pt>
              <c:pt idx="466">
                <c:v>0.5321985693993366</c:v>
              </c:pt>
              <c:pt idx="467">
                <c:v>0.02730791286478352</c:v>
              </c:pt>
              <c:pt idx="468">
                <c:v>0.33008161378121037</c:v>
              </c:pt>
              <c:pt idx="469">
                <c:v>0.02676800189912079</c:v>
              </c:pt>
              <c:pt idx="470">
                <c:v>0.16081417642286838</c:v>
              </c:pt>
              <c:pt idx="471">
                <c:v>0.2189994473622736</c:v>
              </c:pt>
              <c:pt idx="472">
                <c:v>0.6220840269147762</c:v>
              </c:pt>
              <c:pt idx="473">
                <c:v>4.265918586168738E-07</c:v>
              </c:pt>
              <c:pt idx="474">
                <c:v>4.2273804421753784E-07</c:v>
              </c:pt>
              <c:pt idx="475">
                <c:v>3.985923538912647E-07</c:v>
              </c:pt>
              <c:pt idx="476">
                <c:v>4.286271530797402E-07</c:v>
              </c:pt>
              <c:pt idx="477">
                <c:v>0.07775903044185721</c:v>
              </c:pt>
              <c:pt idx="478">
                <c:v>5.062047609992961E-07</c:v>
              </c:pt>
              <c:pt idx="479">
                <c:v>4.774840339927653E-07</c:v>
              </c:pt>
              <c:pt idx="480">
                <c:v>0.0798844753621083</c:v>
              </c:pt>
              <c:pt idx="481">
                <c:v>-1.1056381859281307E-08</c:v>
              </c:pt>
              <c:pt idx="482">
                <c:v>-0.0012971657006863582</c:v>
              </c:pt>
              <c:pt idx="483">
                <c:v>-1.101505464107512E-08</c:v>
              </c:pt>
              <c:pt idx="484">
                <c:v>0.012764589809480692</c:v>
              </c:pt>
              <c:pt idx="485">
                <c:v>0.11274892424975845</c:v>
              </c:pt>
              <c:pt idx="486">
                <c:v>0.02266232134300585</c:v>
              </c:pt>
              <c:pt idx="487">
                <c:v>0.011371788721764899</c:v>
              </c:pt>
              <c:pt idx="488">
                <c:v>0.02184703812024228</c:v>
              </c:pt>
              <c:pt idx="489">
                <c:v>0.04546837320039288</c:v>
              </c:pt>
              <c:pt idx="490">
                <c:v>0.05974709959982573</c:v>
              </c:pt>
              <c:pt idx="491">
                <c:v>0.06337539411884223</c:v>
              </c:pt>
              <c:pt idx="492">
                <c:v>4.852173186464786E-07</c:v>
              </c:pt>
              <c:pt idx="493">
                <c:v>0.0775935824015398</c:v>
              </c:pt>
              <c:pt idx="494">
                <c:v>0.05060923549134036</c:v>
              </c:pt>
              <c:pt idx="495">
                <c:v>5.327799248092816E-07</c:v>
              </c:pt>
              <c:pt idx="496">
                <c:v>5.583093510690233E-07</c:v>
              </c:pt>
              <c:pt idx="497">
                <c:v>3.286644781067495E-07</c:v>
              </c:pt>
              <c:pt idx="498">
                <c:v>3.355368719247153E-07</c:v>
              </c:pt>
              <c:pt idx="499">
                <c:v>0.5877980992701306</c:v>
              </c:pt>
              <c:pt idx="500">
                <c:v>5.070847638742688E-07</c:v>
              </c:pt>
              <c:pt idx="501">
                <c:v>0.08847689947365558</c:v>
              </c:pt>
              <c:pt idx="502">
                <c:v>4.976664530156629E-07</c:v>
              </c:pt>
              <c:pt idx="503">
                <c:v>0.055037523951871295</c:v>
              </c:pt>
              <c:pt idx="504">
                <c:v>0.2913112375834883</c:v>
              </c:pt>
              <c:pt idx="505">
                <c:v>0.003077182334131058</c:v>
              </c:pt>
              <c:pt idx="506">
                <c:v>1.868392878213921E-08</c:v>
              </c:pt>
              <c:pt idx="507">
                <c:v>0.006058952039014494</c:v>
              </c:pt>
              <c:pt idx="508">
                <c:v>-0.0006544619743606528</c:v>
              </c:pt>
              <c:pt idx="509">
                <c:v>4.269256341203505E-07</c:v>
              </c:pt>
              <c:pt idx="510">
                <c:v>4.240848900594195E-07</c:v>
              </c:pt>
              <c:pt idx="511">
                <c:v>1.1932571034942184E-07</c:v>
              </c:pt>
              <c:pt idx="512">
                <c:v>-0.0005371790890870897</c:v>
              </c:pt>
              <c:pt idx="513">
                <c:v>-0.0008410789084734153</c:v>
              </c:pt>
              <c:pt idx="514">
                <c:v>0.09771966364821705</c:v>
              </c:pt>
              <c:pt idx="515">
                <c:v>5.2822057775986235E-08</c:v>
              </c:pt>
              <c:pt idx="516">
                <c:v>0.18633453474653863</c:v>
              </c:pt>
              <c:pt idx="517">
                <c:v>0.075495419368709</c:v>
              </c:pt>
              <c:pt idx="518">
                <c:v>0.022202631404250966</c:v>
              </c:pt>
              <c:pt idx="519">
                <c:v>0.06099428144398756</c:v>
              </c:pt>
              <c:pt idx="520">
                <c:v>0.02210548445428102</c:v>
              </c:pt>
              <c:pt idx="521">
                <c:v>0.10644958153310768</c:v>
              </c:pt>
              <c:pt idx="522">
                <c:v>0.34859470192320513</c:v>
              </c:pt>
              <c:pt idx="523">
                <c:v>0.31721417574362276</c:v>
              </c:pt>
              <c:pt idx="524">
                <c:v>0.3852081005928927</c:v>
              </c:pt>
              <c:pt idx="525">
                <c:v>0.29530944576236584</c:v>
              </c:pt>
              <c:pt idx="526">
                <c:v>0.25829269362601076</c:v>
              </c:pt>
              <c:pt idx="527">
                <c:v>0.262214680204872</c:v>
              </c:pt>
              <c:pt idx="528">
                <c:v>0.1373027458362815</c:v>
              </c:pt>
              <c:pt idx="529">
                <c:v>0.024305593305221335</c:v>
              </c:pt>
              <c:pt idx="530">
                <c:v>0.007978662491675073</c:v>
              </c:pt>
              <c:pt idx="531">
                <c:v>0.367805186754321</c:v>
              </c:pt>
              <c:pt idx="532">
                <c:v>0.16961378947824382</c:v>
              </c:pt>
              <c:pt idx="533">
                <c:v>0.015781399299512465</c:v>
              </c:pt>
              <c:pt idx="534">
                <c:v>-0.00161602862648002</c:v>
              </c:pt>
              <c:pt idx="535">
                <c:v>-0.0003858933241245228</c:v>
              </c:pt>
              <c:pt idx="536">
                <c:v>0.008028338003577913</c:v>
              </c:pt>
              <c:pt idx="537">
                <c:v>0.0833942797846527</c:v>
              </c:pt>
              <c:pt idx="538">
                <c:v>0.0672696714277209</c:v>
              </c:pt>
              <c:pt idx="539">
                <c:v>0.03378994402589451</c:v>
              </c:pt>
              <c:pt idx="540">
                <c:v>-5.730000895260243E-09</c:v>
              </c:pt>
              <c:pt idx="541">
                <c:v>-1.9320655608959492E-08</c:v>
              </c:pt>
              <c:pt idx="542">
                <c:v>5.372694047022266E-07</c:v>
              </c:pt>
              <c:pt idx="543">
                <c:v>0.08667527177776842</c:v>
              </c:pt>
              <c:pt idx="544">
                <c:v>5.121497962368382E-07</c:v>
              </c:pt>
              <c:pt idx="545">
                <c:v>-0.0029263315604058713</c:v>
              </c:pt>
              <c:pt idx="546">
                <c:v>-3.117380331831204E-08</c:v>
              </c:pt>
              <c:pt idx="547">
                <c:v>-2.8849255304316698E-08</c:v>
              </c:pt>
              <c:pt idx="548">
                <c:v>-0.00329402874579154</c:v>
              </c:pt>
              <c:pt idx="549">
                <c:v>-3.914416416313996E-08</c:v>
              </c:pt>
              <c:pt idx="550">
                <c:v>0.3755907345040414</c:v>
              </c:pt>
              <c:pt idx="551">
                <c:v>0.3853846501689615</c:v>
              </c:pt>
              <c:pt idx="552">
                <c:v>0.3775910876098059</c:v>
              </c:pt>
              <c:pt idx="553">
                <c:v>0.590057841251447</c:v>
              </c:pt>
              <c:pt idx="554">
                <c:v>0.5680371957642977</c:v>
              </c:pt>
              <c:pt idx="555">
                <c:v>0.5782492997465093</c:v>
              </c:pt>
              <c:pt idx="556">
                <c:v>0.5572940117394336</c:v>
              </c:pt>
              <c:pt idx="557">
                <c:v>0.6041861876083444</c:v>
              </c:pt>
              <c:pt idx="558">
                <c:v>0.6121033386419784</c:v>
              </c:pt>
              <c:pt idx="559">
                <c:v>0.5979147152763945</c:v>
              </c:pt>
              <c:pt idx="560">
                <c:v>0.625105244318144</c:v>
              </c:pt>
              <c:pt idx="561">
                <c:v>0.6195897616212178</c:v>
              </c:pt>
              <c:pt idx="562">
                <c:v>0.1157238590176991</c:v>
              </c:pt>
              <c:pt idx="563">
                <c:v>0.5434727830539905</c:v>
              </c:pt>
              <c:pt idx="564">
                <c:v>0.037451761354436536</c:v>
              </c:pt>
              <c:pt idx="565">
                <c:v>0.0388788639649006</c:v>
              </c:pt>
              <c:pt idx="566">
                <c:v>0.10859020078699858</c:v>
              </c:pt>
              <c:pt idx="567">
                <c:v>0.10992407184029358</c:v>
              </c:pt>
              <c:pt idx="568">
                <c:v>0.07121745341935583</c:v>
              </c:pt>
              <c:pt idx="569">
                <c:v>0.1808013050496126</c:v>
              </c:pt>
              <c:pt idx="570">
                <c:v>0.6113309826061082</c:v>
              </c:pt>
              <c:pt idx="571">
                <c:v>0.610193733601591</c:v>
              </c:pt>
              <c:pt idx="572">
                <c:v>-0.0027483620039581787</c:v>
              </c:pt>
              <c:pt idx="573">
                <c:v>-0.0016808695567559107</c:v>
              </c:pt>
              <c:pt idx="574">
                <c:v>-3.629613029713134E-08</c:v>
              </c:pt>
              <c:pt idx="575">
                <c:v>-0.004469465100804173</c:v>
              </c:pt>
              <c:pt idx="576">
                <c:v>0.24704683685976142</c:v>
              </c:pt>
              <c:pt idx="577">
                <c:v>0.3240743870752117</c:v>
              </c:pt>
              <c:pt idx="578">
                <c:v>0.354153347555873</c:v>
              </c:pt>
              <c:pt idx="579">
                <c:v>0.36867403387686676</c:v>
              </c:pt>
              <c:pt idx="580">
                <c:v>0.37404075877147325</c:v>
              </c:pt>
              <c:pt idx="581">
                <c:v>0.3139768526987192</c:v>
              </c:pt>
              <c:pt idx="582">
                <c:v>0.3149709709730107</c:v>
              </c:pt>
              <c:pt idx="583">
                <c:v>0.6147420073246003</c:v>
              </c:pt>
              <c:pt idx="584">
                <c:v>0.584805889271272</c:v>
              </c:pt>
              <c:pt idx="585">
                <c:v>0.5859836213292713</c:v>
              </c:pt>
              <c:pt idx="586">
                <c:v>0.5961208346298</c:v>
              </c:pt>
              <c:pt idx="587">
                <c:v>0.6068335811420054</c:v>
              </c:pt>
              <c:pt idx="588">
                <c:v>0.6113513763569048</c:v>
              </c:pt>
              <c:pt idx="589">
                <c:v>0.24580227455192122</c:v>
              </c:pt>
              <c:pt idx="590">
                <c:v>0.10766304163008977</c:v>
              </c:pt>
              <c:pt idx="591">
                <c:v>0.17114764891238776</c:v>
              </c:pt>
              <c:pt idx="592">
                <c:v>0.1001206480558222</c:v>
              </c:pt>
              <c:pt idx="593">
                <c:v>0.029577786553582522</c:v>
              </c:pt>
              <c:pt idx="594">
                <c:v>0.0977089369328903</c:v>
              </c:pt>
              <c:pt idx="595">
                <c:v>0.3608926862194071</c:v>
              </c:pt>
              <c:pt idx="596">
                <c:v>0.37116462139549844</c:v>
              </c:pt>
              <c:pt idx="597">
                <c:v>0.34592267009596445</c:v>
              </c:pt>
              <c:pt idx="598">
                <c:v>0.008637988050784461</c:v>
              </c:pt>
              <c:pt idx="599">
                <c:v>0.16565121549890538</c:v>
              </c:pt>
              <c:pt idx="600">
                <c:v>1.7504341823433587E-07</c:v>
              </c:pt>
              <c:pt idx="601">
                <c:v>0.04488593381147523</c:v>
              </c:pt>
              <c:pt idx="602">
                <c:v>0.022374210027046478</c:v>
              </c:pt>
              <c:pt idx="603">
                <c:v>0.35730832053096384</c:v>
              </c:pt>
              <c:pt idx="604">
                <c:v>0.6284175026606489</c:v>
              </c:pt>
              <c:pt idx="605">
                <c:v>0.6276196240278007</c:v>
              </c:pt>
              <c:pt idx="606">
                <c:v>0.6297137786734809</c:v>
              </c:pt>
              <c:pt idx="607">
                <c:v>0.1299459452221648</c:v>
              </c:pt>
              <c:pt idx="608">
                <c:v>0.6145734124611817</c:v>
              </c:pt>
              <c:pt idx="609">
                <c:v>0.6128275800713341</c:v>
              </c:pt>
              <c:pt idx="610">
                <c:v>4.9728993106516E-07</c:v>
              </c:pt>
              <c:pt idx="611">
                <c:v>0.021021513931009837</c:v>
              </c:pt>
              <c:pt idx="612">
                <c:v>0.0682085063235082</c:v>
              </c:pt>
              <c:pt idx="613">
                <c:v>0.23431188449285623</c:v>
              </c:pt>
              <c:pt idx="614">
                <c:v>0.2504919184760948</c:v>
              </c:pt>
              <c:pt idx="615">
                <c:v>2.289701090192849E-07</c:v>
              </c:pt>
              <c:pt idx="616">
                <c:v>2.1804357331284342E-07</c:v>
              </c:pt>
              <c:pt idx="617">
                <c:v>0.25628991311463356</c:v>
              </c:pt>
              <c:pt idx="618">
                <c:v>0.17026715173953336</c:v>
              </c:pt>
              <c:pt idx="619">
                <c:v>0.05256316899256408</c:v>
              </c:pt>
              <c:pt idx="620">
                <c:v>0.04810597763744693</c:v>
              </c:pt>
              <c:pt idx="621">
                <c:v>0.10887240532364995</c:v>
              </c:pt>
              <c:pt idx="622">
                <c:v>0.10120631080334186</c:v>
              </c:pt>
              <c:pt idx="623">
                <c:v>0.0945138050159512</c:v>
              </c:pt>
              <c:pt idx="624">
                <c:v>0.40302003577564066</c:v>
              </c:pt>
              <c:pt idx="625">
                <c:v>0.3210749989214715</c:v>
              </c:pt>
              <c:pt idx="626">
                <c:v>0.13312714863233197</c:v>
              </c:pt>
              <c:pt idx="627">
                <c:v>0.12523791363933104</c:v>
              </c:pt>
              <c:pt idx="628">
                <c:v>0.11815023346794672</c:v>
              </c:pt>
              <c:pt idx="629">
                <c:v>0.3217705868791536</c:v>
              </c:pt>
              <c:pt idx="630">
                <c:v>0.377640376484143</c:v>
              </c:pt>
              <c:pt idx="631">
                <c:v>0.6051537979998682</c:v>
              </c:pt>
              <c:pt idx="632">
                <c:v>0.6124834876972888</c:v>
              </c:pt>
              <c:pt idx="633">
                <c:v>0.6177962194794352</c:v>
              </c:pt>
              <c:pt idx="634">
                <c:v>0.6155264553376135</c:v>
              </c:pt>
              <c:pt idx="635">
                <c:v>0.5750750367370305</c:v>
              </c:pt>
              <c:pt idx="636">
                <c:v>0.5650771304768892</c:v>
              </c:pt>
              <c:pt idx="637">
                <c:v>0.6138673866190184</c:v>
              </c:pt>
              <c:pt idx="638">
                <c:v>0.6133906656757938</c:v>
              </c:pt>
              <c:pt idx="639">
                <c:v>0.5661324636799716</c:v>
              </c:pt>
              <c:pt idx="640">
                <c:v>0.6213674034649104</c:v>
              </c:pt>
              <c:pt idx="641">
                <c:v>0.6214901459307491</c:v>
              </c:pt>
              <c:pt idx="642">
                <c:v>0.6223766808044511</c:v>
              </c:pt>
              <c:pt idx="643">
                <c:v>0.22202868190554884</c:v>
              </c:pt>
              <c:pt idx="644">
                <c:v>0.1671664995421435</c:v>
              </c:pt>
              <c:pt idx="645">
                <c:v>0.4381076330156416</c:v>
              </c:pt>
              <c:pt idx="646">
                <c:v>0.0051095548139242705</c:v>
              </c:pt>
              <c:pt idx="647">
                <c:v>0.022442792730490824</c:v>
              </c:pt>
              <c:pt idx="648">
                <c:v>0.3893178699198235</c:v>
              </c:pt>
              <c:pt idx="649">
                <c:v>0.5338878215171943</c:v>
              </c:pt>
              <c:pt idx="650">
                <c:v>0.5324336052798438</c:v>
              </c:pt>
              <c:pt idx="651">
                <c:v>0.5315969696364021</c:v>
              </c:pt>
              <c:pt idx="652">
                <c:v>0.5374534117728833</c:v>
              </c:pt>
              <c:pt idx="653">
                <c:v>0.12426232917791262</c:v>
              </c:pt>
              <c:pt idx="654">
                <c:v>0.2722850542037247</c:v>
              </c:pt>
              <c:pt idx="655">
                <c:v>0.36266352017977904</c:v>
              </c:pt>
              <c:pt idx="656">
                <c:v>0.1909354564275948</c:v>
              </c:pt>
              <c:pt idx="657">
                <c:v>0.5029127274834843</c:v>
              </c:pt>
              <c:pt idx="658">
                <c:v>0.5127567771773861</c:v>
              </c:pt>
              <c:pt idx="659">
                <c:v>0.5786912041557817</c:v>
              </c:pt>
              <c:pt idx="660">
                <c:v>0.5143655566218377</c:v>
              </c:pt>
              <c:pt idx="661">
                <c:v>0.03197386364553261</c:v>
              </c:pt>
              <c:pt idx="662">
                <c:v>0.0251937159086611</c:v>
              </c:pt>
              <c:pt idx="663">
                <c:v>0.0178316160915408</c:v>
              </c:pt>
              <c:pt idx="664">
                <c:v>0.039841592423331844</c:v>
              </c:pt>
              <c:pt idx="665">
                <c:v>0.009019710033219025</c:v>
              </c:pt>
              <c:pt idx="666">
                <c:v>0.31668812043108674</c:v>
              </c:pt>
              <c:pt idx="667">
                <c:v>0.6218594185428784</c:v>
              </c:pt>
              <c:pt idx="668">
                <c:v>0.6290067891268614</c:v>
              </c:pt>
              <c:pt idx="669">
                <c:v>0.5719044567457131</c:v>
              </c:pt>
              <c:pt idx="670">
                <c:v>0.5850961966954743</c:v>
              </c:pt>
              <c:pt idx="671">
                <c:v>0.5663629382483335</c:v>
              </c:pt>
              <c:pt idx="672">
                <c:v>0.5923176776942592</c:v>
              </c:pt>
              <c:pt idx="673">
                <c:v>0.5517693625873937</c:v>
              </c:pt>
              <c:pt idx="674">
                <c:v>0.6001884636570843</c:v>
              </c:pt>
              <c:pt idx="675">
                <c:v>0.5877907121444487</c:v>
              </c:pt>
              <c:pt idx="676">
                <c:v>0.5849538647162019</c:v>
              </c:pt>
              <c:pt idx="677">
                <c:v>0.5846201402792076</c:v>
              </c:pt>
              <c:pt idx="678">
                <c:v>0.5132203780321594</c:v>
              </c:pt>
              <c:pt idx="679">
                <c:v>0.5350439928829743</c:v>
              </c:pt>
              <c:pt idx="680">
                <c:v>0.20272035378393247</c:v>
              </c:pt>
              <c:pt idx="681">
                <c:v>0.20984684527539263</c:v>
              </c:pt>
              <c:pt idx="682">
                <c:v>0.14949028445183477</c:v>
              </c:pt>
              <c:pt idx="683">
                <c:v>0.19074493128668735</c:v>
              </c:pt>
              <c:pt idx="684">
                <c:v>0.14619802715426547</c:v>
              </c:pt>
              <c:pt idx="685">
                <c:v>0.5479378870183074</c:v>
              </c:pt>
              <c:pt idx="686">
                <c:v>0.5466320322527294</c:v>
              </c:pt>
              <c:pt idx="687">
                <c:v>0.36482380745497556</c:v>
              </c:pt>
              <c:pt idx="688">
                <c:v>0.3589634947334342</c:v>
              </c:pt>
              <c:pt idx="689">
                <c:v>0.45723268067694767</c:v>
              </c:pt>
              <c:pt idx="690">
                <c:v>0.3970445902683147</c:v>
              </c:pt>
              <c:pt idx="691">
                <c:v>0.42190340772545654</c:v>
              </c:pt>
              <c:pt idx="692">
                <c:v>0.15690851700720135</c:v>
              </c:pt>
              <c:pt idx="693">
                <c:v>0.07071746169417306</c:v>
              </c:pt>
              <c:pt idx="694">
                <c:v>0.1689876864968999</c:v>
              </c:pt>
              <c:pt idx="695">
                <c:v>0.1968114155248986</c:v>
              </c:pt>
              <c:pt idx="696">
                <c:v>7.737548913100412E-08</c:v>
              </c:pt>
              <c:pt idx="697">
                <c:v>0.5475767579840797</c:v>
              </c:pt>
              <c:pt idx="698">
                <c:v>0.3342886488449882</c:v>
              </c:pt>
              <c:pt idx="699">
                <c:v>0.29948434431693466</c:v>
              </c:pt>
              <c:pt idx="700">
                <c:v>0.2793830330739504</c:v>
              </c:pt>
              <c:pt idx="701">
                <c:v>0.25967388951045334</c:v>
              </c:pt>
              <c:pt idx="702">
                <c:v>0.18965838651033318</c:v>
              </c:pt>
              <c:pt idx="703">
                <c:v>0.21096692171265508</c:v>
              </c:pt>
              <c:pt idx="704">
                <c:v>0.21438966389517708</c:v>
              </c:pt>
              <c:pt idx="705">
                <c:v>0.44297413288300225</c:v>
              </c:pt>
              <c:pt idx="706">
                <c:v>0.45453273608471895</c:v>
              </c:pt>
              <c:pt idx="707">
                <c:v>0.5524437587264535</c:v>
              </c:pt>
              <c:pt idx="708">
                <c:v>0.4410933726640888</c:v>
              </c:pt>
              <c:pt idx="709">
                <c:v>0.03328924238099467</c:v>
              </c:pt>
              <c:pt idx="710">
                <c:v>0.05857114362365776</c:v>
              </c:pt>
              <c:pt idx="711">
                <c:v>0.021924228076580277</c:v>
              </c:pt>
              <c:pt idx="712">
                <c:v>0.06521450019967973</c:v>
              </c:pt>
              <c:pt idx="713">
                <c:v>0.08276435112953817</c:v>
              </c:pt>
              <c:pt idx="714">
                <c:v>0.0928705144482119</c:v>
              </c:pt>
              <c:pt idx="715">
                <c:v>0.12445995462558242</c:v>
              </c:pt>
              <c:pt idx="716">
                <c:v>0.5869555196678546</c:v>
              </c:pt>
              <c:pt idx="717">
                <c:v>0.5731470037982271</c:v>
              </c:pt>
              <c:pt idx="718">
                <c:v>0.07514451577605233</c:v>
              </c:pt>
              <c:pt idx="719">
                <c:v>0.0848330569783354</c:v>
              </c:pt>
              <c:pt idx="720">
                <c:v>0.5758524611452006</c:v>
              </c:pt>
              <c:pt idx="721">
                <c:v>0.590293023604213</c:v>
              </c:pt>
              <c:pt idx="722">
                <c:v>0.43354610445191216</c:v>
              </c:pt>
              <c:pt idx="723">
                <c:v>0.3876626652369441</c:v>
              </c:pt>
              <c:pt idx="724">
                <c:v>0.4563877801427994</c:v>
              </c:pt>
              <c:pt idx="725">
                <c:v>0.4062276936012113</c:v>
              </c:pt>
              <c:pt idx="726">
                <c:v>0.38549908625152873</c:v>
              </c:pt>
              <c:pt idx="727">
                <c:v>0.4716339989386548</c:v>
              </c:pt>
              <c:pt idx="728">
                <c:v>0.4013280771336568</c:v>
              </c:pt>
              <c:pt idx="729">
                <c:v>0.19536312396241942</c:v>
              </c:pt>
              <c:pt idx="730">
                <c:v>0.12803172302787605</c:v>
              </c:pt>
              <c:pt idx="731">
                <c:v>0.15976238532352713</c:v>
              </c:pt>
              <c:pt idx="732">
                <c:v>0.15921263235735178</c:v>
              </c:pt>
              <c:pt idx="733">
                <c:v>0.21307361447434403</c:v>
              </c:pt>
              <c:pt idx="734">
                <c:v>0.12527321159264926</c:v>
              </c:pt>
              <c:pt idx="735">
                <c:v>0.05623734041840023</c:v>
              </c:pt>
              <c:pt idx="736">
                <c:v>0.030821014213568122</c:v>
              </c:pt>
              <c:pt idx="737">
                <c:v>0.06603108976613076</c:v>
              </c:pt>
              <c:pt idx="738">
                <c:v>0.023948731225190603</c:v>
              </c:pt>
              <c:pt idx="739">
                <c:v>2.6298864920666373E-07</c:v>
              </c:pt>
              <c:pt idx="740">
                <c:v>0.008566000935891964</c:v>
              </c:pt>
              <c:pt idx="741">
                <c:v>0.21247198051233787</c:v>
              </c:pt>
              <c:pt idx="742">
                <c:v>0.21360568290484025</c:v>
              </c:pt>
              <c:pt idx="743">
                <c:v>0.32013198088425754</c:v>
              </c:pt>
              <c:pt idx="744">
                <c:v>0.32353900865447593</c:v>
              </c:pt>
              <c:pt idx="745">
                <c:v>0.4109294236107357</c:v>
              </c:pt>
              <c:pt idx="746">
                <c:v>0.47895333524657135</c:v>
              </c:pt>
              <c:pt idx="747">
                <c:v>0.47142334148437526</c:v>
              </c:pt>
              <c:pt idx="748">
                <c:v>0.50860657849301</c:v>
              </c:pt>
              <c:pt idx="749">
                <c:v>0.4585035076635689</c:v>
              </c:pt>
              <c:pt idx="750">
                <c:v>0.503509408167317</c:v>
              </c:pt>
              <c:pt idx="751">
                <c:v>0.28644169549949355</c:v>
              </c:pt>
              <c:pt idx="752">
                <c:v>0.30558673725897534</c:v>
              </c:pt>
              <c:pt idx="753">
                <c:v>0.36505411710256686</c:v>
              </c:pt>
              <c:pt idx="754">
                <c:v>0.011120342125888973</c:v>
              </c:pt>
              <c:pt idx="755">
                <c:v>1.4106381329945599E-07</c:v>
              </c:pt>
              <c:pt idx="756">
                <c:v>0.29453476932807765</c:v>
              </c:pt>
              <c:pt idx="757">
                <c:v>0.22193079318160555</c:v>
              </c:pt>
              <c:pt idx="758">
                <c:v>0.14631830105594576</c:v>
              </c:pt>
              <c:pt idx="759">
                <c:v>0.280738742767616</c:v>
              </c:pt>
              <c:pt idx="760">
                <c:v>0.022519512650278493</c:v>
              </c:pt>
              <c:pt idx="761">
                <c:v>0.4093293131208759</c:v>
              </c:pt>
              <c:pt idx="762">
                <c:v>0.4328168658977655</c:v>
              </c:pt>
              <c:pt idx="763">
                <c:v>0.40697398732920637</c:v>
              </c:pt>
              <c:pt idx="764">
                <c:v>2.1601484710026712E-07</c:v>
              </c:pt>
              <c:pt idx="765">
                <c:v>0.1603798592654121</c:v>
              </c:pt>
              <c:pt idx="766">
                <c:v>0.19232230982902943</c:v>
              </c:pt>
              <c:pt idx="767">
                <c:v>0.14744233561910108</c:v>
              </c:pt>
              <c:pt idx="768">
                <c:v>0.2675068479448162</c:v>
              </c:pt>
              <c:pt idx="769">
                <c:v>0.21208724502955167</c:v>
              </c:pt>
              <c:pt idx="770">
                <c:v>0.18201627940354434</c:v>
              </c:pt>
              <c:pt idx="771">
                <c:v>0.27614725358277104</c:v>
              </c:pt>
              <c:pt idx="772">
                <c:v>0.2855017092646974</c:v>
              </c:pt>
              <c:pt idx="773">
                <c:v>0.3005772347980582</c:v>
              </c:pt>
              <c:pt idx="774">
                <c:v>0.49925934802694694</c:v>
              </c:pt>
              <c:pt idx="775">
                <c:v>0.12399155043634162</c:v>
              </c:pt>
              <c:pt idx="776">
                <c:v>0.03948217996397429</c:v>
              </c:pt>
              <c:pt idx="777">
                <c:v>0.0971268103168087</c:v>
              </c:pt>
              <c:pt idx="778">
                <c:v>0.063400601230689</c:v>
              </c:pt>
              <c:pt idx="779">
                <c:v>0.39326498900479134</c:v>
              </c:pt>
              <c:pt idx="780">
                <c:v>0.38390127320267925</c:v>
              </c:pt>
              <c:pt idx="781">
                <c:v>0.37695595949298577</c:v>
              </c:pt>
              <c:pt idx="782">
                <c:v>0.3519921400873669</c:v>
              </c:pt>
              <c:pt idx="783">
                <c:v>0.37330898368694787</c:v>
              </c:pt>
              <c:pt idx="784">
                <c:v>0.32310585592724606</c:v>
              </c:pt>
              <c:pt idx="785">
                <c:v>0.1695467728780469</c:v>
              </c:pt>
              <c:pt idx="786">
                <c:v>0.24163967487264884</c:v>
              </c:pt>
              <c:pt idx="787">
                <c:v>0.006072383578249305</c:v>
              </c:pt>
              <c:pt idx="788">
                <c:v>0.39317826094241215</c:v>
              </c:pt>
              <c:pt idx="789">
                <c:v>0.4274313817403955</c:v>
              </c:pt>
              <c:pt idx="790">
                <c:v>0.4633308136365007</c:v>
              </c:pt>
              <c:pt idx="791">
                <c:v>0.5779595337894955</c:v>
              </c:pt>
              <c:pt idx="792">
                <c:v>0.3345797290092022</c:v>
              </c:pt>
              <c:pt idx="793">
                <c:v>0.34657239199990747</c:v>
              </c:pt>
              <c:pt idx="794">
                <c:v>0.238876078540458</c:v>
              </c:pt>
              <c:pt idx="795">
                <c:v>0.35668232105978964</c:v>
              </c:pt>
              <c:pt idx="796">
                <c:v>0.6193055548749832</c:v>
              </c:pt>
              <c:pt idx="797">
                <c:v>0.4460379678493368</c:v>
              </c:pt>
              <c:pt idx="798">
                <c:v>0.4304811316235817</c:v>
              </c:pt>
              <c:pt idx="799">
                <c:v>0.4217570748875374</c:v>
              </c:pt>
              <c:pt idx="800">
                <c:v>0.3854857781932842</c:v>
              </c:pt>
              <c:pt idx="801">
                <c:v>0.19259127135919232</c:v>
              </c:pt>
              <c:pt idx="802">
                <c:v>0.11720619782212266</c:v>
              </c:pt>
              <c:pt idx="803">
                <c:v>0.14279841946237815</c:v>
              </c:pt>
              <c:pt idx="804">
                <c:v>0.13943472303256013</c:v>
              </c:pt>
              <c:pt idx="805">
                <c:v>0.14116457142837088</c:v>
              </c:pt>
              <c:pt idx="806">
                <c:v>0.138978347295363</c:v>
              </c:pt>
              <c:pt idx="807">
                <c:v>0.3674284764282369</c:v>
              </c:pt>
              <c:pt idx="808">
                <c:v>0.38042075708362616</c:v>
              </c:pt>
              <c:pt idx="809">
                <c:v>0.3677628604847794</c:v>
              </c:pt>
              <c:pt idx="810">
                <c:v>0.3606133205398776</c:v>
              </c:pt>
              <c:pt idx="811">
                <c:v>0.49214914544171584</c:v>
              </c:pt>
              <c:pt idx="812">
                <c:v>3.0883878405189484E-07</c:v>
              </c:pt>
              <c:pt idx="813">
                <c:v>3.1626086412463593E-07</c:v>
              </c:pt>
              <c:pt idx="814">
                <c:v>0.43643888967900835</c:v>
              </c:pt>
              <c:pt idx="815">
                <c:v>0.4921683769952182</c:v>
              </c:pt>
              <c:pt idx="816">
                <c:v>0.2133863461567895</c:v>
              </c:pt>
              <c:pt idx="817">
                <c:v>0.0587919196130631</c:v>
              </c:pt>
              <c:pt idx="818">
                <c:v>0.023321429375477758</c:v>
              </c:pt>
              <c:pt idx="819">
                <c:v>0.024538532075489887</c:v>
              </c:pt>
              <c:pt idx="820">
                <c:v>0.24923983847749887</c:v>
              </c:pt>
              <c:pt idx="821">
                <c:v>0.5762768070337642</c:v>
              </c:pt>
              <c:pt idx="822">
                <c:v>0.4955425890605733</c:v>
              </c:pt>
              <c:pt idx="823">
                <c:v>0.48017657522990054</c:v>
              </c:pt>
              <c:pt idx="824">
                <c:v>0.027363486860454388</c:v>
              </c:pt>
              <c:pt idx="825">
                <c:v>0.07144897451424351</c:v>
              </c:pt>
              <c:pt idx="826">
                <c:v>0.5716625524318202</c:v>
              </c:pt>
              <c:pt idx="827">
                <c:v>0.1379078684525829</c:v>
              </c:pt>
              <c:pt idx="828">
                <c:v>0.11851863472613841</c:v>
              </c:pt>
              <c:pt idx="829">
                <c:v>0.6240768055135515</c:v>
              </c:pt>
              <c:pt idx="830">
                <c:v>0.6194676438840635</c:v>
              </c:pt>
              <c:pt idx="831">
                <c:v>0.5924064327792332</c:v>
              </c:pt>
              <c:pt idx="832">
                <c:v>0.0965310127716287</c:v>
              </c:pt>
              <c:pt idx="833">
                <c:v>5.38142835851319E-07</c:v>
              </c:pt>
              <c:pt idx="834">
                <c:v>5.536679636452243E-07</c:v>
              </c:pt>
              <c:pt idx="835">
                <c:v>0.21967662885482978</c:v>
              </c:pt>
              <c:pt idx="836">
                <c:v>0.4813147434499387</c:v>
              </c:pt>
              <c:pt idx="837">
                <c:v>0.47091162027936306</c:v>
              </c:pt>
              <c:pt idx="838">
                <c:v>0.45798190120341986</c:v>
              </c:pt>
              <c:pt idx="839">
                <c:v>0.4053879581757986</c:v>
              </c:pt>
              <c:pt idx="840">
                <c:v>0.3725789792556807</c:v>
              </c:pt>
              <c:pt idx="841">
                <c:v>0.47448590657543227</c:v>
              </c:pt>
              <c:pt idx="842">
                <c:v>0.45568004197858525</c:v>
              </c:pt>
              <c:pt idx="843">
                <c:v>0.44899617542141645</c:v>
              </c:pt>
              <c:pt idx="844">
                <c:v>0.3318644986621307</c:v>
              </c:pt>
              <c:pt idx="845">
                <c:v>0.05964308914379528</c:v>
              </c:pt>
              <c:pt idx="846">
                <c:v>0.060654526552595386</c:v>
              </c:pt>
              <c:pt idx="847">
                <c:v>0.0980026358540151</c:v>
              </c:pt>
              <c:pt idx="848">
                <c:v>0.07706540390006288</c:v>
              </c:pt>
              <c:pt idx="849">
                <c:v>0.08486892773716659</c:v>
              </c:pt>
              <c:pt idx="850">
                <c:v>0.44263685551423865</c:v>
              </c:pt>
              <c:pt idx="851">
                <c:v>0.4707272439564776</c:v>
              </c:pt>
              <c:pt idx="852">
                <c:v>3.889294250756498E-07</c:v>
              </c:pt>
              <c:pt idx="853">
                <c:v>0.6196603199497861</c:v>
              </c:pt>
              <c:pt idx="854">
                <c:v>0.6175819232306962</c:v>
              </c:pt>
              <c:pt idx="855">
                <c:v>1.5595876283305535E-07</c:v>
              </c:pt>
              <c:pt idx="856">
                <c:v>0.01144394248427272</c:v>
              </c:pt>
              <c:pt idx="857">
                <c:v>1.3221040845470604E-07</c:v>
              </c:pt>
              <c:pt idx="858">
                <c:v>0.14842442958641566</c:v>
              </c:pt>
              <c:pt idx="859">
                <c:v>0.5814119984432473</c:v>
              </c:pt>
              <c:pt idx="860">
                <c:v>0.5460995748431084</c:v>
              </c:pt>
              <c:pt idx="861">
                <c:v>0.0013850476268537394</c:v>
              </c:pt>
              <c:pt idx="862">
                <c:v>0.0006305946175056555</c:v>
              </c:pt>
              <c:pt idx="863">
                <c:v>0.001563352026347906</c:v>
              </c:pt>
              <c:pt idx="864">
                <c:v>0.08119684086351102</c:v>
              </c:pt>
              <c:pt idx="865">
                <c:v>0.056410220708863215</c:v>
              </c:pt>
              <c:pt idx="866">
                <c:v>0.022644003125438426</c:v>
              </c:pt>
              <c:pt idx="867">
                <c:v>0.21561411707558584</c:v>
              </c:pt>
              <c:pt idx="868">
                <c:v>0.34660894840132</c:v>
              </c:pt>
              <c:pt idx="869">
                <c:v>0.3050941040556397</c:v>
              </c:pt>
              <c:pt idx="870">
                <c:v>0.33528595300331415</c:v>
              </c:pt>
              <c:pt idx="871">
                <c:v>0.05808768556842461</c:v>
              </c:pt>
              <c:pt idx="872">
                <c:v>5.314846341778138E-07</c:v>
              </c:pt>
              <c:pt idx="873">
                <c:v>0.2510654922197744</c:v>
              </c:pt>
              <c:pt idx="874">
                <c:v>0.21007493798124052</c:v>
              </c:pt>
              <c:pt idx="875">
                <c:v>0.05876335235524246</c:v>
              </c:pt>
              <c:pt idx="876">
                <c:v>0.07102848508600819</c:v>
              </c:pt>
              <c:pt idx="877">
                <c:v>0.07096137789021865</c:v>
              </c:pt>
              <c:pt idx="878">
                <c:v>0.07101190358299425</c:v>
              </c:pt>
              <c:pt idx="879">
                <c:v>0.422203745082848</c:v>
              </c:pt>
              <c:pt idx="880">
                <c:v>0.4819862798487283</c:v>
              </c:pt>
              <c:pt idx="881">
                <c:v>0.5041340117676965</c:v>
              </c:pt>
              <c:pt idx="882">
                <c:v>0.501542157307423</c:v>
              </c:pt>
              <c:pt idx="883">
                <c:v>0.2402050876964568</c:v>
              </c:pt>
              <c:pt idx="884">
                <c:v>0.42459487870299123</c:v>
              </c:pt>
              <c:pt idx="885">
                <c:v>0.00014623419321978985</c:v>
              </c:pt>
              <c:pt idx="886">
                <c:v>-5.21693330219047E-09</c:v>
              </c:pt>
              <c:pt idx="887">
                <c:v>-3.493115933005228E-08</c:v>
              </c:pt>
              <c:pt idx="888">
                <c:v>0.6205939777821543</c:v>
              </c:pt>
              <c:pt idx="889">
                <c:v>0.48759154214011674</c:v>
              </c:pt>
              <c:pt idx="890">
                <c:v>0.4624342918342513</c:v>
              </c:pt>
              <c:pt idx="891">
                <c:v>0.04340913603808755</c:v>
              </c:pt>
              <c:pt idx="892">
                <c:v>0.24467873121551847</c:v>
              </c:pt>
              <c:pt idx="893">
                <c:v>0.2178058954680257</c:v>
              </c:pt>
              <c:pt idx="894">
                <c:v>0.1900910238048357</c:v>
              </c:pt>
              <c:pt idx="895">
                <c:v>0.533797870477716</c:v>
              </c:pt>
              <c:pt idx="896">
                <c:v>3.736526619108226E-07</c:v>
              </c:pt>
              <c:pt idx="897">
                <c:v>-0.0034139895084246146</c:v>
              </c:pt>
              <c:pt idx="898">
                <c:v>0.5585853336146813</c:v>
              </c:pt>
              <c:pt idx="899">
                <c:v>0.6095813532506107</c:v>
              </c:pt>
              <c:pt idx="900">
                <c:v>0.48830090796809095</c:v>
              </c:pt>
              <c:pt idx="901">
                <c:v>0.6261219486446493</c:v>
              </c:pt>
              <c:pt idx="902">
                <c:v>0.07089543340648458</c:v>
              </c:pt>
              <c:pt idx="903">
                <c:v>0.11524724020771214</c:v>
              </c:pt>
              <c:pt idx="904">
                <c:v>0.11938151512025538</c:v>
              </c:pt>
              <c:pt idx="905">
                <c:v>0.24227725539368605</c:v>
              </c:pt>
              <c:pt idx="906">
                <c:v>0.16341333442220346</c:v>
              </c:pt>
              <c:pt idx="907">
                <c:v>0.5089618612301477</c:v>
              </c:pt>
              <c:pt idx="908">
                <c:v>0.35871085969323857</c:v>
              </c:pt>
              <c:pt idx="909">
                <c:v>0.18832708216172236</c:v>
              </c:pt>
              <c:pt idx="910">
                <c:v>0.11198824401378418</c:v>
              </c:pt>
              <c:pt idx="911">
                <c:v>0.1719048269341621</c:v>
              </c:pt>
              <c:pt idx="912">
                <c:v>0.001527102083891015</c:v>
              </c:pt>
              <c:pt idx="913">
                <c:v>0.3535587187028596</c:v>
              </c:pt>
              <c:pt idx="914">
                <c:v>0.2926315272147379</c:v>
              </c:pt>
              <c:pt idx="915">
                <c:v>0.3843274772782325</c:v>
              </c:pt>
              <c:pt idx="916">
                <c:v>0.31823198220474785</c:v>
              </c:pt>
              <c:pt idx="917">
                <c:v>0.6202521220076513</c:v>
              </c:pt>
              <c:pt idx="918">
                <c:v>0.6198966923267947</c:v>
              </c:pt>
              <c:pt idx="919">
                <c:v>0.4148401396487457</c:v>
              </c:pt>
              <c:pt idx="920">
                <c:v>0.47331303279707687</c:v>
              </c:pt>
              <c:pt idx="921">
                <c:v>0.6275791092628277</c:v>
              </c:pt>
              <c:pt idx="922">
                <c:v>0.6173316236846054</c:v>
              </c:pt>
              <c:pt idx="923">
                <c:v>0.623609882514607</c:v>
              </c:pt>
              <c:pt idx="924">
                <c:v>0.5868551218106314</c:v>
              </c:pt>
              <c:pt idx="925">
                <c:v>0.38055922717289925</c:v>
              </c:pt>
              <c:pt idx="926">
                <c:v>0.010867602788395807</c:v>
              </c:pt>
              <c:pt idx="927">
                <c:v>0.01190405598948482</c:v>
              </c:pt>
              <c:pt idx="928">
                <c:v>0.5903221093081475</c:v>
              </c:pt>
              <c:pt idx="929">
                <c:v>0.5790141044385043</c:v>
              </c:pt>
              <c:pt idx="930">
                <c:v>0.4030777616795939</c:v>
              </c:pt>
              <c:pt idx="931">
                <c:v>0.2489378604833953</c:v>
              </c:pt>
              <c:pt idx="932">
                <c:v>0.3232758600347074</c:v>
              </c:pt>
              <c:pt idx="933">
                <c:v>0.32818370308274625</c:v>
              </c:pt>
              <c:pt idx="934">
                <c:v>0.3188359297904622</c:v>
              </c:pt>
              <c:pt idx="935">
                <c:v>0.26638056756577216</c:v>
              </c:pt>
              <c:pt idx="936">
                <c:v>0.3387266589540233</c:v>
              </c:pt>
              <c:pt idx="937">
                <c:v>0.30184419780580846</c:v>
              </c:pt>
              <c:pt idx="938">
                <c:v>0.6184616157194159</c:v>
              </c:pt>
              <c:pt idx="939">
                <c:v>0.36297364176852953</c:v>
              </c:pt>
              <c:pt idx="940">
                <c:v>0.6201907600779557</c:v>
              </c:pt>
              <c:pt idx="941">
                <c:v>0.2574935223094757</c:v>
              </c:pt>
              <c:pt idx="942">
                <c:v>0.08117896543947209</c:v>
              </c:pt>
              <c:pt idx="943">
                <c:v>0.016639394531853573</c:v>
              </c:pt>
              <c:pt idx="944">
                <c:v>0.2608622959330313</c:v>
              </c:pt>
              <c:pt idx="945">
                <c:v>0.36633753634373634</c:v>
              </c:pt>
              <c:pt idx="946">
                <c:v>4.857849305515777E-07</c:v>
              </c:pt>
              <c:pt idx="947">
                <c:v>0.5579018380367339</c:v>
              </c:pt>
              <c:pt idx="948">
                <c:v>0.5549105569805107</c:v>
              </c:pt>
              <c:pt idx="949">
                <c:v>0.5380645889204044</c:v>
              </c:pt>
              <c:pt idx="950">
                <c:v>0.6129009615016813</c:v>
              </c:pt>
              <c:pt idx="951">
                <c:v>0.5360792452397868</c:v>
              </c:pt>
              <c:pt idx="952">
                <c:v>0.5018824396925945</c:v>
              </c:pt>
              <c:pt idx="953">
                <c:v>0.5099471551933072</c:v>
              </c:pt>
              <c:pt idx="954">
                <c:v>0.5212093829859871</c:v>
              </c:pt>
              <c:pt idx="955">
                <c:v>0.6111861012015023</c:v>
              </c:pt>
              <c:pt idx="956">
                <c:v>0.11179749609105248</c:v>
              </c:pt>
              <c:pt idx="957">
                <c:v>0.39471168467996415</c:v>
              </c:pt>
              <c:pt idx="958">
                <c:v>0.39471250986414425</c:v>
              </c:pt>
              <c:pt idx="959">
                <c:v>0.5183162156811981</c:v>
              </c:pt>
              <c:pt idx="960">
                <c:v>0.5258866228205842</c:v>
              </c:pt>
              <c:pt idx="961">
                <c:v>0.5542989702640966</c:v>
              </c:pt>
              <c:pt idx="962">
                <c:v>0.5513113123837824</c:v>
              </c:pt>
              <c:pt idx="963">
                <c:v>0.5945187895700889</c:v>
              </c:pt>
              <c:pt idx="964">
                <c:v>0.5629891887266961</c:v>
              </c:pt>
              <c:pt idx="965">
                <c:v>0.42445163776317185</c:v>
              </c:pt>
              <c:pt idx="966">
                <c:v>0.054989816794097535</c:v>
              </c:pt>
              <c:pt idx="967">
                <c:v>0.0590389863823671</c:v>
              </c:pt>
              <c:pt idx="968">
                <c:v>0.5578757169291271</c:v>
              </c:pt>
              <c:pt idx="969">
                <c:v>0.5576331817939503</c:v>
              </c:pt>
              <c:pt idx="970">
                <c:v>0.394713622527184</c:v>
              </c:pt>
              <c:pt idx="971">
                <c:v>0.42269692298459394</c:v>
              </c:pt>
              <c:pt idx="972">
                <c:v>0.37844224182075953</c:v>
              </c:pt>
              <c:pt idx="973">
                <c:v>0.38365814594028125</c:v>
              </c:pt>
              <c:pt idx="974">
                <c:v>0.3828205737491072</c:v>
              </c:pt>
              <c:pt idx="975">
                <c:v>0.31301695271790897</c:v>
              </c:pt>
              <c:pt idx="976">
                <c:v>0.23925976126086196</c:v>
              </c:pt>
              <c:pt idx="977">
                <c:v>0.274497069154335</c:v>
              </c:pt>
              <c:pt idx="978">
                <c:v>0.11313932696671034</c:v>
              </c:pt>
              <c:pt idx="979">
                <c:v>0.6244044804487313</c:v>
              </c:pt>
              <c:pt idx="980">
                <c:v>0.6303443323787307</c:v>
              </c:pt>
              <c:pt idx="981">
                <c:v>0.11312534782583653</c:v>
              </c:pt>
              <c:pt idx="982">
                <c:v>0.3311337970051326</c:v>
              </c:pt>
              <c:pt idx="983">
                <c:v>0.43009709810876706</c:v>
              </c:pt>
              <c:pt idx="984">
                <c:v>0.3634781912296268</c:v>
              </c:pt>
              <c:pt idx="985">
                <c:v>0.38248036377185984</c:v>
              </c:pt>
              <c:pt idx="986">
                <c:v>0.3856284260936984</c:v>
              </c:pt>
              <c:pt idx="987">
                <c:v>5.673657552823434E-07</c:v>
              </c:pt>
              <c:pt idx="988">
                <c:v>0.022190504138618297</c:v>
              </c:pt>
              <c:pt idx="989">
                <c:v>0.02913014684575676</c:v>
              </c:pt>
              <c:pt idx="990">
                <c:v>5.038127952569081E-07</c:v>
              </c:pt>
              <c:pt idx="991">
                <c:v>0.03445760269710953</c:v>
              </c:pt>
              <c:pt idx="992">
                <c:v>0.05861831807797416</c:v>
              </c:pt>
              <c:pt idx="993">
                <c:v>0.019386623215725422</c:v>
              </c:pt>
              <c:pt idx="994">
                <c:v>0.1715953938921508</c:v>
              </c:pt>
              <c:pt idx="995">
                <c:v>0.5989147059469158</c:v>
              </c:pt>
              <c:pt idx="996">
                <c:v>0.029025479906066094</c:v>
              </c:pt>
              <c:pt idx="997">
                <c:v>0.06498906801451165</c:v>
              </c:pt>
              <c:pt idx="998">
                <c:v>0.06215118514891242</c:v>
              </c:pt>
              <c:pt idx="999">
                <c:v>0.04602564586798985</c:v>
              </c:pt>
              <c:pt idx="1000">
                <c:v>0.04532847865295884</c:v>
              </c:pt>
              <c:pt idx="1001">
                <c:v>0.0524132221337171</c:v>
              </c:pt>
              <c:pt idx="1002">
                <c:v>4.797799689501086E-07</c:v>
              </c:pt>
              <c:pt idx="1003">
                <c:v>0.31853937707153024</c:v>
              </c:pt>
              <c:pt idx="1004">
                <c:v>0.28420360522689364</c:v>
              </c:pt>
              <c:pt idx="1005">
                <c:v>0.2364269007780743</c:v>
              </c:pt>
              <c:pt idx="1006">
                <c:v>0.06796653859429394</c:v>
              </c:pt>
              <c:pt idx="1007">
                <c:v>0.10594877616179642</c:v>
              </c:pt>
              <c:pt idx="1008">
                <c:v>0.11796754994291053</c:v>
              </c:pt>
              <c:pt idx="1009">
                <c:v>0.17597425669225142</c:v>
              </c:pt>
              <c:pt idx="1010">
                <c:v>0.08875927274163721</c:v>
              </c:pt>
              <c:pt idx="1011">
                <c:v>0.07601829991453027</c:v>
              </c:pt>
              <c:pt idx="1012">
                <c:v>0.00474082761195263</c:v>
              </c:pt>
              <c:pt idx="1013">
                <c:v>0.04106823192676922</c:v>
              </c:pt>
              <c:pt idx="1014">
                <c:v>3.217092916223289E-07</c:v>
              </c:pt>
              <c:pt idx="1015">
                <c:v>0.021332583597981007</c:v>
              </c:pt>
              <c:pt idx="1016">
                <c:v>0.0856819757978993</c:v>
              </c:pt>
              <c:pt idx="1017">
                <c:v>0.40293848752325656</c:v>
              </c:pt>
              <c:pt idx="1018">
                <c:v>0.3427182382353975</c:v>
              </c:pt>
              <c:pt idx="1019">
                <c:v>0.34157554619106173</c:v>
              </c:pt>
              <c:pt idx="1020">
                <c:v>0.3434908527711724</c:v>
              </c:pt>
              <c:pt idx="1021">
                <c:v>0.3413602985253404</c:v>
              </c:pt>
              <c:pt idx="1022">
                <c:v>0.2588531006636849</c:v>
              </c:pt>
              <c:pt idx="1023">
                <c:v>0.2602663954829246</c:v>
              </c:pt>
              <c:pt idx="1024">
                <c:v>0.24962042981092894</c:v>
              </c:pt>
              <c:pt idx="1025">
                <c:v>0.04431451775368086</c:v>
              </c:pt>
              <c:pt idx="1026">
                <c:v>0.48976014875103147</c:v>
              </c:pt>
              <c:pt idx="1027">
                <c:v>0.6264941988920727</c:v>
              </c:pt>
              <c:pt idx="1028">
                <c:v>0.04529900462782125</c:v>
              </c:pt>
              <c:pt idx="1029">
                <c:v>0.04783982984748455</c:v>
              </c:pt>
              <c:pt idx="1030">
                <c:v>0.16109142063613793</c:v>
              </c:pt>
              <c:pt idx="1031">
                <c:v>0.2109129676203975</c:v>
              </c:pt>
              <c:pt idx="1032">
                <c:v>0.08538477119723534</c:v>
              </c:pt>
              <c:pt idx="1033">
                <c:v>0.2390239781937345</c:v>
              </c:pt>
              <c:pt idx="1034">
                <c:v>0.0161298867162112</c:v>
              </c:pt>
              <c:pt idx="1035">
                <c:v>3.865497306084586E-07</c:v>
              </c:pt>
              <c:pt idx="1036">
                <c:v>0.006215227676144346</c:v>
              </c:pt>
              <c:pt idx="1037">
                <c:v>1.0018611723647956E-07</c:v>
              </c:pt>
              <c:pt idx="1038">
                <c:v>0.007580272266527471</c:v>
              </c:pt>
              <c:pt idx="1039">
                <c:v>0.6400353428992892</c:v>
              </c:pt>
              <c:pt idx="1040">
                <c:v>0.34763004137816034</c:v>
              </c:pt>
              <c:pt idx="1041">
                <c:v>0.032991323538784194</c:v>
              </c:pt>
              <c:pt idx="1042">
                <c:v>0.05466999179427691</c:v>
              </c:pt>
              <c:pt idx="1043">
                <c:v>0.5096460206955394</c:v>
              </c:pt>
              <c:pt idx="1044">
                <c:v>0.5119047325356367</c:v>
              </c:pt>
              <c:pt idx="1045">
                <c:v>0.48326795411161816</c:v>
              </c:pt>
              <c:pt idx="1046">
                <c:v>0.5435937705400532</c:v>
              </c:pt>
              <c:pt idx="1047">
                <c:v>0.5729354932947474</c:v>
              </c:pt>
              <c:pt idx="1048">
                <c:v>0.36666995573691386</c:v>
              </c:pt>
              <c:pt idx="1049">
                <c:v>0.37439584664411985</c:v>
              </c:pt>
              <c:pt idx="1050">
                <c:v>0.3693455519018614</c:v>
              </c:pt>
              <c:pt idx="1051">
                <c:v>0.13221478617355334</c:v>
              </c:pt>
              <c:pt idx="1052">
                <c:v>0.12164919052124083</c:v>
              </c:pt>
              <c:pt idx="1053">
                <c:v>0.21089791038201258</c:v>
              </c:pt>
              <c:pt idx="1054">
                <c:v>0.17141897720745897</c:v>
              </c:pt>
              <c:pt idx="1055">
                <c:v>0.15155711376171627</c:v>
              </c:pt>
              <c:pt idx="1056">
                <c:v>0.18077921154699875</c:v>
              </c:pt>
              <c:pt idx="1057">
                <c:v>0.5397293778835708</c:v>
              </c:pt>
              <c:pt idx="1058">
                <c:v>0.055843194456595656</c:v>
              </c:pt>
              <c:pt idx="1059">
                <c:v>0.026650463749771473</c:v>
              </c:pt>
              <c:pt idx="1060">
                <c:v>0.15682228127949366</c:v>
              </c:pt>
              <c:pt idx="1061">
                <c:v>0.12580887462574566</c:v>
              </c:pt>
              <c:pt idx="1062">
                <c:v>0.04661486975245596</c:v>
              </c:pt>
              <c:pt idx="1063">
                <c:v>0.0026497456749844444</c:v>
              </c:pt>
              <c:pt idx="1064">
                <c:v>0.021822741881441166</c:v>
              </c:pt>
              <c:pt idx="1065">
                <c:v>0.0022378292030898026</c:v>
              </c:pt>
              <c:pt idx="1066">
                <c:v>0.0757171375436331</c:v>
              </c:pt>
              <c:pt idx="1067">
                <c:v>0.3947123576360624</c:v>
              </c:pt>
              <c:pt idx="1068">
                <c:v>0.40784182229633426</c:v>
              </c:pt>
              <c:pt idx="1069">
                <c:v>0.45397228205003226</c:v>
              </c:pt>
              <c:pt idx="1070">
                <c:v>0.4135293151517696</c:v>
              </c:pt>
              <c:pt idx="1071">
                <c:v>0.37918296512429817</c:v>
              </c:pt>
              <c:pt idx="1072">
                <c:v>0.4095807577150439</c:v>
              </c:pt>
              <c:pt idx="1073">
                <c:v>0.24618914599478697</c:v>
              </c:pt>
              <c:pt idx="1074">
                <c:v>0.25679183777475945</c:v>
              </c:pt>
              <c:pt idx="1075">
                <c:v>0.5592045054159479</c:v>
              </c:pt>
              <c:pt idx="1076">
                <c:v>0.5480997231631246</c:v>
              </c:pt>
              <c:pt idx="1077">
                <c:v>0.33977032162188275</c:v>
              </c:pt>
              <c:pt idx="1078">
                <c:v>0.37692637167944937</c:v>
              </c:pt>
              <c:pt idx="1079">
                <c:v>0.5844918115745681</c:v>
              </c:pt>
              <c:pt idx="1080">
                <c:v>0.519347630886432</c:v>
              </c:pt>
              <c:pt idx="1081">
                <c:v>0.12047051195139327</c:v>
              </c:pt>
              <c:pt idx="1082">
                <c:v>0.4475311124100485</c:v>
              </c:pt>
              <c:pt idx="1083">
                <c:v>0.44597219756143236</c:v>
              </c:pt>
              <c:pt idx="1084">
                <c:v>0.39000351670614986</c:v>
              </c:pt>
              <c:pt idx="1085">
                <c:v>0.4802416435817</c:v>
              </c:pt>
              <c:pt idx="1086">
                <c:v>0.4473102527648213</c:v>
              </c:pt>
              <c:pt idx="1087">
                <c:v>0.0851502294270735</c:v>
              </c:pt>
              <c:pt idx="1088">
                <c:v>0.6134013269338265</c:v>
              </c:pt>
              <c:pt idx="1089">
                <c:v>0.6121272199223768</c:v>
              </c:pt>
              <c:pt idx="1090">
                <c:v>0.07102094826500471</c:v>
              </c:pt>
              <c:pt idx="1091">
                <c:v>0.4428308533670264</c:v>
              </c:pt>
              <c:pt idx="1092">
                <c:v>0.048050432353820366</c:v>
              </c:pt>
              <c:pt idx="1093">
                <c:v>0.4370213988371723</c:v>
              </c:pt>
              <c:pt idx="1094">
                <c:v>0.45265822709233705</c:v>
              </c:pt>
              <c:pt idx="1095">
                <c:v>0.02212977090152944</c:v>
              </c:pt>
              <c:pt idx="1096">
                <c:v>5.418625123678198E-07</c:v>
              </c:pt>
              <c:pt idx="1097">
                <c:v>4.0927701258908376E-07</c:v>
              </c:pt>
              <c:pt idx="1098">
                <c:v>1.2081684398436605E-07</c:v>
              </c:pt>
              <c:pt idx="1099">
                <c:v>0.006932707494951157</c:v>
              </c:pt>
              <c:pt idx="1100">
                <c:v>1.446064448838161E-07</c:v>
              </c:pt>
              <c:pt idx="1101">
                <c:v>0.22001420755608034</c:v>
              </c:pt>
              <c:pt idx="1102">
                <c:v>0.23559356952669158</c:v>
              </c:pt>
              <c:pt idx="1103">
                <c:v>0.43035699193976756</c:v>
              </c:pt>
              <c:pt idx="1104">
                <c:v>3.7137335097526775E-07</c:v>
              </c:pt>
              <c:pt idx="1105">
                <c:v>3.57948789346479E-07</c:v>
              </c:pt>
              <c:pt idx="1106">
                <c:v>0.024347019019793574</c:v>
              </c:pt>
              <c:pt idx="1107">
                <c:v>0.1543463070569464</c:v>
              </c:pt>
              <c:pt idx="1108">
                <c:v>4.950592224376273E-07</c:v>
              </c:pt>
              <c:pt idx="1109">
                <c:v>0.048511473218231065</c:v>
              </c:pt>
              <c:pt idx="1110">
                <c:v>0.6311553283268233</c:v>
              </c:pt>
              <c:pt idx="1111">
                <c:v>0.5776463887306984</c:v>
              </c:pt>
              <c:pt idx="1112">
                <c:v>0.5579707312927592</c:v>
              </c:pt>
              <c:pt idx="1113">
                <c:v>0.46661286715011074</c:v>
              </c:pt>
              <c:pt idx="1114">
                <c:v>0.029841859148574332</c:v>
              </c:pt>
              <c:pt idx="1115">
                <c:v>0.013453317047840611</c:v>
              </c:pt>
              <c:pt idx="1116">
                <c:v>0.04947516218490216</c:v>
              </c:pt>
              <c:pt idx="1117">
                <c:v>0.33542150870892146</c:v>
              </c:pt>
              <c:pt idx="1118">
                <c:v>0.3028693398530459</c:v>
              </c:pt>
              <c:pt idx="1119">
                <c:v>0.3111102821344134</c:v>
              </c:pt>
              <c:pt idx="1120">
                <c:v>0.6091538543013851</c:v>
              </c:pt>
              <c:pt idx="1121">
                <c:v>0.5836277952818612</c:v>
              </c:pt>
              <c:pt idx="1122">
                <c:v>0.6102354453334192</c:v>
              </c:pt>
              <c:pt idx="1123">
                <c:v>0.3582736483527674</c:v>
              </c:pt>
              <c:pt idx="1124">
                <c:v>0.6152403974335907</c:v>
              </c:pt>
              <c:pt idx="1125">
                <c:v>0.03968183461840212</c:v>
              </c:pt>
              <c:pt idx="1126">
                <c:v>0.1452646461450403</c:v>
              </c:pt>
              <c:pt idx="1127">
                <c:v>0.3053605719509917</c:v>
              </c:pt>
              <c:pt idx="1128">
                <c:v>0.2890547855695183</c:v>
              </c:pt>
              <c:pt idx="1129">
                <c:v>0.4087132075914999</c:v>
              </c:pt>
              <c:pt idx="1130">
                <c:v>0.1276676738525023</c:v>
              </c:pt>
              <c:pt idx="1131">
                <c:v>0.09910955047560516</c:v>
              </c:pt>
              <c:pt idx="1132">
                <c:v>0.18530033764846013</c:v>
              </c:pt>
              <c:pt idx="1133">
                <c:v>0.0582678439498209</c:v>
              </c:pt>
              <c:pt idx="1134">
                <c:v>0.050146512250095455</c:v>
              </c:pt>
              <c:pt idx="1135">
                <c:v>0.6158084369120244</c:v>
              </c:pt>
              <c:pt idx="1136">
                <c:v>0.027259949379099792</c:v>
              </c:pt>
              <c:pt idx="1137">
                <c:v>0.0032091474199101317</c:v>
              </c:pt>
              <c:pt idx="1138">
                <c:v>0.6136499191924952</c:v>
              </c:pt>
              <c:pt idx="1139">
                <c:v>0.6161250934569071</c:v>
              </c:pt>
              <c:pt idx="1140">
                <c:v>0.20283198112798173</c:v>
              </c:pt>
              <c:pt idx="1141">
                <c:v>0.21588279871385305</c:v>
              </c:pt>
              <c:pt idx="1142">
                <c:v>0.10322274717090059</c:v>
              </c:pt>
              <c:pt idx="1143">
                <c:v>0.03582529829699843</c:v>
              </c:pt>
              <c:pt idx="1144">
                <c:v>1.6426113745366853E-07</c:v>
              </c:pt>
              <c:pt idx="1145">
                <c:v>1.5829041753260582E-07</c:v>
              </c:pt>
              <c:pt idx="1146">
                <c:v>0.001114534649195856</c:v>
              </c:pt>
              <c:pt idx="1147">
                <c:v>0.17663821657091358</c:v>
              </c:pt>
              <c:pt idx="1148">
                <c:v>0.12231774982960837</c:v>
              </c:pt>
              <c:pt idx="1149">
                <c:v>0.6058887286063093</c:v>
              </c:pt>
              <c:pt idx="1150">
                <c:v>0.5230462238707736</c:v>
              </c:pt>
              <c:pt idx="1151">
                <c:v>0.570002550549292</c:v>
              </c:pt>
              <c:pt idx="1152">
                <c:v>8.65810365042916E-08</c:v>
              </c:pt>
              <c:pt idx="1153">
                <c:v>0.41844005681440866</c:v>
              </c:pt>
              <c:pt idx="1154">
                <c:v>0.43368738677850854</c:v>
              </c:pt>
              <c:pt idx="1155">
                <c:v>0.5261162167714675</c:v>
              </c:pt>
              <c:pt idx="1156">
                <c:v>0.21244901035401847</c:v>
              </c:pt>
              <c:pt idx="1157">
                <c:v>0.24630966447535574</c:v>
              </c:pt>
              <c:pt idx="1158">
                <c:v>0.26082341428097583</c:v>
              </c:pt>
              <c:pt idx="1159">
                <c:v>0.21796808333681364</c:v>
              </c:pt>
              <c:pt idx="1160">
                <c:v>0.029497019903616962</c:v>
              </c:pt>
              <c:pt idx="1161">
                <c:v>0.0031353022592704952</c:v>
              </c:pt>
              <c:pt idx="1162">
                <c:v>2.317219143732848E-07</c:v>
              </c:pt>
              <c:pt idx="1163">
                <c:v>2.593318848601921E-07</c:v>
              </c:pt>
              <c:pt idx="1164">
                <c:v>0.4253135453667546</c:v>
              </c:pt>
              <c:pt idx="1165">
                <c:v>0.27262045439321164</c:v>
              </c:pt>
              <c:pt idx="1166">
                <c:v>3.0607275060828386E-07</c:v>
              </c:pt>
              <c:pt idx="1167">
                <c:v>0.2604751368413634</c:v>
              </c:pt>
              <c:pt idx="1168">
                <c:v>0.4273746233712256</c:v>
              </c:pt>
              <c:pt idx="1169">
                <c:v>0.23087384194713656</c:v>
              </c:pt>
              <c:pt idx="1170">
                <c:v>0.06383273376231023</c:v>
              </c:pt>
              <c:pt idx="1171">
                <c:v>0.27258278003555253</c:v>
              </c:pt>
              <c:pt idx="1172">
                <c:v>0.24079619745188105</c:v>
              </c:pt>
              <c:pt idx="1173">
                <c:v>0.35707820046001343</c:v>
              </c:pt>
              <c:pt idx="1174">
                <c:v>0.2142465613727959</c:v>
              </c:pt>
              <c:pt idx="1175">
                <c:v>0.37601811563596144</c:v>
              </c:pt>
              <c:pt idx="1176">
                <c:v>-0.0003399717349117197</c:v>
              </c:pt>
              <c:pt idx="1177">
                <c:v>0.5767125736127999</c:v>
              </c:pt>
              <c:pt idx="1178">
                <c:v>0.0659590252813348</c:v>
              </c:pt>
              <c:pt idx="1179">
                <c:v>0.0009866226257049613</c:v>
              </c:pt>
              <c:pt idx="1180">
                <c:v>0.006609404843836972</c:v>
              </c:pt>
              <c:pt idx="1181">
                <c:v>0.060162969744574184</c:v>
              </c:pt>
              <c:pt idx="1182">
                <c:v>0.5465158835532391</c:v>
              </c:pt>
              <c:pt idx="1183">
                <c:v>0.26773017312268305</c:v>
              </c:pt>
              <c:pt idx="1184">
                <c:v>0.32731318196846126</c:v>
              </c:pt>
              <c:pt idx="1185">
                <c:v>0.29468337368766356</c:v>
              </c:pt>
              <c:pt idx="1186">
                <c:v>0.6167809983687889</c:v>
              </c:pt>
              <c:pt idx="1187">
                <c:v>0.6176767809080899</c:v>
              </c:pt>
              <c:pt idx="1188">
                <c:v>1.6550608491745885E-07</c:v>
              </c:pt>
              <c:pt idx="1189">
                <c:v>1.7314809017236003E-07</c:v>
              </c:pt>
              <c:pt idx="1190">
                <c:v>1.919115715312608E-07</c:v>
              </c:pt>
              <c:pt idx="1191">
                <c:v>0.5301174330553324</c:v>
              </c:pt>
              <c:pt idx="1192">
                <c:v>0.19523545929626865</c:v>
              </c:pt>
              <c:pt idx="1193">
                <c:v>0.1925991486777566</c:v>
              </c:pt>
              <c:pt idx="1194">
                <c:v>0.2392082082926379</c:v>
              </c:pt>
              <c:pt idx="1195">
                <c:v>0.38775321705927285</c:v>
              </c:pt>
              <c:pt idx="1196">
                <c:v>0.6024206839006584</c:v>
              </c:pt>
              <c:pt idx="1197">
                <c:v>0.36009035826387337</c:v>
              </c:pt>
              <c:pt idx="1198">
                <c:v>0.386742516269952</c:v>
              </c:pt>
              <c:pt idx="1199">
                <c:v>0.3375006422602047</c:v>
              </c:pt>
              <c:pt idx="1200">
                <c:v>0.6171319895023273</c:v>
              </c:pt>
              <c:pt idx="1201">
                <c:v>0.08378756523637099</c:v>
              </c:pt>
              <c:pt idx="1202">
                <c:v>0.05726575402118313</c:v>
              </c:pt>
              <c:pt idx="1203">
                <c:v>0.47120263780934446</c:v>
              </c:pt>
              <c:pt idx="1204">
                <c:v>0.5775869596563239</c:v>
              </c:pt>
              <c:pt idx="1205">
                <c:v>0.5830149503568324</c:v>
              </c:pt>
              <c:pt idx="1206">
                <c:v>0.42486429621466104</c:v>
              </c:pt>
              <c:pt idx="1207">
                <c:v>0.1394812472571314</c:v>
              </c:pt>
              <c:pt idx="1208">
                <c:v>0.183465081774039</c:v>
              </c:pt>
              <c:pt idx="1209">
                <c:v>0.15102751740648387</c:v>
              </c:pt>
              <c:pt idx="1210">
                <c:v>0.6072238834037736</c:v>
              </c:pt>
              <c:pt idx="1211">
                <c:v>-0.0013610673539491682</c:v>
              </c:pt>
              <c:pt idx="1212">
                <c:v>0.6257910595309072</c:v>
              </c:pt>
              <c:pt idx="1213">
                <c:v>0.6214531077647983</c:v>
              </c:pt>
              <c:pt idx="1214">
                <c:v>0.604044951259844</c:v>
              </c:pt>
              <c:pt idx="1215">
                <c:v>0.059748553302288225</c:v>
              </c:pt>
              <c:pt idx="1216">
                <c:v>0.3947116702941858</c:v>
              </c:pt>
              <c:pt idx="1217">
                <c:v>0.5573200030362454</c:v>
              </c:pt>
              <c:pt idx="1218">
                <c:v>0.04332876721133069</c:v>
              </c:pt>
              <c:pt idx="1219">
                <c:v>0.6215640522804061</c:v>
              </c:pt>
              <c:pt idx="1220">
                <c:v>2.965908890161784E-09</c:v>
              </c:pt>
              <c:pt idx="1221">
                <c:v>-0.002053912922464649</c:v>
              </c:pt>
              <c:pt idx="1222">
                <c:v>0.5117488979224875</c:v>
              </c:pt>
              <c:pt idx="1223">
                <c:v>0.5398645568646374</c:v>
              </c:pt>
              <c:pt idx="1224">
                <c:v>-0.00263535271032206</c:v>
              </c:pt>
              <c:pt idx="1225">
                <c:v>0.13955200115898958</c:v>
              </c:pt>
              <c:pt idx="1226">
                <c:v>0.3641002778174549</c:v>
              </c:pt>
              <c:pt idx="1227">
                <c:v>0.003914764230044979</c:v>
              </c:pt>
              <c:pt idx="1228">
                <c:v>0.6161837161534296</c:v>
              </c:pt>
              <c:pt idx="1229">
                <c:v>0.0006067692587299599</c:v>
              </c:pt>
              <c:pt idx="1230">
                <c:v>0.5384366568161293</c:v>
              </c:pt>
              <c:pt idx="1231">
                <c:v>0.21413460891909525</c:v>
              </c:pt>
              <c:pt idx="1232">
                <c:v>0.1941937430360851</c:v>
              </c:pt>
              <c:pt idx="1233">
                <c:v>0.18017361796090314</c:v>
              </c:pt>
              <c:pt idx="1234">
                <c:v>0.34387792698462133</c:v>
              </c:pt>
              <c:pt idx="1235">
                <c:v>0.2622070490255185</c:v>
              </c:pt>
              <c:pt idx="1236">
                <c:v>0.14318290643461398</c:v>
              </c:pt>
              <c:pt idx="1237">
                <c:v>0.47985899957951533</c:v>
              </c:pt>
              <c:pt idx="1238">
                <c:v>0.07208044626189374</c:v>
              </c:pt>
              <c:pt idx="1239">
                <c:v>0.05880088103407022</c:v>
              </c:pt>
              <c:pt idx="1240">
                <c:v>0.02129337345801001</c:v>
              </c:pt>
              <c:pt idx="1241">
                <c:v>0.0013148165425406425</c:v>
              </c:pt>
              <c:pt idx="1242">
                <c:v>0.5855329876524329</c:v>
              </c:pt>
              <c:pt idx="1243">
                <c:v>0.025495008666992586</c:v>
              </c:pt>
              <c:pt idx="1244">
                <c:v>0.3570854530141163</c:v>
              </c:pt>
              <c:pt idx="1245">
                <c:v>0.5923493015433366</c:v>
              </c:pt>
              <c:pt idx="1246">
                <c:v>0.37035442271527913</c:v>
              </c:pt>
              <c:pt idx="1247">
                <c:v>0.2767257372440125</c:v>
              </c:pt>
              <c:pt idx="1248">
                <c:v>0.32813551742872743</c:v>
              </c:pt>
              <c:pt idx="1249">
                <c:v>0.3355357435209592</c:v>
              </c:pt>
              <c:pt idx="1250">
                <c:v>0.3346498410221636</c:v>
              </c:pt>
              <c:pt idx="1251">
                <c:v>0.567633690262169</c:v>
              </c:pt>
              <c:pt idx="1252">
                <c:v>0.5557880644184978</c:v>
              </c:pt>
              <c:pt idx="1253">
                <c:v>0.39249617667486164</c:v>
              </c:pt>
              <c:pt idx="1254">
                <c:v>0.35550338574415463</c:v>
              </c:pt>
              <c:pt idx="1255">
                <c:v>0.5546083753698927</c:v>
              </c:pt>
              <c:pt idx="1256">
                <c:v>0.39809143347318127</c:v>
              </c:pt>
              <c:pt idx="1257">
                <c:v>0.5341206214807724</c:v>
              </c:pt>
              <c:pt idx="1258">
                <c:v>0.14446824308503714</c:v>
              </c:pt>
              <c:pt idx="1259">
                <c:v>0.191906532163987</c:v>
              </c:pt>
              <c:pt idx="1260">
                <c:v>0.01208879339412985</c:v>
              </c:pt>
              <c:pt idx="1261">
                <c:v>0.0670475577841705</c:v>
              </c:pt>
              <c:pt idx="1262">
                <c:v>0.13692593963160166</c:v>
              </c:pt>
              <c:pt idx="1263">
                <c:v>0.12416254549903534</c:v>
              </c:pt>
              <c:pt idx="1264">
                <c:v>0.09033215104943622</c:v>
              </c:pt>
              <c:pt idx="1265">
                <c:v>0.12410854114069447</c:v>
              </c:pt>
              <c:pt idx="1266">
                <c:v>0.5563752432306253</c:v>
              </c:pt>
              <c:pt idx="1267">
                <c:v>0.5750785992326832</c:v>
              </c:pt>
              <c:pt idx="1268">
                <c:v>0.5859470859370479</c:v>
              </c:pt>
              <c:pt idx="1269">
                <c:v>0.6072255794673409</c:v>
              </c:pt>
              <c:pt idx="1270">
                <c:v>0.49094316232145324</c:v>
              </c:pt>
              <c:pt idx="1271">
                <c:v>0.2742303205582828</c:v>
              </c:pt>
              <c:pt idx="1272">
                <c:v>0.24158512462683782</c:v>
              </c:pt>
              <c:pt idx="1273">
                <c:v>0.23231168957083023</c:v>
              </c:pt>
              <c:pt idx="1274">
                <c:v>0.22932924885694803</c:v>
              </c:pt>
              <c:pt idx="1275">
                <c:v>0.27140870917926774</c:v>
              </c:pt>
              <c:pt idx="1276">
                <c:v>0.29202419354712744</c:v>
              </c:pt>
              <c:pt idx="1277">
                <c:v>0.5733910528916808</c:v>
              </c:pt>
              <c:pt idx="1278">
                <c:v>0.48109304548697385</c:v>
              </c:pt>
              <c:pt idx="1279">
                <c:v>0.24872670063993166</c:v>
              </c:pt>
              <c:pt idx="1280">
                <c:v>0.4348790137510833</c:v>
              </c:pt>
              <c:pt idx="1281">
                <c:v>0.2837142429189067</c:v>
              </c:pt>
              <c:pt idx="1282">
                <c:v>0.31263530921866245</c:v>
              </c:pt>
              <c:pt idx="1283">
                <c:v>0.3334731752520694</c:v>
              </c:pt>
              <c:pt idx="1284">
                <c:v>0.32474254880088227</c:v>
              </c:pt>
              <c:pt idx="1285">
                <c:v>0.3205382402256898</c:v>
              </c:pt>
              <c:pt idx="1286">
                <c:v>0.33452813331728243</c:v>
              </c:pt>
              <c:pt idx="1287">
                <c:v>0.26360541961625367</c:v>
              </c:pt>
              <c:pt idx="1288">
                <c:v>0.2539371292123834</c:v>
              </c:pt>
              <c:pt idx="1289">
                <c:v>0.27401553135274476</c:v>
              </c:pt>
              <c:pt idx="1290">
                <c:v>0.3483645557166163</c:v>
              </c:pt>
              <c:pt idx="1291">
                <c:v>0.3271401986866685</c:v>
              </c:pt>
              <c:pt idx="1292">
                <c:v>0.3197823420725451</c:v>
              </c:pt>
              <c:pt idx="1293">
                <c:v>0.36183516922315756</c:v>
              </c:pt>
              <c:pt idx="1294">
                <c:v>0.3836789067528757</c:v>
              </c:pt>
              <c:pt idx="1295">
                <c:v>0.47058558078598206</c:v>
              </c:pt>
              <c:pt idx="1296">
                <c:v>0.4531022173807807</c:v>
              </c:pt>
              <c:pt idx="1297">
                <c:v>0.5192350370080081</c:v>
              </c:pt>
              <c:pt idx="1298">
                <c:v>0.49489148023827784</c:v>
              </c:pt>
              <c:pt idx="1299">
                <c:v>0.47757658748480813</c:v>
              </c:pt>
              <c:pt idx="1300">
                <c:v>0.5950504968844446</c:v>
              </c:pt>
              <c:pt idx="1301">
                <c:v>0.6199381107910124</c:v>
              </c:pt>
              <c:pt idx="1302">
                <c:v>0.6201486091562219</c:v>
              </c:pt>
              <c:pt idx="1303">
                <c:v>0.5965017561291845</c:v>
              </c:pt>
              <c:pt idx="1304">
                <c:v>0.6330274124991244</c:v>
              </c:pt>
              <c:pt idx="1305">
                <c:v>0.6054750177286513</c:v>
              </c:pt>
              <c:pt idx="1306">
                <c:v>0.5825810415494717</c:v>
              </c:pt>
              <c:pt idx="1307">
                <c:v>0.1441557906682962</c:v>
              </c:pt>
              <c:pt idx="1308">
                <c:v>0.050029627631486065</c:v>
              </c:pt>
              <c:pt idx="1309">
                <c:v>0.01239692065060512</c:v>
              </c:pt>
              <c:pt idx="1310">
                <c:v>0.16099630010656962</c:v>
              </c:pt>
              <c:pt idx="1311">
                <c:v>0.09199381435044651</c:v>
              </c:pt>
              <c:pt idx="1312">
                <c:v>0.17350580988800687</c:v>
              </c:pt>
              <c:pt idx="1313">
                <c:v>0.4016171263583041</c:v>
              </c:pt>
              <c:pt idx="1314">
                <c:v>0.41785715140783575</c:v>
              </c:pt>
              <c:pt idx="1315">
                <c:v>0.43912607216900573</c:v>
              </c:pt>
              <c:pt idx="1316">
                <c:v>0.4292672749273892</c:v>
              </c:pt>
              <c:pt idx="1317">
                <c:v>0.3165171418853107</c:v>
              </c:pt>
              <c:pt idx="1318">
                <c:v>0.5712350828140884</c:v>
              </c:pt>
              <c:pt idx="1319">
                <c:v>0.5623405338157198</c:v>
              </c:pt>
              <c:pt idx="1320">
                <c:v>0.6092201211662126</c:v>
              </c:pt>
              <c:pt idx="1321">
                <c:v>0.01116876017126959</c:v>
              </c:pt>
              <c:pt idx="1322">
                <c:v>-0.010240781704561414</c:v>
              </c:pt>
              <c:pt idx="1323">
                <c:v>-0.013660145951807055</c:v>
              </c:pt>
              <c:pt idx="1324">
                <c:v>-0.011915225692861102</c:v>
              </c:pt>
              <c:pt idx="1325">
                <c:v>0.42187601263504637</c:v>
              </c:pt>
              <c:pt idx="1326">
                <c:v>0.44235977042860186</c:v>
              </c:pt>
              <c:pt idx="1327">
                <c:v>0.48072133567348707</c:v>
              </c:pt>
              <c:pt idx="1328">
                <c:v>0.62609961144871</c:v>
              </c:pt>
              <c:pt idx="1329">
                <c:v>0.6223458523527927</c:v>
              </c:pt>
              <c:pt idx="1330">
                <c:v>0.6143875697361935</c:v>
              </c:pt>
              <c:pt idx="1331">
                <c:v>0.6150777451503627</c:v>
              </c:pt>
              <c:pt idx="1332">
                <c:v>0.036317788386365624</c:v>
              </c:pt>
              <c:pt idx="1333">
                <c:v>0.0042764922964063454</c:v>
              </c:pt>
              <c:pt idx="1334">
                <c:v>0.05115722854902762</c:v>
              </c:pt>
              <c:pt idx="1335">
                <c:v>0.01648646579137269</c:v>
              </c:pt>
              <c:pt idx="1336">
                <c:v>0.3144039743307514</c:v>
              </c:pt>
              <c:pt idx="1337">
                <c:v>0.3140545344780091</c:v>
              </c:pt>
              <c:pt idx="1338">
                <c:v>0.21634555088543603</c:v>
              </c:pt>
              <c:pt idx="1339">
                <c:v>0.12024203818600712</c:v>
              </c:pt>
              <c:pt idx="1340">
                <c:v>0.12110455737379844</c:v>
              </c:pt>
              <c:pt idx="1341">
                <c:v>0.11974399884567107</c:v>
              </c:pt>
              <c:pt idx="1342">
                <c:v>0.03088369942241735</c:v>
              </c:pt>
              <c:pt idx="1343">
                <c:v>0.06242092304551201</c:v>
              </c:pt>
              <c:pt idx="1344">
                <c:v>0.06865527671553981</c:v>
              </c:pt>
              <c:pt idx="1345">
                <c:v>0.40111206892865753</c:v>
              </c:pt>
              <c:pt idx="1346">
                <c:v>0.398683547930949</c:v>
              </c:pt>
              <c:pt idx="1347">
                <c:v>0.4007461300826508</c:v>
              </c:pt>
              <c:pt idx="1348">
                <c:v>0.017994386020254646</c:v>
              </c:pt>
              <c:pt idx="1349">
                <c:v>0.3845071476361026</c:v>
              </c:pt>
              <c:pt idx="1350">
                <c:v>0.5026938047332263</c:v>
              </c:pt>
              <c:pt idx="1351">
                <c:v>0.5059867965918031</c:v>
              </c:pt>
              <c:pt idx="1352">
                <c:v>0.5053940198143395</c:v>
              </c:pt>
              <c:pt idx="1353">
                <c:v>6.506906412526395E-05</c:v>
              </c:pt>
              <c:pt idx="1354">
                <c:v>2.1937207247601835E-08</c:v>
              </c:pt>
              <c:pt idx="1355">
                <c:v>0.0007156110879700719</c:v>
              </c:pt>
              <c:pt idx="1356">
                <c:v>0.009171587431722259</c:v>
              </c:pt>
              <c:pt idx="1357">
                <c:v>-0.004371846310562562</c:v>
              </c:pt>
              <c:pt idx="1358">
                <c:v>-0.0014777408003198494</c:v>
              </c:pt>
              <c:pt idx="1359">
                <c:v>0.10006161862813262</c:v>
              </c:pt>
              <c:pt idx="1360">
                <c:v>0.6459306190077321</c:v>
              </c:pt>
              <c:pt idx="1361">
                <c:v>0.5944880487889773</c:v>
              </c:pt>
              <c:pt idx="1362">
                <c:v>0.3312992179222831</c:v>
              </c:pt>
              <c:pt idx="1363">
                <c:v>0.3005752285162617</c:v>
              </c:pt>
              <c:pt idx="1364">
                <c:v>0.004856082559177618</c:v>
              </c:pt>
              <c:pt idx="1365">
                <c:v>0.004321912889171723</c:v>
              </c:pt>
              <c:pt idx="1366">
                <c:v>0.04186012186797439</c:v>
              </c:pt>
              <c:pt idx="1367">
                <c:v>0.4646408025454515</c:v>
              </c:pt>
              <c:pt idx="1368">
                <c:v>0.20177066860487428</c:v>
              </c:pt>
              <c:pt idx="1369">
                <c:v>0.34650577313832315</c:v>
              </c:pt>
              <c:pt idx="1370">
                <c:v>0.4534448385415282</c:v>
              </c:pt>
              <c:pt idx="1371">
                <c:v>0.34987293291954513</c:v>
              </c:pt>
              <c:pt idx="1372">
                <c:v>0.4606618105151301</c:v>
              </c:pt>
              <c:pt idx="1373">
                <c:v>0.4010844758221465</c:v>
              </c:pt>
              <c:pt idx="1374">
                <c:v>0.49453967263592724</c:v>
              </c:pt>
              <c:pt idx="1375">
                <c:v>0.5061910022015926</c:v>
              </c:pt>
              <c:pt idx="1376">
                <c:v>0.4181062210391245</c:v>
              </c:pt>
              <c:pt idx="1377">
                <c:v>0.4923961881505743</c:v>
              </c:pt>
              <c:pt idx="1378">
                <c:v>0.4097130149040457</c:v>
              </c:pt>
              <c:pt idx="1379">
                <c:v>0.34611365090593654</c:v>
              </c:pt>
              <c:pt idx="1380">
                <c:v>0.31586120185933997</c:v>
              </c:pt>
              <c:pt idx="1381">
                <c:v>0.3173943035992549</c:v>
              </c:pt>
              <c:pt idx="1382">
                <c:v>0.3676406147431346</c:v>
              </c:pt>
              <c:pt idx="1383">
                <c:v>0.37856855769185904</c:v>
              </c:pt>
              <c:pt idx="1384">
                <c:v>0.43198378487586686</c:v>
              </c:pt>
              <c:pt idx="1385">
                <c:v>0.3679489106836588</c:v>
              </c:pt>
              <c:pt idx="1386">
                <c:v>0.4304357228493166</c:v>
              </c:pt>
              <c:pt idx="1387">
                <c:v>0.34864862026898574</c:v>
              </c:pt>
              <c:pt idx="1388">
                <c:v>0.43292129327656287</c:v>
              </c:pt>
              <c:pt idx="1389">
                <c:v>-0.01290901933554379</c:v>
              </c:pt>
              <c:pt idx="1390">
                <c:v>0.16951368700589342</c:v>
              </c:pt>
              <c:pt idx="1391">
                <c:v>0.1590572595009307</c:v>
              </c:pt>
              <c:pt idx="1392">
                <c:v>0.45080644008825876</c:v>
              </c:pt>
              <c:pt idx="1393">
                <c:v>0.3520870584006787</c:v>
              </c:pt>
              <c:pt idx="1394">
                <c:v>0.39813785012853586</c:v>
              </c:pt>
              <c:pt idx="1395">
                <c:v>0.6130444297948187</c:v>
              </c:pt>
              <c:pt idx="1396">
                <c:v>0.6056903931881996</c:v>
              </c:pt>
              <c:pt idx="1397">
                <c:v>0.6156145541119086</c:v>
              </c:pt>
              <c:pt idx="1398">
                <c:v>0.6073307697189441</c:v>
              </c:pt>
              <c:pt idx="1399">
                <c:v>0.010494638555401685</c:v>
              </c:pt>
              <c:pt idx="1400">
                <c:v>0.6112023567769774</c:v>
              </c:pt>
              <c:pt idx="1401">
                <c:v>0.5394546893829981</c:v>
              </c:pt>
              <c:pt idx="1402">
                <c:v>0.5554623075232357</c:v>
              </c:pt>
              <c:pt idx="1403">
                <c:v>0.5898971160363462</c:v>
              </c:pt>
              <c:pt idx="1404">
                <c:v>0.5911209734698777</c:v>
              </c:pt>
              <c:pt idx="1405">
                <c:v>0.3217844282662744</c:v>
              </c:pt>
              <c:pt idx="1406">
                <c:v>0.6278511591026112</c:v>
              </c:pt>
              <c:pt idx="1407">
                <c:v>0.6398384236622731</c:v>
              </c:pt>
              <c:pt idx="1408">
                <c:v>0.6446689887440409</c:v>
              </c:pt>
              <c:pt idx="1409">
                <c:v>-0.004409864572455785</c:v>
              </c:pt>
              <c:pt idx="1410">
                <c:v>-7.021367806422626E-09</c:v>
              </c:pt>
              <c:pt idx="1411">
                <c:v>0.5336564710655498</c:v>
              </c:pt>
              <c:pt idx="1412">
                <c:v>0.5721013248229366</c:v>
              </c:pt>
              <c:pt idx="1413">
                <c:v>0.5726164549339773</c:v>
              </c:pt>
              <c:pt idx="1414">
                <c:v>0.48470691740346106</c:v>
              </c:pt>
              <c:pt idx="1415">
                <c:v>0.5417160008217519</c:v>
              </c:pt>
              <c:pt idx="1416">
                <c:v>0.5170588443013823</c:v>
              </c:pt>
              <c:pt idx="1417">
                <c:v>0.5210335154554973</c:v>
              </c:pt>
              <c:pt idx="1418">
                <c:v>0.5190946767620762</c:v>
              </c:pt>
              <c:pt idx="1419">
                <c:v>0.5166172756474419</c:v>
              </c:pt>
              <c:pt idx="1420">
                <c:v>-1.5833602405237728E-08</c:v>
              </c:pt>
              <c:pt idx="1421">
                <c:v>-0.000291291183300433</c:v>
              </c:pt>
              <c:pt idx="1422">
                <c:v>-3.7226010776117696E-08</c:v>
              </c:pt>
              <c:pt idx="1423">
                <c:v>0.349150346746655</c:v>
              </c:pt>
              <c:pt idx="1424">
                <c:v>0.07745516051662926</c:v>
              </c:pt>
              <c:pt idx="1425">
                <c:v>0.61801967081822</c:v>
              </c:pt>
              <c:pt idx="1426">
                <c:v>0.6170725081906666</c:v>
              </c:pt>
              <c:pt idx="1427">
                <c:v>0.6161187843014845</c:v>
              </c:pt>
              <c:pt idx="1428">
                <c:v>0.5848301694840733</c:v>
              </c:pt>
              <c:pt idx="1429">
                <c:v>0.576059009213553</c:v>
              </c:pt>
              <c:pt idx="1430">
                <c:v>0.5732677798320021</c:v>
              </c:pt>
              <c:pt idx="1431">
                <c:v>0.48563409707369676</c:v>
              </c:pt>
              <c:pt idx="1432">
                <c:v>0.5163544114578733</c:v>
              </c:pt>
              <c:pt idx="1433">
                <c:v>0.6146113354767326</c:v>
              </c:pt>
              <c:pt idx="1434">
                <c:v>0.6081198487050175</c:v>
              </c:pt>
              <c:pt idx="1435">
                <c:v>0.6122793534326634</c:v>
              </c:pt>
              <c:pt idx="1436">
                <c:v>0.5484019991432062</c:v>
              </c:pt>
              <c:pt idx="1437">
                <c:v>0.3455108779286247</c:v>
              </c:pt>
              <c:pt idx="1438">
                <c:v>0.2806155081484414</c:v>
              </c:pt>
              <c:pt idx="1439">
                <c:v>0.2538973745360576</c:v>
              </c:pt>
              <c:pt idx="1440">
                <c:v>0.32682796471955305</c:v>
              </c:pt>
              <c:pt idx="1441">
                <c:v>0.4582518708704508</c:v>
              </c:pt>
              <c:pt idx="1442">
                <c:v>0.30460302597825495</c:v>
              </c:pt>
              <c:pt idx="1443">
                <c:v>0.16126921628816135</c:v>
              </c:pt>
              <c:pt idx="1444">
                <c:v>0.29257863746942525</c:v>
              </c:pt>
              <c:pt idx="1445">
                <c:v>0.3035839128644199</c:v>
              </c:pt>
              <c:pt idx="1446">
                <c:v>0.5009282649383897</c:v>
              </c:pt>
              <c:pt idx="1447">
                <c:v>0.4904975818806639</c:v>
              </c:pt>
              <c:pt idx="1448">
                <c:v>0.5108816504650138</c:v>
              </c:pt>
              <c:pt idx="1449">
                <c:v>0.30909945713616005</c:v>
              </c:pt>
              <c:pt idx="1450">
                <c:v>0.08042828080263424</c:v>
              </c:pt>
              <c:pt idx="1451">
                <c:v>0.32252947111131175</c:v>
              </c:pt>
              <c:pt idx="1452">
                <c:v>0.30204740103496047</c:v>
              </c:pt>
              <c:pt idx="1453">
                <c:v>0.5513416014861092</c:v>
              </c:pt>
              <c:pt idx="1454">
                <c:v>0.5375191200811426</c:v>
              </c:pt>
              <c:pt idx="1455">
                <c:v>0.5698905443928474</c:v>
              </c:pt>
              <c:pt idx="1456">
                <c:v>0.032308137239203207</c:v>
              </c:pt>
              <c:pt idx="1457">
                <c:v>0.06688550644640005</c:v>
              </c:pt>
              <c:pt idx="1458">
                <c:v>0.10372077004194127</c:v>
              </c:pt>
              <c:pt idx="1459">
                <c:v>-0.047032542869987023</c:v>
              </c:pt>
              <c:pt idx="1460">
                <c:v>-0.03390768329403157</c:v>
              </c:pt>
              <c:pt idx="1461">
                <c:v>-0.0754457625227111</c:v>
              </c:pt>
              <c:pt idx="1462">
                <c:v>0.48130541582379505</c:v>
              </c:pt>
              <c:pt idx="1463">
                <c:v>0.03493520389621621</c:v>
              </c:pt>
              <c:pt idx="1464">
                <c:v>0.04851984618787007</c:v>
              </c:pt>
              <c:pt idx="1465">
                <c:v>0.12000521496802695</c:v>
              </c:pt>
              <c:pt idx="1466">
                <c:v>0.6227923141650666</c:v>
              </c:pt>
              <c:pt idx="1467">
                <c:v>0.6154264543557485</c:v>
              </c:pt>
              <c:pt idx="1468">
                <c:v>0.6215185832512624</c:v>
              </c:pt>
              <c:pt idx="1469">
                <c:v>0.6086485293844727</c:v>
              </c:pt>
              <c:pt idx="1470">
                <c:v>0.391448579798345</c:v>
              </c:pt>
              <c:pt idx="1471">
                <c:v>0.021967905390338507</c:v>
              </c:pt>
              <c:pt idx="1472">
                <c:v>0.043877259597986065</c:v>
              </c:pt>
              <c:pt idx="1473">
                <c:v>0.45962878640030813</c:v>
              </c:pt>
              <c:pt idx="1474">
                <c:v>0.47470861390102764</c:v>
              </c:pt>
              <c:pt idx="1475">
                <c:v>0.32328390872190815</c:v>
              </c:pt>
              <c:pt idx="1476">
                <c:v>0.34011522297601193</c:v>
              </c:pt>
              <c:pt idx="1477">
                <c:v>0.3373718901325413</c:v>
              </c:pt>
              <c:pt idx="1478">
                <c:v>0.14701252585505442</c:v>
              </c:pt>
              <c:pt idx="1479">
                <c:v>0.24794659456343143</c:v>
              </c:pt>
              <c:pt idx="1480">
                <c:v>0.15619347404034956</c:v>
              </c:pt>
              <c:pt idx="1481">
                <c:v>0.27264762942162124</c:v>
              </c:pt>
              <c:pt idx="1482">
                <c:v>0.29892248528522586</c:v>
              </c:pt>
              <c:pt idx="1483">
                <c:v>0.32062589881575176</c:v>
              </c:pt>
              <c:pt idx="1484">
                <c:v>0.36337082823245787</c:v>
              </c:pt>
              <c:pt idx="1485">
                <c:v>0.20156664227116058</c:v>
              </c:pt>
              <c:pt idx="1486">
                <c:v>0.2743091895208191</c:v>
              </c:pt>
              <c:pt idx="1487">
                <c:v>0.5737628721057224</c:v>
              </c:pt>
              <c:pt idx="1488">
                <c:v>0.5496479861239245</c:v>
              </c:pt>
              <c:pt idx="1489">
                <c:v>0.28964187829035787</c:v>
              </c:pt>
              <c:pt idx="1490">
                <c:v>0.3355156199758976</c:v>
              </c:pt>
              <c:pt idx="1491">
                <c:v>0.31467224191633897</c:v>
              </c:pt>
              <c:pt idx="1492">
                <c:v>0.3682706239452839</c:v>
              </c:pt>
              <c:pt idx="1493">
                <c:v>0.42262796065662606</c:v>
              </c:pt>
              <c:pt idx="1494">
                <c:v>0.41366127429997035</c:v>
              </c:pt>
              <c:pt idx="1495">
                <c:v>0.4465182142730862</c:v>
              </c:pt>
              <c:pt idx="1496">
                <c:v>0.4101482963093479</c:v>
              </c:pt>
              <c:pt idx="1497">
                <c:v>0.3707240918242324</c:v>
              </c:pt>
              <c:pt idx="1498">
                <c:v>0.046100507700659606</c:v>
              </c:pt>
              <c:pt idx="1499">
                <c:v>0.004565583051663773</c:v>
              </c:pt>
              <c:pt idx="1500">
                <c:v>-0.0852718673285163</c:v>
              </c:pt>
              <c:pt idx="1501">
                <c:v>-0.08598898196461238</c:v>
              </c:pt>
              <c:pt idx="1502">
                <c:v>-0.08508289536154086</c:v>
              </c:pt>
              <c:pt idx="1503">
                <c:v>0.4426286401999726</c:v>
              </c:pt>
              <c:pt idx="1504">
                <c:v>0.44894265651683146</c:v>
              </c:pt>
              <c:pt idx="1505">
                <c:v>0.5095349326234888</c:v>
              </c:pt>
              <c:pt idx="1506">
                <c:v>0.25213597759927997</c:v>
              </c:pt>
              <c:pt idx="1507">
                <c:v>0.217720206022949</c:v>
              </c:pt>
              <c:pt idx="1508">
                <c:v>0.22506541322957374</c:v>
              </c:pt>
              <c:pt idx="1509">
                <c:v>0.32970064739360716</c:v>
              </c:pt>
              <c:pt idx="1510">
                <c:v>0.3346247433667411</c:v>
              </c:pt>
              <c:pt idx="1511">
                <c:v>0.3451841754747335</c:v>
              </c:pt>
              <c:pt idx="1512">
                <c:v>0.3519641351753319</c:v>
              </c:pt>
              <c:pt idx="1513">
                <c:v>0.28123736547520545</c:v>
              </c:pt>
              <c:pt idx="1514">
                <c:v>0.2995078140525129</c:v>
              </c:pt>
              <c:pt idx="1515">
                <c:v>0.4979735451141104</c:v>
              </c:pt>
              <c:pt idx="1516">
                <c:v>0.46191308663522707</c:v>
              </c:pt>
              <c:pt idx="1517">
                <c:v>0.6385694854926883</c:v>
              </c:pt>
              <c:pt idx="1518">
                <c:v>0.343238442504884</c:v>
              </c:pt>
              <c:pt idx="1519">
                <c:v>0.29133135099890306</c:v>
              </c:pt>
              <c:pt idx="1520">
                <c:v>0.5252318905613296</c:v>
              </c:pt>
              <c:pt idx="1521">
                <c:v>0.5129807845041138</c:v>
              </c:pt>
              <c:pt idx="1522">
                <c:v>0.5694924628998905</c:v>
              </c:pt>
              <c:pt idx="1523">
                <c:v>0.5740308168169723</c:v>
              </c:pt>
              <c:pt idx="1524">
                <c:v>0.4044868320429703</c:v>
              </c:pt>
              <c:pt idx="1525">
                <c:v>0.15649213930679945</c:v>
              </c:pt>
              <c:pt idx="1526">
                <c:v>0.3206478720372592</c:v>
              </c:pt>
              <c:pt idx="1527">
                <c:v>0.5498374761961534</c:v>
              </c:pt>
              <c:pt idx="1528">
                <c:v>0.15449498808884593</c:v>
              </c:pt>
              <c:pt idx="1529">
                <c:v>0.14866438993782924</c:v>
              </c:pt>
              <c:pt idx="1530">
                <c:v>0.0992120142404249</c:v>
              </c:pt>
              <c:pt idx="1531">
                <c:v>0.12063757642078786</c:v>
              </c:pt>
              <c:pt idx="1532">
                <c:v>0.08951407062289089</c:v>
              </c:pt>
              <c:pt idx="1533">
                <c:v>0.03242714651900232</c:v>
              </c:pt>
              <c:pt idx="1534">
                <c:v>0.46657084001676574</c:v>
              </c:pt>
              <c:pt idx="1535">
                <c:v>0.4999344507579362</c:v>
              </c:pt>
              <c:pt idx="1536">
                <c:v>0.4920934588534788</c:v>
              </c:pt>
              <c:pt idx="1537">
                <c:v>0.3571157238783336</c:v>
              </c:pt>
              <c:pt idx="1538">
                <c:v>0.3684947056946505</c:v>
              </c:pt>
              <c:pt idx="1539">
                <c:v>0.36906426560695565</c:v>
              </c:pt>
              <c:pt idx="1540">
                <c:v>0.40430957476499796</c:v>
              </c:pt>
              <c:pt idx="1541">
                <c:v>0.5061435564616178</c:v>
              </c:pt>
              <c:pt idx="1542">
                <c:v>0.3995760049530143</c:v>
              </c:pt>
              <c:pt idx="1543">
                <c:v>0.18243133646155835</c:v>
              </c:pt>
              <c:pt idx="1544">
                <c:v>0.17435160250837975</c:v>
              </c:pt>
              <c:pt idx="1545">
                <c:v>0.15949878343602603</c:v>
              </c:pt>
              <c:pt idx="1546">
                <c:v>0.2832438777471774</c:v>
              </c:pt>
              <c:pt idx="1547">
                <c:v>0.28035573428164584</c:v>
              </c:pt>
              <c:pt idx="1548">
                <c:v>0.23929519350722356</c:v>
              </c:pt>
              <c:pt idx="1549">
                <c:v>4.5431593391516714E-07</c:v>
              </c:pt>
              <c:pt idx="1550">
                <c:v>5.653738502286638E-05</c:v>
              </c:pt>
              <c:pt idx="1551">
                <c:v>4.4804590203724314E-07</c:v>
              </c:pt>
              <c:pt idx="1552">
                <c:v>0.02087720068362644</c:v>
              </c:pt>
              <c:pt idx="1553">
                <c:v>-0.010798915315448925</c:v>
              </c:pt>
              <c:pt idx="1554">
                <c:v>0.024787311953895497</c:v>
              </c:pt>
              <c:pt idx="1555">
                <c:v>0.49371584179628636</c:v>
              </c:pt>
              <c:pt idx="1556">
                <c:v>0.10525836071615366</c:v>
              </c:pt>
              <c:pt idx="1557">
                <c:v>0.10649563979993554</c:v>
              </c:pt>
              <c:pt idx="1558">
                <c:v>0.1288907853836485</c:v>
              </c:pt>
              <c:pt idx="1559">
                <c:v>0.5428423339091297</c:v>
              </c:pt>
              <c:pt idx="1560">
                <c:v>0.5487819882124965</c:v>
              </c:pt>
              <c:pt idx="1561">
                <c:v>0.5666341068830628</c:v>
              </c:pt>
              <c:pt idx="1562">
                <c:v>0.48225118039325643</c:v>
              </c:pt>
              <c:pt idx="1563">
                <c:v>0.45950772828641895</c:v>
              </c:pt>
              <c:pt idx="1564">
                <c:v>-2.856201548237992E-07</c:v>
              </c:pt>
              <c:pt idx="1565">
                <c:v>-2.5825219642767334E-07</c:v>
              </c:pt>
              <c:pt idx="1566">
                <c:v>-0.005939793140736121</c:v>
              </c:pt>
              <c:pt idx="1567">
                <c:v>0.13473702169122456</c:v>
              </c:pt>
              <c:pt idx="1568">
                <c:v>0.09079514277881062</c:v>
              </c:pt>
              <c:pt idx="1569">
                <c:v>0.08587681067341253</c:v>
              </c:pt>
              <c:pt idx="1570">
                <c:v>0.4279575737636477</c:v>
              </c:pt>
              <c:pt idx="1571">
                <c:v>0.4099827593552203</c:v>
              </c:pt>
              <c:pt idx="1572">
                <c:v>0.40245308282616543</c:v>
              </c:pt>
              <c:pt idx="1573">
                <c:v>0.13186606625014063</c:v>
              </c:pt>
              <c:pt idx="1574">
                <c:v>0.05455922826767433</c:v>
              </c:pt>
              <c:pt idx="1575">
                <c:v>0.09506158501250725</c:v>
              </c:pt>
              <c:pt idx="1576">
                <c:v>0.08780335004802274</c:v>
              </c:pt>
              <c:pt idx="1577">
                <c:v>0.5032314131493335</c:v>
              </c:pt>
              <c:pt idx="1578">
                <c:v>0.46851260661659844</c:v>
              </c:pt>
              <c:pt idx="1579">
                <c:v>0.36852843470406377</c:v>
              </c:pt>
              <c:pt idx="1580">
                <c:v>0.19266578518055816</c:v>
              </c:pt>
              <c:pt idx="1581">
                <c:v>0.1607708038104675</c:v>
              </c:pt>
              <c:pt idx="1582">
                <c:v>0.14521797217607552</c:v>
              </c:pt>
              <c:pt idx="1583">
                <c:v>0.49455331935577496</c:v>
              </c:pt>
              <c:pt idx="1584">
                <c:v>0.5332673790658069</c:v>
              </c:pt>
              <c:pt idx="1585">
                <c:v>0.43330703379538604</c:v>
              </c:pt>
              <c:pt idx="1586">
                <c:v>0.08980783717791756</c:v>
              </c:pt>
              <c:pt idx="1587">
                <c:v>0.0317468342057536</c:v>
              </c:pt>
              <c:pt idx="1588">
                <c:v>0.09472205700289747</c:v>
              </c:pt>
              <c:pt idx="1589">
                <c:v>0.03633064965485991</c:v>
              </c:pt>
              <c:pt idx="1590">
                <c:v>0.13417204346360562</c:v>
              </c:pt>
              <c:pt idx="1591">
                <c:v>0.17406074262773763</c:v>
              </c:pt>
              <c:pt idx="1592">
                <c:v>0.27849108542214274</c:v>
              </c:pt>
              <c:pt idx="1593">
                <c:v>0.4618002747806486</c:v>
              </c:pt>
              <c:pt idx="1594">
                <c:v>0.5258587968970598</c:v>
              </c:pt>
              <c:pt idx="1595">
                <c:v>0.4639595155523763</c:v>
              </c:pt>
              <c:pt idx="1596">
                <c:v>0.45819357104422176</c:v>
              </c:pt>
              <c:pt idx="1597">
                <c:v>0.4575651043284663</c:v>
              </c:pt>
              <c:pt idx="1598">
                <c:v>0.44487992235887897</c:v>
              </c:pt>
              <c:pt idx="1599">
                <c:v>0.41548131847045644</c:v>
              </c:pt>
              <c:pt idx="1600">
                <c:v>0.5857457481776144</c:v>
              </c:pt>
              <c:pt idx="1601">
                <c:v>0.5885566305112218</c:v>
              </c:pt>
              <c:pt idx="1602">
                <c:v>0.5186431905426824</c:v>
              </c:pt>
              <c:pt idx="1603">
                <c:v>0.5290557842052256</c:v>
              </c:pt>
              <c:pt idx="1604">
                <c:v>0.4880224364394258</c:v>
              </c:pt>
              <c:pt idx="1605">
                <c:v>-0.07363414339458489</c:v>
              </c:pt>
              <c:pt idx="1606">
                <c:v>-0.059873734029140695</c:v>
              </c:pt>
              <c:pt idx="1607">
                <c:v>-0.03266020084542463</c:v>
              </c:pt>
              <c:pt idx="1608">
                <c:v>0.2616439098861402</c:v>
              </c:pt>
              <c:pt idx="1609">
                <c:v>0.3297783463753019</c:v>
              </c:pt>
              <c:pt idx="1610">
                <c:v>0.45176765944262776</c:v>
              </c:pt>
              <c:pt idx="1611">
                <c:v>0.42015438404979044</c:v>
              </c:pt>
              <c:pt idx="1612">
                <c:v>0.5504476417765556</c:v>
              </c:pt>
              <c:pt idx="1613">
                <c:v>0.5645664134845623</c:v>
              </c:pt>
              <c:pt idx="1614">
                <c:v>0.5032312155194247</c:v>
              </c:pt>
              <c:pt idx="1615">
                <c:v>-2.03312961835155E-07</c:v>
              </c:pt>
              <c:pt idx="1616">
                <c:v>-0.02645411772979085</c:v>
              </c:pt>
              <c:pt idx="1617">
                <c:v>-0.05273886143758886</c:v>
              </c:pt>
              <c:pt idx="1618">
                <c:v>-0.05391010172730214</c:v>
              </c:pt>
              <c:pt idx="1619">
                <c:v>0.48840513026163374</c:v>
              </c:pt>
              <c:pt idx="1620">
                <c:v>0.48529165176128486</c:v>
              </c:pt>
              <c:pt idx="1621">
                <c:v>0.535078387002249</c:v>
              </c:pt>
              <c:pt idx="1622">
                <c:v>0.5469173035056455</c:v>
              </c:pt>
              <c:pt idx="1623">
                <c:v>0.027942237033865426</c:v>
              </c:pt>
              <c:pt idx="1624">
                <c:v>0.004602728376673084</c:v>
              </c:pt>
              <c:pt idx="1625">
                <c:v>0.4275933335929102</c:v>
              </c:pt>
              <c:pt idx="1626">
                <c:v>0.48240246932025954</c:v>
              </c:pt>
              <c:pt idx="1627">
                <c:v>0.4283654141711103</c:v>
              </c:pt>
              <c:pt idx="1628">
                <c:v>0.4411236436790267</c:v>
              </c:pt>
              <c:pt idx="1629">
                <c:v>4.2249275839944403E-07</c:v>
              </c:pt>
              <c:pt idx="1630">
                <c:v>0.011168308759719112</c:v>
              </c:pt>
              <c:pt idx="1631">
                <c:v>4.0329996603551186E-07</c:v>
              </c:pt>
              <c:pt idx="1632">
                <c:v>0.4561220505047971</c:v>
              </c:pt>
              <c:pt idx="1633">
                <c:v>0.3149346236056383</c:v>
              </c:pt>
              <c:pt idx="1634">
                <c:v>0.30585717156730463</c:v>
              </c:pt>
              <c:pt idx="1635">
                <c:v>3.609639631024519E-07</c:v>
              </c:pt>
              <c:pt idx="1636">
                <c:v>3.442418862593983E-07</c:v>
              </c:pt>
              <c:pt idx="1637">
                <c:v>0.02655470544635378</c:v>
              </c:pt>
              <c:pt idx="1638">
                <c:v>1.748503627430207E-07</c:v>
              </c:pt>
              <c:pt idx="1639">
                <c:v>0.020908786622181715</c:v>
              </c:pt>
              <c:pt idx="1640">
                <c:v>2.0272208753916956E-07</c:v>
              </c:pt>
              <c:pt idx="1641">
                <c:v>0.41263195112197626</c:v>
              </c:pt>
              <c:pt idx="1642">
                <c:v>-0.08378960191220723</c:v>
              </c:pt>
              <c:pt idx="1643">
                <c:v>-0.09233834910232024</c:v>
              </c:pt>
              <c:pt idx="1644">
                <c:v>-0.0815998161712336</c:v>
              </c:pt>
              <c:pt idx="1645">
                <c:v>-0.07918960228957425</c:v>
              </c:pt>
              <c:pt idx="1646">
                <c:v>0.13880967116203644</c:v>
              </c:pt>
              <c:pt idx="1647">
                <c:v>0.47073696318493014</c:v>
              </c:pt>
              <c:pt idx="1648">
                <c:v>0.47619270557812243</c:v>
              </c:pt>
              <c:pt idx="1649">
                <c:v>0.4272933729469725</c:v>
              </c:pt>
              <c:pt idx="1650">
                <c:v>0.483335995691374</c:v>
              </c:pt>
              <c:pt idx="1651">
                <c:v>0.5066668828027842</c:v>
              </c:pt>
              <c:pt idx="1652">
                <c:v>0.5386281380815728</c:v>
              </c:pt>
              <c:pt idx="1653">
                <c:v>0.44502838212678003</c:v>
              </c:pt>
              <c:pt idx="1654">
                <c:v>0.48192647831756846</c:v>
              </c:pt>
              <c:pt idx="1655">
                <c:v>4.7275284897342985E-07</c:v>
              </c:pt>
              <c:pt idx="1656">
                <c:v>4.746472341301732E-07</c:v>
              </c:pt>
              <c:pt idx="1657">
                <c:v>-0.10096479222621069</c:v>
              </c:pt>
              <c:pt idx="1658">
                <c:v>-0.10114341970184172</c:v>
              </c:pt>
              <c:pt idx="1659">
                <c:v>0.3828464586035351</c:v>
              </c:pt>
              <c:pt idx="1660">
                <c:v>0.36476854929825364</c:v>
              </c:pt>
              <c:pt idx="1661">
                <c:v>0.39976188153436604</c:v>
              </c:pt>
              <c:pt idx="1662">
                <c:v>0.546983014965379</c:v>
              </c:pt>
              <c:pt idx="1663">
                <c:v>0.1011014653389688</c:v>
              </c:pt>
              <c:pt idx="1664">
                <c:v>0.35839231584762565</c:v>
              </c:pt>
              <c:pt idx="1665">
                <c:v>0.38548222104537805</c:v>
              </c:pt>
              <c:pt idx="1666">
                <c:v>0.42250264437961643</c:v>
              </c:pt>
              <c:pt idx="1667">
                <c:v>0.5034778582372887</c:v>
              </c:pt>
              <c:pt idx="1668">
                <c:v>0.24295629073510114</c:v>
              </c:pt>
              <c:pt idx="1669">
                <c:v>0.1557589948384796</c:v>
              </c:pt>
              <c:pt idx="1670">
                <c:v>0.2659503827204781</c:v>
              </c:pt>
              <c:pt idx="1671">
                <c:v>0.1327226967169589</c:v>
              </c:pt>
              <c:pt idx="1672">
                <c:v>0.2428540186147754</c:v>
              </c:pt>
              <c:pt idx="1673">
                <c:v>0.5620955039270443</c:v>
              </c:pt>
              <c:pt idx="1674">
                <c:v>0.1204435004022567</c:v>
              </c:pt>
              <c:pt idx="1675">
                <c:v>0.12984516156648304</c:v>
              </c:pt>
              <c:pt idx="1676">
                <c:v>0.21348478914342842</c:v>
              </c:pt>
              <c:pt idx="1677">
                <c:v>0.2175486786884157</c:v>
              </c:pt>
              <c:pt idx="1678">
                <c:v>0.19837466810564774</c:v>
              </c:pt>
              <c:pt idx="1679">
                <c:v>0.23407347888957616</c:v>
              </c:pt>
              <c:pt idx="1680">
                <c:v>0.24803753123808062</c:v>
              </c:pt>
              <c:pt idx="1681">
                <c:v>0.3682022620776024</c:v>
              </c:pt>
              <c:pt idx="1682">
                <c:v>0.3205620322908228</c:v>
              </c:pt>
              <c:pt idx="1683">
                <c:v>0.3813148909608785</c:v>
              </c:pt>
              <c:pt idx="1684">
                <c:v>0.3501619051805647</c:v>
              </c:pt>
              <c:pt idx="1685">
                <c:v>0.47403595955265854</c:v>
              </c:pt>
              <c:pt idx="1686">
                <c:v>0.46644227342652644</c:v>
              </c:pt>
              <c:pt idx="1687">
                <c:v>0.4713685260695935</c:v>
              </c:pt>
              <c:pt idx="1688">
                <c:v>0.4691781376115981</c:v>
              </c:pt>
              <c:pt idx="1689">
                <c:v>0.4771814470767509</c:v>
              </c:pt>
              <c:pt idx="1690">
                <c:v>0.4999285047630199</c:v>
              </c:pt>
              <c:pt idx="1691">
                <c:v>0.485559923731432</c:v>
              </c:pt>
              <c:pt idx="1692">
                <c:v>0.49083711916501116</c:v>
              </c:pt>
              <c:pt idx="1693">
                <c:v>0.2393336971415432</c:v>
              </c:pt>
              <c:pt idx="1694">
                <c:v>0.22722533630050815</c:v>
              </c:pt>
              <c:pt idx="1695">
                <c:v>0.2124437910069795</c:v>
              </c:pt>
              <c:pt idx="1696">
                <c:v>0.20988334908825454</c:v>
              </c:pt>
              <c:pt idx="1697">
                <c:v>0.1838326053685936</c:v>
              </c:pt>
              <c:pt idx="1698">
                <c:v>0.030516659341130802</c:v>
              </c:pt>
              <c:pt idx="1699">
                <c:v>0.06370943737193571</c:v>
              </c:pt>
              <c:pt idx="1700">
                <c:v>0.02125004505525362</c:v>
              </c:pt>
              <c:pt idx="1701">
                <c:v>2.6745002525238825E-07</c:v>
              </c:pt>
              <c:pt idx="1702">
                <c:v>2.2023915954624415E-07</c:v>
              </c:pt>
              <c:pt idx="1703">
                <c:v>0.5533110090797407</c:v>
              </c:pt>
              <c:pt idx="1704">
                <c:v>0.5135685744722432</c:v>
              </c:pt>
              <c:pt idx="1705">
                <c:v>0.435145925036648</c:v>
              </c:pt>
              <c:pt idx="1706">
                <c:v>0.47327534951773964</c:v>
              </c:pt>
              <c:pt idx="1707">
                <c:v>4.80361773543936E-07</c:v>
              </c:pt>
              <c:pt idx="1708">
                <c:v>0.01176327960569007</c:v>
              </c:pt>
              <c:pt idx="1709">
                <c:v>0.012036034264885817</c:v>
              </c:pt>
              <c:pt idx="1710">
                <c:v>1.375715222017972E-07</c:v>
              </c:pt>
              <c:pt idx="1711">
                <c:v>1.3954488707350429E-07</c:v>
              </c:pt>
              <c:pt idx="1712">
                <c:v>0.39040649006522715</c:v>
              </c:pt>
              <c:pt idx="1713">
                <c:v>0.37972716113770216</c:v>
              </c:pt>
              <c:pt idx="1714">
                <c:v>0.36857008558874205</c:v>
              </c:pt>
              <c:pt idx="1715">
                <c:v>0.44161855719130344</c:v>
              </c:pt>
              <c:pt idx="1716">
                <c:v>0.04205052794358021</c:v>
              </c:pt>
              <c:pt idx="1717">
                <c:v>0.03047979105106157</c:v>
              </c:pt>
              <c:pt idx="1718">
                <c:v>0.07989035907275305</c:v>
              </c:pt>
              <c:pt idx="1719">
                <c:v>0.03902514314281925</c:v>
              </c:pt>
              <c:pt idx="1720">
                <c:v>0.03226063709272725</c:v>
              </c:pt>
              <c:pt idx="1721">
                <c:v>0.04683129922231559</c:v>
              </c:pt>
              <c:pt idx="1722">
                <c:v>0.02480434710219327</c:v>
              </c:pt>
              <c:pt idx="1723">
                <c:v>0.4967580183670251</c:v>
              </c:pt>
              <c:pt idx="1724">
                <c:v>0.4474696379399247</c:v>
              </c:pt>
              <c:pt idx="1725">
                <c:v>0.39561720803561384</c:v>
              </c:pt>
              <c:pt idx="1726">
                <c:v>0.14761006569247875</c:v>
              </c:pt>
              <c:pt idx="1727">
                <c:v>0.34254341318876375</c:v>
              </c:pt>
              <c:pt idx="1728">
                <c:v>0.3603845889724631</c:v>
              </c:pt>
              <c:pt idx="1729">
                <c:v>0.450493406883508</c:v>
              </c:pt>
              <c:pt idx="1730">
                <c:v>0.09282787668061952</c:v>
              </c:pt>
              <c:pt idx="1731">
                <c:v>0.09550870253249864</c:v>
              </c:pt>
              <c:pt idx="1732">
                <c:v>0.09044459093026558</c:v>
              </c:pt>
              <c:pt idx="1733">
                <c:v>0.13034283028276597</c:v>
              </c:pt>
              <c:pt idx="1734">
                <c:v>0.1187185519773447</c:v>
              </c:pt>
              <c:pt idx="1735">
                <c:v>0.15381586759454888</c:v>
              </c:pt>
              <c:pt idx="1736">
                <c:v>0.3595424943455163</c:v>
              </c:pt>
              <c:pt idx="1737">
                <c:v>0.35809827744171696</c:v>
              </c:pt>
              <c:pt idx="1738">
                <c:v>0.38104167830435964</c:v>
              </c:pt>
              <c:pt idx="1739">
                <c:v>0.10597514447354339</c:v>
              </c:pt>
              <c:pt idx="1740">
                <c:v>0.10749118873688823</c:v>
              </c:pt>
              <c:pt idx="1741">
                <c:v>0.06714641638776572</c:v>
              </c:pt>
              <c:pt idx="1742">
                <c:v>0.09056684060380721</c:v>
              </c:pt>
              <c:pt idx="1743">
                <c:v>0.16152785665186475</c:v>
              </c:pt>
              <c:pt idx="1744">
                <c:v>0.1971276467680031</c:v>
              </c:pt>
              <c:pt idx="1745">
                <c:v>0.3810866228225532</c:v>
              </c:pt>
              <c:pt idx="1746">
                <c:v>0.6234390721856666</c:v>
              </c:pt>
              <c:pt idx="1747">
                <c:v>-0.0031798295328173175</c:v>
              </c:pt>
              <c:pt idx="1748">
                <c:v>0.505736575121348</c:v>
              </c:pt>
              <c:pt idx="1749">
                <c:v>0.4357907059778796</c:v>
              </c:pt>
              <c:pt idx="1750">
                <c:v>0.5053891791461886</c:v>
              </c:pt>
              <c:pt idx="1751">
                <c:v>0.5987602453880634</c:v>
              </c:pt>
              <c:pt idx="1752">
                <c:v>0.5979615310026358</c:v>
              </c:pt>
              <c:pt idx="1753">
                <c:v>0.5989710182863838</c:v>
              </c:pt>
              <c:pt idx="1754">
                <c:v>0.4801602017764389</c:v>
              </c:pt>
              <c:pt idx="1755">
                <c:v>0.5027394619104433</c:v>
              </c:pt>
              <c:pt idx="1756">
                <c:v>0.4877591143739206</c:v>
              </c:pt>
              <c:pt idx="1757">
                <c:v>0.483637086196795</c:v>
              </c:pt>
              <c:pt idx="1758">
                <c:v>0.15110918862049186</c:v>
              </c:pt>
              <c:pt idx="1759">
                <c:v>0.12075526543280465</c:v>
              </c:pt>
              <c:pt idx="1760">
                <c:v>0.11869537322795462</c:v>
              </c:pt>
              <c:pt idx="1761">
                <c:v>0.20936930386170494</c:v>
              </c:pt>
              <c:pt idx="1762">
                <c:v>0.1886619997254637</c:v>
              </c:pt>
              <c:pt idx="1763">
                <c:v>0.22105577185379582</c:v>
              </c:pt>
              <c:pt idx="1764">
                <c:v>0.2648140605477037</c:v>
              </c:pt>
              <c:pt idx="1765">
                <c:v>0.014022562525230091</c:v>
              </c:pt>
              <c:pt idx="1766">
                <c:v>-0.0027074629811446624</c:v>
              </c:pt>
              <c:pt idx="1767">
                <c:v>-0.0024254361537256394</c:v>
              </c:pt>
              <c:pt idx="1768">
                <c:v>0.6115642456573276</c:v>
              </c:pt>
              <c:pt idx="1769">
                <c:v>0.5755653091931684</c:v>
              </c:pt>
              <c:pt idx="1770">
                <c:v>0.5746610052480556</c:v>
              </c:pt>
              <c:pt idx="1771">
                <c:v>0.6064243163748225</c:v>
              </c:pt>
              <c:pt idx="1772">
                <c:v>0.6138669409562485</c:v>
              </c:pt>
              <c:pt idx="1773">
                <c:v>0.613693124900667</c:v>
              </c:pt>
              <c:pt idx="1774">
                <c:v>0.6031376461311432</c:v>
              </c:pt>
              <c:pt idx="1775">
                <c:v>0.4031925420782295</c:v>
              </c:pt>
              <c:pt idx="1776">
                <c:v>0.31985246413323426</c:v>
              </c:pt>
              <c:pt idx="1777">
                <c:v>0.4030290440674732</c:v>
              </c:pt>
              <c:pt idx="1778">
                <c:v>0.26495483649203705</c:v>
              </c:pt>
              <c:pt idx="1779">
                <c:v>0.26113022101997646</c:v>
              </c:pt>
              <c:pt idx="1780">
                <c:v>0.2820793394561431</c:v>
              </c:pt>
              <c:pt idx="1781">
                <c:v>-0.11012564755685472</c:v>
              </c:pt>
              <c:pt idx="1782">
                <c:v>-0.10257440792446086</c:v>
              </c:pt>
              <c:pt idx="1783">
                <c:v>-0.10748016113061803</c:v>
              </c:pt>
              <c:pt idx="1784">
                <c:v>0.20067977940018233</c:v>
              </c:pt>
              <c:pt idx="1785">
                <c:v>0.18759300217861707</c:v>
              </c:pt>
              <c:pt idx="1786">
                <c:v>-2.6622305043651154E-08</c:v>
              </c:pt>
              <c:pt idx="1787">
                <c:v>-0.0011761712268766249</c:v>
              </c:pt>
              <c:pt idx="1788">
                <c:v>-0.011130143958240662</c:v>
              </c:pt>
              <c:pt idx="1789">
                <c:v>-0.010387295008246927</c:v>
              </c:pt>
              <c:pt idx="1790">
                <c:v>0.0025795714506358096</c:v>
              </c:pt>
              <c:pt idx="1791">
                <c:v>0.3507732909721259</c:v>
              </c:pt>
              <c:pt idx="1792">
                <c:v>0.05513380765275134</c:v>
              </c:pt>
              <c:pt idx="1793">
                <c:v>-0.06010336631287444</c:v>
              </c:pt>
              <c:pt idx="1794">
                <c:v>0.2596190955423911</c:v>
              </c:pt>
              <c:pt idx="1795">
                <c:v>0.21147780527873222</c:v>
              </c:pt>
              <c:pt idx="1796">
                <c:v>0.2873310633692755</c:v>
              </c:pt>
              <c:pt idx="1797">
                <c:v>-0.017493502329872755</c:v>
              </c:pt>
              <c:pt idx="1798">
                <c:v>-0.013402415057488268</c:v>
              </c:pt>
              <c:pt idx="1799">
                <c:v>-0.0221531233121243</c:v>
              </c:pt>
              <c:pt idx="1800">
                <c:v>-0.02115773396846969</c:v>
              </c:pt>
              <c:pt idx="1801">
                <c:v>-0.07297033070549418</c:v>
              </c:pt>
              <c:pt idx="1802">
                <c:v>0.24864264685948248</c:v>
              </c:pt>
              <c:pt idx="1803">
                <c:v>0.2908670263004618</c:v>
              </c:pt>
              <c:pt idx="1804">
                <c:v>0.4958541106184087</c:v>
              </c:pt>
              <c:pt idx="1805">
                <c:v>-8.147704248816012E-08</c:v>
              </c:pt>
              <c:pt idx="1806">
                <c:v>-6.56402374348462E-08</c:v>
              </c:pt>
              <c:pt idx="1807">
                <c:v>-1.1987565504096327E-08</c:v>
              </c:pt>
              <c:pt idx="1808">
                <c:v>0.004355446758803352</c:v>
              </c:pt>
              <c:pt idx="1809">
                <c:v>-0.002281568837909646</c:v>
              </c:pt>
              <c:pt idx="1810">
                <c:v>0.004227047272254328</c:v>
              </c:pt>
              <c:pt idx="1811">
                <c:v>0.00012616194923274196</c:v>
              </c:pt>
              <c:pt idx="1812">
                <c:v>-6.714770783858383E-08</c:v>
              </c:pt>
              <c:pt idx="1813">
                <c:v>0.2760205234962796</c:v>
              </c:pt>
              <c:pt idx="1814">
                <c:v>-3.541513485558772E-08</c:v>
              </c:pt>
              <c:pt idx="1815">
                <c:v>-7.829998795139466E-08</c:v>
              </c:pt>
              <c:pt idx="1816">
                <c:v>-0.005913835935200963</c:v>
              </c:pt>
              <c:pt idx="1817">
                <c:v>-0.007284598629796617</c:v>
              </c:pt>
              <c:pt idx="1818">
                <c:v>-8.005853534182518E-08</c:v>
              </c:pt>
              <c:pt idx="1819">
                <c:v>-0.008253154591996329</c:v>
              </c:pt>
              <c:pt idx="1820">
                <c:v>-4.1936099509576815E-08</c:v>
              </c:pt>
              <c:pt idx="1821">
                <c:v>0.08219195061345674</c:v>
              </c:pt>
              <c:pt idx="1822">
                <c:v>0.0523379994776272</c:v>
              </c:pt>
              <c:pt idx="1823">
                <c:v>0.5820869586649292</c:v>
              </c:pt>
              <c:pt idx="1824">
                <c:v>0.42695346950567736</c:v>
              </c:pt>
              <c:pt idx="1825">
                <c:v>0.4086251219087433</c:v>
              </c:pt>
              <c:pt idx="1826">
                <c:v>0.3854871845419423</c:v>
              </c:pt>
              <c:pt idx="1827">
                <c:v>0.39624596078695007</c:v>
              </c:pt>
              <c:pt idx="1828">
                <c:v>0.629890055023719</c:v>
              </c:pt>
              <c:pt idx="1829">
                <c:v>0.6156671397651013</c:v>
              </c:pt>
              <c:pt idx="1830">
                <c:v>0.6301505532380443</c:v>
              </c:pt>
              <c:pt idx="1831">
                <c:v>0.6154302163887688</c:v>
              </c:pt>
              <c:pt idx="1832">
                <c:v>0.002309826273496652</c:v>
              </c:pt>
              <c:pt idx="1833">
                <c:v>-0.028336066831275944</c:v>
              </c:pt>
              <c:pt idx="1834">
                <c:v>0.042606008865798226</c:v>
              </c:pt>
              <c:pt idx="1835">
                <c:v>0.37769558907037637</c:v>
              </c:pt>
              <c:pt idx="1836">
                <c:v>0.39500614281401547</c:v>
              </c:pt>
              <c:pt idx="1837">
                <c:v>0.3492262286591395</c:v>
              </c:pt>
              <c:pt idx="1838">
                <c:v>0.4061858316734691</c:v>
              </c:pt>
              <c:pt idx="1839">
                <c:v>0.6263126430754834</c:v>
              </c:pt>
              <c:pt idx="1840">
                <c:v>0.6257251408572122</c:v>
              </c:pt>
              <c:pt idx="1841">
                <c:v>0.6260731451314903</c:v>
              </c:pt>
              <c:pt idx="1842">
                <c:v>0.023658178169485282</c:v>
              </c:pt>
              <c:pt idx="1843">
                <c:v>0.03701371815834457</c:v>
              </c:pt>
              <c:pt idx="1844">
                <c:v>0.007084414349067527</c:v>
              </c:pt>
              <c:pt idx="1845">
                <c:v>3.099549219553255E-07</c:v>
              </c:pt>
              <c:pt idx="1846">
                <c:v>0.06444845666893517</c:v>
              </c:pt>
              <c:pt idx="1847">
                <c:v>0.08721818379603424</c:v>
              </c:pt>
              <c:pt idx="1848">
                <c:v>0.052105711246456986</c:v>
              </c:pt>
              <c:pt idx="1849">
                <c:v>0.4396160055055498</c:v>
              </c:pt>
              <c:pt idx="1850">
                <c:v>-0.029930281083178977</c:v>
              </c:pt>
              <c:pt idx="1851">
                <c:v>-0.03304359061872556</c:v>
              </c:pt>
              <c:pt idx="1852">
                <c:v>-0.03423879067499825</c:v>
              </c:pt>
              <c:pt idx="1853">
                <c:v>0.014790345934425787</c:v>
              </c:pt>
              <c:pt idx="1854">
                <c:v>0.010918311902200294</c:v>
              </c:pt>
              <c:pt idx="1855">
                <c:v>0.010038421154956262</c:v>
              </c:pt>
              <c:pt idx="1856">
                <c:v>-0.08093679095050885</c:v>
              </c:pt>
              <c:pt idx="1857">
                <c:v>-0.06343023657111416</c:v>
              </c:pt>
              <c:pt idx="1858">
                <c:v>0.5067467642987067</c:v>
              </c:pt>
              <c:pt idx="1859">
                <c:v>0.6114571662463504</c:v>
              </c:pt>
              <c:pt idx="1860">
                <c:v>0.5689032435434115</c:v>
              </c:pt>
              <c:pt idx="1861">
                <c:v>0.5678507642349154</c:v>
              </c:pt>
              <c:pt idx="1862">
                <c:v>0.5457386557626523</c:v>
              </c:pt>
              <c:pt idx="1863">
                <c:v>0.2926502494262466</c:v>
              </c:pt>
              <c:pt idx="1864">
                <c:v>0.2636550507284256</c:v>
              </c:pt>
              <c:pt idx="1865">
                <c:v>0.2748246064293098</c:v>
              </c:pt>
              <c:pt idx="1866">
                <c:v>0.2089997487866856</c:v>
              </c:pt>
              <c:pt idx="1867">
                <c:v>0.21962021462458967</c:v>
              </c:pt>
              <c:pt idx="1868">
                <c:v>-9.592018748991845E-09</c:v>
              </c:pt>
              <c:pt idx="1869">
                <c:v>0.018893699001538145</c:v>
              </c:pt>
              <c:pt idx="1870">
                <c:v>0.04351303205772508</c:v>
              </c:pt>
              <c:pt idx="1871">
                <c:v>0.04487286221896761</c:v>
              </c:pt>
              <c:pt idx="1872">
                <c:v>0.03808090821163037</c:v>
              </c:pt>
              <c:pt idx="1873">
                <c:v>0.04431923306398108</c:v>
              </c:pt>
              <c:pt idx="1874">
                <c:v>0.03409949282753964</c:v>
              </c:pt>
              <c:pt idx="1875">
                <c:v>0.026173449898087852</c:v>
              </c:pt>
              <c:pt idx="1876">
                <c:v>0.5707481480542691</c:v>
              </c:pt>
              <c:pt idx="1877">
                <c:v>1.5509939604191223E-07</c:v>
              </c:pt>
              <c:pt idx="1878">
                <c:v>1.9311196418838393E-07</c:v>
              </c:pt>
              <c:pt idx="1879">
                <c:v>0.011511354324641872</c:v>
              </c:pt>
              <c:pt idx="1880">
                <c:v>0.3201061418714405</c:v>
              </c:pt>
              <c:pt idx="1881">
                <c:v>0.34041038817897534</c:v>
              </c:pt>
              <c:pt idx="1882">
                <c:v>0.5723080215671248</c:v>
              </c:pt>
              <c:pt idx="1883">
                <c:v>0.5747018102541401</c:v>
              </c:pt>
              <c:pt idx="1884">
                <c:v>0.5395058685547554</c:v>
              </c:pt>
              <c:pt idx="1885">
                <c:v>0.42486812027977255</c:v>
              </c:pt>
              <c:pt idx="1886">
                <c:v>0.058450004462284474</c:v>
              </c:pt>
              <c:pt idx="1887">
                <c:v>0.13604728469190375</c:v>
              </c:pt>
              <c:pt idx="1888">
                <c:v>0.05366805761090364</c:v>
              </c:pt>
              <c:pt idx="1889">
                <c:v>0.1241694901731328</c:v>
              </c:pt>
              <c:pt idx="1890">
                <c:v>0.25403297742554765</c:v>
              </c:pt>
              <c:pt idx="1891">
                <c:v>0.17333803653830487</c:v>
              </c:pt>
              <c:pt idx="1892">
                <c:v>-0.02591967096716462</c:v>
              </c:pt>
              <c:pt idx="1893">
                <c:v>-0.04517119905132389</c:v>
              </c:pt>
              <c:pt idx="1894">
                <c:v>0.11203473030667102</c:v>
              </c:pt>
              <c:pt idx="1895">
                <c:v>0.34729700650942014</c:v>
              </c:pt>
              <c:pt idx="1896">
                <c:v>0.03421684157869297</c:v>
              </c:pt>
              <c:pt idx="1897">
                <c:v>0.2638221787076006</c:v>
              </c:pt>
              <c:pt idx="1898">
                <c:v>0.2875993978659035</c:v>
              </c:pt>
              <c:pt idx="1899">
                <c:v>0.29961779515998316</c:v>
              </c:pt>
              <c:pt idx="1900">
                <c:v>0.23847380273727986</c:v>
              </c:pt>
              <c:pt idx="1901">
                <c:v>0.16580256380793396</c:v>
              </c:pt>
              <c:pt idx="1902">
                <c:v>0.3486655506483419</c:v>
              </c:pt>
              <c:pt idx="1903">
                <c:v>0.3136784962124471</c:v>
              </c:pt>
              <c:pt idx="1904">
                <c:v>0.2960306559501167</c:v>
              </c:pt>
              <c:pt idx="1905">
                <c:v>0.32910194253246533</c:v>
              </c:pt>
              <c:pt idx="1906">
                <c:v>0.2604420155324137</c:v>
              </c:pt>
              <c:pt idx="1907">
                <c:v>0.36397065931602746</c:v>
              </c:pt>
              <c:pt idx="1908">
                <c:v>0.5043963839290854</c:v>
              </c:pt>
              <c:pt idx="1909">
                <c:v>0.6008546945737655</c:v>
              </c:pt>
              <c:pt idx="1910">
                <c:v>0.5985281235229514</c:v>
              </c:pt>
              <c:pt idx="1911">
                <c:v>0.589217544752666</c:v>
              </c:pt>
              <c:pt idx="1912">
                <c:v>0.03495783878007043</c:v>
              </c:pt>
              <c:pt idx="1913">
                <c:v>0.016722253302211235</c:v>
              </c:pt>
              <c:pt idx="1914">
                <c:v>0.05142800726923006</c:v>
              </c:pt>
              <c:pt idx="1915">
                <c:v>0.03292937392290215</c:v>
              </c:pt>
              <c:pt idx="1916">
                <c:v>0.24527867912314127</c:v>
              </c:pt>
              <c:pt idx="1917">
                <c:v>0.45574552203640584</c:v>
              </c:pt>
              <c:pt idx="1918">
                <c:v>0.2819766547341537</c:v>
              </c:pt>
              <c:pt idx="1919">
                <c:v>0.3426516710534508</c:v>
              </c:pt>
              <c:pt idx="1920">
                <c:v>0.31470467393042967</c:v>
              </c:pt>
              <c:pt idx="1921">
                <c:v>0.002748408045557383</c:v>
              </c:pt>
              <c:pt idx="1922">
                <c:v>1.0018480683035094E-07</c:v>
              </c:pt>
              <c:pt idx="1923">
                <c:v>1.3831599175253364E-07</c:v>
              </c:pt>
              <c:pt idx="1924">
                <c:v>0.586070976801716</c:v>
              </c:pt>
              <c:pt idx="1925">
                <c:v>0.5808917531112707</c:v>
              </c:pt>
              <c:pt idx="1926">
                <c:v>0.1055007549697481</c:v>
              </c:pt>
              <c:pt idx="1927">
                <c:v>0.220181033950821</c:v>
              </c:pt>
              <c:pt idx="1928">
                <c:v>0.2659693599580063</c:v>
              </c:pt>
              <c:pt idx="1929">
                <c:v>-0.0716226055431656</c:v>
              </c:pt>
              <c:pt idx="1930">
                <c:v>0.32991792168959305</c:v>
              </c:pt>
              <c:pt idx="1931">
                <c:v>0.3681723406440875</c:v>
              </c:pt>
              <c:pt idx="1932">
                <c:v>0.3379393745606179</c:v>
              </c:pt>
              <c:pt idx="1933">
                <c:v>0.3591845955703204</c:v>
              </c:pt>
              <c:pt idx="1934">
                <c:v>0.40523364659541905</c:v>
              </c:pt>
              <c:pt idx="1935">
                <c:v>0.5050053525137392</c:v>
              </c:pt>
              <c:pt idx="1936">
                <c:v>0.5061211629619176</c:v>
              </c:pt>
              <c:pt idx="1937">
                <c:v>0.48342766033154483</c:v>
              </c:pt>
              <c:pt idx="1938">
                <c:v>0.5122158114021218</c:v>
              </c:pt>
              <c:pt idx="1939">
                <c:v>0.3352781589380441</c:v>
              </c:pt>
              <c:pt idx="1940">
                <c:v>0.26953248112096667</c:v>
              </c:pt>
              <c:pt idx="1941">
                <c:v>0.3129984730541605</c:v>
              </c:pt>
              <c:pt idx="1942">
                <c:v>0.2752520010993321</c:v>
              </c:pt>
              <c:pt idx="1943">
                <c:v>0.4246411608606108</c:v>
              </c:pt>
              <c:pt idx="1944">
                <c:v>0.011078999067748316</c:v>
              </c:pt>
              <c:pt idx="1945">
                <c:v>0.052825166910309335</c:v>
              </c:pt>
              <c:pt idx="1946">
                <c:v>0.040356382804154586</c:v>
              </c:pt>
              <c:pt idx="1947">
                <c:v>0.031094893605518176</c:v>
              </c:pt>
              <c:pt idx="1948">
                <c:v>0.033727274786008635</c:v>
              </c:pt>
              <c:pt idx="1949">
                <c:v>0.04220862326173863</c:v>
              </c:pt>
              <c:pt idx="1950">
                <c:v>0.08463547133442717</c:v>
              </c:pt>
              <c:pt idx="1951">
                <c:v>0.05592442508363049</c:v>
              </c:pt>
              <c:pt idx="1952">
                <c:v>-0.019150834657563346</c:v>
              </c:pt>
              <c:pt idx="1953">
                <c:v>-0.012960807773413418</c:v>
              </c:pt>
              <c:pt idx="1954">
                <c:v>0.29912185650887313</c:v>
              </c:pt>
              <c:pt idx="1955">
                <c:v>0.2991661709365788</c:v>
              </c:pt>
              <c:pt idx="1956">
                <c:v>0.4126015879617736</c:v>
              </c:pt>
              <c:pt idx="1957">
                <c:v>0.11136291382581948</c:v>
              </c:pt>
              <c:pt idx="1958">
                <c:v>0.14775255629988548</c:v>
              </c:pt>
              <c:pt idx="1959">
                <c:v>0.12931907158847286</c:v>
              </c:pt>
              <c:pt idx="1960">
                <c:v>-1.416761604222028E-07</c:v>
              </c:pt>
              <c:pt idx="1961">
                <c:v>0.23990880493693287</c:v>
              </c:pt>
              <c:pt idx="1962">
                <c:v>0.2051623278290414</c:v>
              </c:pt>
              <c:pt idx="1963">
                <c:v>-0.005239638147578311</c:v>
              </c:pt>
              <c:pt idx="1964">
                <c:v>-0.041570137063531985</c:v>
              </c:pt>
              <c:pt idx="1965">
                <c:v>-0.07906707047320877</c:v>
              </c:pt>
              <c:pt idx="1966">
                <c:v>0.2289613215637704</c:v>
              </c:pt>
              <c:pt idx="1967">
                <c:v>0.24218892734732103</c:v>
              </c:pt>
              <c:pt idx="1968">
                <c:v>0.1494302711333234</c:v>
              </c:pt>
              <c:pt idx="1969">
                <c:v>0.19381149870242548</c:v>
              </c:pt>
              <c:pt idx="1970">
                <c:v>0.37058795590427995</c:v>
              </c:pt>
              <c:pt idx="1971">
                <c:v>0.18449742070894548</c:v>
              </c:pt>
              <c:pt idx="1972">
                <c:v>0.17839921928423877</c:v>
              </c:pt>
              <c:pt idx="1973">
                <c:v>0.009650661308238679</c:v>
              </c:pt>
              <c:pt idx="1974">
                <c:v>4.7187145345056783E-07</c:v>
              </c:pt>
              <c:pt idx="1975">
                <c:v>4.876358768377797E-07</c:v>
              </c:pt>
              <c:pt idx="1976">
                <c:v>0.2608334769575799</c:v>
              </c:pt>
              <c:pt idx="1977">
                <c:v>0.3641884204294713</c:v>
              </c:pt>
              <c:pt idx="1978">
                <c:v>0.33966824773333515</c:v>
              </c:pt>
              <c:pt idx="1979">
                <c:v>0.39800234668961687</c:v>
              </c:pt>
              <c:pt idx="1980">
                <c:v>0.3534881763065189</c:v>
              </c:pt>
              <c:pt idx="1981">
                <c:v>-0.00896493230232157</c:v>
              </c:pt>
              <c:pt idx="1982">
                <c:v>-3.343963134987827E-07</c:v>
              </c:pt>
              <c:pt idx="1983">
                <c:v>-0.026837352253837425</c:v>
              </c:pt>
              <c:pt idx="1984">
                <c:v>0.5082238341447616</c:v>
              </c:pt>
              <c:pt idx="1985">
                <c:v>0.03547655045884079</c:v>
              </c:pt>
              <c:pt idx="1986">
                <c:v>0.01211813030988883</c:v>
              </c:pt>
              <c:pt idx="1987">
                <c:v>0.04610709825442381</c:v>
              </c:pt>
              <c:pt idx="1988">
                <c:v>-0.005584785844283643</c:v>
              </c:pt>
              <c:pt idx="1989">
                <c:v>-0.025068213745588964</c:v>
              </c:pt>
              <c:pt idx="1990">
                <c:v>-0.011704912009165002</c:v>
              </c:pt>
              <c:pt idx="1991">
                <c:v>0.39384722930955185</c:v>
              </c:pt>
              <c:pt idx="1992">
                <c:v>0.4129448437158082</c:v>
              </c:pt>
              <c:pt idx="1993">
                <c:v>0.3393561961009779</c:v>
              </c:pt>
              <c:pt idx="1994">
                <c:v>-0.07188846838639931</c:v>
              </c:pt>
              <c:pt idx="1995">
                <c:v>-0.06660142925976381</c:v>
              </c:pt>
              <c:pt idx="1996">
                <c:v>-3.851184057512995E-07</c:v>
              </c:pt>
              <c:pt idx="1997">
                <c:v>-0.046407452640290184</c:v>
              </c:pt>
              <c:pt idx="1998">
                <c:v>-0.0012560879006795706</c:v>
              </c:pt>
              <c:pt idx="1999">
                <c:v>0.22259931550045278</c:v>
              </c:pt>
              <c:pt idx="2000">
                <c:v>0.43071378418944695</c:v>
              </c:pt>
              <c:pt idx="2001">
                <c:v>0.43394932794661606</c:v>
              </c:pt>
              <c:pt idx="2002">
                <c:v>0.4211697134835838</c:v>
              </c:pt>
              <c:pt idx="2003">
                <c:v>2.247069150601434E-07</c:v>
              </c:pt>
              <c:pt idx="2004">
                <c:v>0.32629443486891035</c:v>
              </c:pt>
              <c:pt idx="2005">
                <c:v>0.30341732946358435</c:v>
              </c:pt>
              <c:pt idx="2006">
                <c:v>0.2838748936770876</c:v>
              </c:pt>
              <c:pt idx="2007">
                <c:v>0.08680307686884588</c:v>
              </c:pt>
              <c:pt idx="2008">
                <c:v>0.0790337885947263</c:v>
              </c:pt>
              <c:pt idx="2009">
                <c:v>0.07848195102287402</c:v>
              </c:pt>
              <c:pt idx="2010">
                <c:v>0.1917620011061334</c:v>
              </c:pt>
              <c:pt idx="2011">
                <c:v>0.24301772179854067</c:v>
              </c:pt>
              <c:pt idx="2012">
                <c:v>-1.5902165123080055E-07</c:v>
              </c:pt>
              <c:pt idx="2013">
                <c:v>-1.9407398374561747E-07</c:v>
              </c:pt>
              <c:pt idx="2014">
                <c:v>-0.031235639451745567</c:v>
              </c:pt>
              <c:pt idx="2015">
                <c:v>0.6165230690867615</c:v>
              </c:pt>
              <c:pt idx="2016">
                <c:v>0.3488722265938633</c:v>
              </c:pt>
              <c:pt idx="2017">
                <c:v>0.006002705094688122</c:v>
              </c:pt>
              <c:pt idx="2018">
                <c:v>0.3293690780866937</c:v>
              </c:pt>
              <c:pt idx="2019">
                <c:v>0.07740172329524554</c:v>
              </c:pt>
              <c:pt idx="2020">
                <c:v>0.0903147781338937</c:v>
              </c:pt>
              <c:pt idx="2021">
                <c:v>0.09072389046277185</c:v>
              </c:pt>
              <c:pt idx="2022">
                <c:v>0.16485162561948818</c:v>
              </c:pt>
              <c:pt idx="2023">
                <c:v>-0.10117715663315276</c:v>
              </c:pt>
              <c:pt idx="2024">
                <c:v>0.5481449202044109</c:v>
              </c:pt>
              <c:pt idx="2025">
                <c:v>0.3659722775230826</c:v>
              </c:pt>
              <c:pt idx="2026">
                <c:v>0.349334687009645</c:v>
              </c:pt>
              <c:pt idx="2027">
                <c:v>0.3396663542006246</c:v>
              </c:pt>
              <c:pt idx="2028">
                <c:v>0.04230727613768682</c:v>
              </c:pt>
              <c:pt idx="2029">
                <c:v>0.042067880880671926</c:v>
              </c:pt>
              <c:pt idx="2030">
                <c:v>0.0415496344293045</c:v>
              </c:pt>
              <c:pt idx="2031">
                <c:v>0.02519606986919648</c:v>
              </c:pt>
              <c:pt idx="2032">
                <c:v>0.09345863916643933</c:v>
              </c:pt>
              <c:pt idx="2033">
                <c:v>0.0807478766897038</c:v>
              </c:pt>
              <c:pt idx="2034">
                <c:v>0.1367729345249702</c:v>
              </c:pt>
              <c:pt idx="2035">
                <c:v>0.5724057758497942</c:v>
              </c:pt>
              <c:pt idx="2036">
                <c:v>-0.007731106150094135</c:v>
              </c:pt>
              <c:pt idx="2037">
                <c:v>-0.030213392841648302</c:v>
              </c:pt>
              <c:pt idx="2038">
                <c:v>0.04871504968626411</c:v>
              </c:pt>
              <c:pt idx="2039">
                <c:v>0.07000423419698687</c:v>
              </c:pt>
              <c:pt idx="2040">
                <c:v>0.09399296341057935</c:v>
              </c:pt>
              <c:pt idx="2041">
                <c:v>0.13123154586544028</c:v>
              </c:pt>
              <c:pt idx="2042">
                <c:v>0.14878077291630953</c:v>
              </c:pt>
              <c:pt idx="2043">
                <c:v>0.20134088190609745</c:v>
              </c:pt>
              <c:pt idx="2044">
                <c:v>0.19064430116845582</c:v>
              </c:pt>
              <c:pt idx="2045">
                <c:v>0.2538293200360034</c:v>
              </c:pt>
              <c:pt idx="2046">
                <c:v>0.3171589960439493</c:v>
              </c:pt>
              <c:pt idx="2047">
                <c:v>0.27822285704935373</c:v>
              </c:pt>
              <c:pt idx="2048">
                <c:v>0.06830634310100492</c:v>
              </c:pt>
              <c:pt idx="2049">
                <c:v>0.18181660604512886</c:v>
              </c:pt>
              <c:pt idx="2050">
                <c:v>0.13798508072492968</c:v>
              </c:pt>
              <c:pt idx="2051">
                <c:v>0.14672100312366135</c:v>
              </c:pt>
              <c:pt idx="2052">
                <c:v>0.021259832219455144</c:v>
              </c:pt>
              <c:pt idx="2053">
                <c:v>0.04260646934630628</c:v>
              </c:pt>
              <c:pt idx="2054">
                <c:v>0.030006454038772796</c:v>
              </c:pt>
              <c:pt idx="2055">
                <c:v>0.07309934674661259</c:v>
              </c:pt>
              <c:pt idx="2056">
                <c:v>0.044209942086868514</c:v>
              </c:pt>
              <c:pt idx="2057">
                <c:v>0.2908953051437569</c:v>
              </c:pt>
              <c:pt idx="2058">
                <c:v>0.016653566537770708</c:v>
              </c:pt>
              <c:pt idx="2059">
                <c:v>0.008681058956519253</c:v>
              </c:pt>
              <c:pt idx="2060">
                <c:v>0.6165625678051879</c:v>
              </c:pt>
              <c:pt idx="2061">
                <c:v>0.6192767035976414</c:v>
              </c:pt>
              <c:pt idx="2062">
                <c:v>0.6231933086007547</c:v>
              </c:pt>
              <c:pt idx="2063">
                <c:v>0.5734645837286566</c:v>
              </c:pt>
              <c:pt idx="2064">
                <c:v>-0.10253318593157076</c:v>
              </c:pt>
              <c:pt idx="2065">
                <c:v>0.5973592611101212</c:v>
              </c:pt>
              <c:pt idx="2066">
                <c:v>0.5937259183002075</c:v>
              </c:pt>
              <c:pt idx="2067">
                <c:v>0.5951754376360466</c:v>
              </c:pt>
              <c:pt idx="2068">
                <c:v>0.6261713121930722</c:v>
              </c:pt>
              <c:pt idx="2069">
                <c:v>0.6171424743549675</c:v>
              </c:pt>
              <c:pt idx="2070">
                <c:v>0.11592950696357962</c:v>
              </c:pt>
              <c:pt idx="2071">
                <c:v>0.2040422971280607</c:v>
              </c:pt>
              <c:pt idx="2072">
                <c:v>0.13670953445577044</c:v>
              </c:pt>
              <c:pt idx="2073">
                <c:v>0.04212414116167233</c:v>
              </c:pt>
              <c:pt idx="2074">
                <c:v>0.11089334893489053</c:v>
              </c:pt>
              <c:pt idx="2075">
                <c:v>0.04111705182295013</c:v>
              </c:pt>
              <c:pt idx="2076">
                <c:v>0.052874823162316266</c:v>
              </c:pt>
              <c:pt idx="2077">
                <c:v>7.220764083451762E-06</c:v>
              </c:pt>
              <c:pt idx="2078">
                <c:v>9.473423552116246E-09</c:v>
              </c:pt>
              <c:pt idx="2079">
                <c:v>-6.438442178911376E-08</c:v>
              </c:pt>
              <c:pt idx="2080">
                <c:v>4.815669419914339E-07</c:v>
              </c:pt>
              <c:pt idx="2081">
                <c:v>1.1543873774712176E-07</c:v>
              </c:pt>
              <c:pt idx="2082">
                <c:v>7.849397228998434E-08</c:v>
              </c:pt>
              <c:pt idx="2083">
                <c:v>0.5065774324212858</c:v>
              </c:pt>
              <c:pt idx="2084">
                <c:v>0.34486615988150454</c:v>
              </c:pt>
              <c:pt idx="2085">
                <c:v>0.2900037245275113</c:v>
              </c:pt>
              <c:pt idx="2086">
                <c:v>0.31835161307795334</c:v>
              </c:pt>
              <c:pt idx="2087">
                <c:v>0.32997179379100405</c:v>
              </c:pt>
              <c:pt idx="2088">
                <c:v>0.22166637031237735</c:v>
              </c:pt>
              <c:pt idx="2089">
                <c:v>0.24488587403731782</c:v>
              </c:pt>
              <c:pt idx="2090">
                <c:v>0.2635337171102866</c:v>
              </c:pt>
              <c:pt idx="2091">
                <c:v>0.48188704153619316</c:v>
              </c:pt>
              <c:pt idx="2092">
                <c:v>0.08376797012525149</c:v>
              </c:pt>
              <c:pt idx="2093">
                <c:v>0.08384690738476502</c:v>
              </c:pt>
              <c:pt idx="2094">
                <c:v>0.03938571986092211</c:v>
              </c:pt>
              <c:pt idx="2095">
                <c:v>-0.03134711734540915</c:v>
              </c:pt>
              <c:pt idx="2096">
                <c:v>0.1466595371622949</c:v>
              </c:pt>
              <c:pt idx="2097">
                <c:v>0.1890917130481747</c:v>
              </c:pt>
              <c:pt idx="2098">
                <c:v>0.15620455460852023</c:v>
              </c:pt>
              <c:pt idx="2099">
                <c:v>0.15484437672547752</c:v>
              </c:pt>
              <c:pt idx="2100">
                <c:v>0.5006950447783491</c:v>
              </c:pt>
              <c:pt idx="2101">
                <c:v>0.509732821409776</c:v>
              </c:pt>
              <c:pt idx="2102">
                <c:v>0.50816301809884</c:v>
              </c:pt>
              <c:pt idx="2103">
                <c:v>0.6262121713357416</c:v>
              </c:pt>
              <c:pt idx="2104">
                <c:v>-0.0626472058089062</c:v>
              </c:pt>
              <c:pt idx="2105">
                <c:v>0.4804700069768268</c:v>
              </c:pt>
              <c:pt idx="2106">
                <c:v>0.025559956111283665</c:v>
              </c:pt>
              <c:pt idx="2107">
                <c:v>-0.016656504878589436</c:v>
              </c:pt>
              <c:pt idx="2108">
                <c:v>0.06776394131048899</c:v>
              </c:pt>
              <c:pt idx="2109">
                <c:v>0.05981410347469568</c:v>
              </c:pt>
              <c:pt idx="2110">
                <c:v>0.4309870943028087</c:v>
              </c:pt>
              <c:pt idx="2111">
                <c:v>0.45194050875337155</c:v>
              </c:pt>
              <c:pt idx="2112">
                <c:v>0.3420830253190766</c:v>
              </c:pt>
              <c:pt idx="2113">
                <c:v>0.3253589634649695</c:v>
              </c:pt>
              <c:pt idx="2114">
                <c:v>0.5941587764943795</c:v>
              </c:pt>
              <c:pt idx="2115">
                <c:v>0.5569744734576777</c:v>
              </c:pt>
              <c:pt idx="2116">
                <c:v>0.5947668464919803</c:v>
              </c:pt>
              <c:pt idx="2117">
                <c:v>0.39996861755220064</c:v>
              </c:pt>
              <c:pt idx="2118">
                <c:v>0.4151921990580114</c:v>
              </c:pt>
              <c:pt idx="2119">
                <c:v>0.30709426821350316</c:v>
              </c:pt>
              <c:pt idx="2120">
                <c:v>0.4590519656317455</c:v>
              </c:pt>
              <c:pt idx="2121">
                <c:v>0.42716554511100624</c:v>
              </c:pt>
              <c:pt idx="2122">
                <c:v>0.6001497376007286</c:v>
              </c:pt>
              <c:pt idx="2123">
                <c:v>0.6253858537183712</c:v>
              </c:pt>
              <c:pt idx="2124">
                <c:v>0.038961307977889804</c:v>
              </c:pt>
              <c:pt idx="2125">
                <c:v>0.6143247349791661</c:v>
              </c:pt>
              <c:pt idx="2126">
                <c:v>0.46266702688050165</c:v>
              </c:pt>
              <c:pt idx="2127">
                <c:v>0.4734660541000568</c:v>
              </c:pt>
              <c:pt idx="2128">
                <c:v>0.23166424811940137</c:v>
              </c:pt>
              <c:pt idx="2129">
                <c:v>0.24145818216087186</c:v>
              </c:pt>
              <c:pt idx="2130">
                <c:v>0.2445826098247513</c:v>
              </c:pt>
              <c:pt idx="2131">
                <c:v>0.24413318383133592</c:v>
              </c:pt>
              <c:pt idx="2132">
                <c:v>0.6256103136743927</c:v>
              </c:pt>
              <c:pt idx="2133">
                <c:v>0.6250280243468382</c:v>
              </c:pt>
              <c:pt idx="2134">
                <c:v>0.09755167633837464</c:v>
              </c:pt>
              <c:pt idx="2135">
                <c:v>0.5271297867602732</c:v>
              </c:pt>
              <c:pt idx="2136">
                <c:v>0.6250182197796863</c:v>
              </c:pt>
              <c:pt idx="2137">
                <c:v>0.4372299171982971</c:v>
              </c:pt>
              <c:pt idx="2138">
                <c:v>0.6090156574647565</c:v>
              </c:pt>
              <c:pt idx="2139">
                <c:v>0.6061741917060465</c:v>
              </c:pt>
              <c:pt idx="2140">
                <c:v>0.6074688539979195</c:v>
              </c:pt>
              <c:pt idx="2141">
                <c:v>0.6053850842018077</c:v>
              </c:pt>
              <c:pt idx="2142">
                <c:v>0.26874691687751673</c:v>
              </c:pt>
              <c:pt idx="2143">
                <c:v>0.44085320489651436</c:v>
              </c:pt>
              <c:pt idx="2144">
                <c:v>0.1405734550081801</c:v>
              </c:pt>
              <c:pt idx="2145">
                <c:v>0.0701326558864887</c:v>
              </c:pt>
              <c:pt idx="2146">
                <c:v>0.16121479254096674</c:v>
              </c:pt>
              <c:pt idx="2147">
                <c:v>0.3236307959107462</c:v>
              </c:pt>
              <c:pt idx="2148">
                <c:v>0.3252573069614958</c:v>
              </c:pt>
              <c:pt idx="2149">
                <c:v>0.30883616591135826</c:v>
              </c:pt>
              <c:pt idx="2150">
                <c:v>0.4949957428638477</c:v>
              </c:pt>
              <c:pt idx="2151">
                <c:v>0.44750066753199386</c:v>
              </c:pt>
              <c:pt idx="2152">
                <c:v>3.155402689751098E-08</c:v>
              </c:pt>
              <c:pt idx="2153">
                <c:v>0.0016826276304034902</c:v>
              </c:pt>
              <c:pt idx="2154">
                <c:v>3.174715230415314E-08</c:v>
              </c:pt>
              <c:pt idx="2155">
                <c:v>0.17500379739720265</c:v>
              </c:pt>
              <c:pt idx="2156">
                <c:v>0.1695708481892656</c:v>
              </c:pt>
              <c:pt idx="2157">
                <c:v>0.5606561707934303</c:v>
              </c:pt>
              <c:pt idx="2158">
                <c:v>0.5744394486448243</c:v>
              </c:pt>
              <c:pt idx="2159">
                <c:v>0.16361078456089745</c:v>
              </c:pt>
              <c:pt idx="2160">
                <c:v>0.15969184540183884</c:v>
              </c:pt>
              <c:pt idx="2161">
                <c:v>0.1043139858324717</c:v>
              </c:pt>
              <c:pt idx="2162">
                <c:v>0.07314910408167506</c:v>
              </c:pt>
              <c:pt idx="2163">
                <c:v>0.1765538636364464</c:v>
              </c:pt>
              <c:pt idx="2164">
                <c:v>0.1671208859157185</c:v>
              </c:pt>
              <c:pt idx="2165">
                <c:v>0.15544696530163996</c:v>
              </c:pt>
              <c:pt idx="2166">
                <c:v>-0.006817622105083483</c:v>
              </c:pt>
              <c:pt idx="2167">
                <c:v>0.07838593918521272</c:v>
              </c:pt>
              <c:pt idx="2168">
                <c:v>0.02036431556692099</c:v>
              </c:pt>
              <c:pt idx="2169">
                <c:v>0.04096465913618093</c:v>
              </c:pt>
              <c:pt idx="2170">
                <c:v>0.033237212429109854</c:v>
              </c:pt>
              <c:pt idx="2171">
                <c:v>0.23068718488327414</c:v>
              </c:pt>
              <c:pt idx="2172">
                <c:v>0.15272275799996354</c:v>
              </c:pt>
              <c:pt idx="2173">
                <c:v>0.1735387685258596</c:v>
              </c:pt>
              <c:pt idx="2174">
                <c:v>0.4859380156265397</c:v>
              </c:pt>
              <c:pt idx="2175">
                <c:v>0.5678378059885343</c:v>
              </c:pt>
              <c:pt idx="2176">
                <c:v>0.5720424293902368</c:v>
              </c:pt>
              <c:pt idx="2177">
                <c:v>0.5701811693857478</c:v>
              </c:pt>
              <c:pt idx="2178">
                <c:v>0.5562047520888261</c:v>
              </c:pt>
              <c:pt idx="2179">
                <c:v>-0.06307020857298565</c:v>
              </c:pt>
              <c:pt idx="2180">
                <c:v>-0.023894806768704955</c:v>
              </c:pt>
              <c:pt idx="2181">
                <c:v>-0.07657592561104973</c:v>
              </c:pt>
              <c:pt idx="2182">
                <c:v>-0.07053724583045307</c:v>
              </c:pt>
              <c:pt idx="2183">
                <c:v>0.00048171121541339677</c:v>
              </c:pt>
              <c:pt idx="2184">
                <c:v>0.5839273127036532</c:v>
              </c:pt>
              <c:pt idx="2185">
                <c:v>0.5718483861145611</c:v>
              </c:pt>
              <c:pt idx="2186">
                <c:v>0.07740957259634393</c:v>
              </c:pt>
              <c:pt idx="2187">
                <c:v>0.4150504362588314</c:v>
              </c:pt>
              <c:pt idx="2188">
                <c:v>0.38039267291235157</c:v>
              </c:pt>
              <c:pt idx="2189">
                <c:v>0.38221955340606223</c:v>
              </c:pt>
              <c:pt idx="2190">
                <c:v>0.6309067990668329</c:v>
              </c:pt>
              <c:pt idx="2191">
                <c:v>0.04393317664306886</c:v>
              </c:pt>
              <c:pt idx="2192">
                <c:v>0.18267313484693423</c:v>
              </c:pt>
              <c:pt idx="2193">
                <c:v>0.46097864564694774</c:v>
              </c:pt>
              <c:pt idx="2194">
                <c:v>0.07931232155470695</c:v>
              </c:pt>
              <c:pt idx="2195">
                <c:v>0.08733564475789496</c:v>
              </c:pt>
              <c:pt idx="2196">
                <c:v>0.054333747069875815</c:v>
              </c:pt>
              <c:pt idx="2197">
                <c:v>0.538743860554464</c:v>
              </c:pt>
              <c:pt idx="2198">
                <c:v>0.5121119265110579</c:v>
              </c:pt>
              <c:pt idx="2199">
                <c:v>0.5626157644852162</c:v>
              </c:pt>
              <c:pt idx="2200">
                <c:v>0.5398889349636306</c:v>
              </c:pt>
              <c:pt idx="2201">
                <c:v>0.05979751979577138</c:v>
              </c:pt>
              <c:pt idx="2202">
                <c:v>0.0025482079077649078</c:v>
              </c:pt>
              <c:pt idx="2203">
                <c:v>0.16771281013912565</c:v>
              </c:pt>
              <c:pt idx="2204">
                <c:v>0.15239776496662777</c:v>
              </c:pt>
              <c:pt idx="2205">
                <c:v>0.3174351830194511</c:v>
              </c:pt>
              <c:pt idx="2206">
                <c:v>0.4216317058939037</c:v>
              </c:pt>
              <c:pt idx="2207">
                <c:v>0.38435638529407584</c:v>
              </c:pt>
              <c:pt idx="2208">
                <c:v>0.2398768924788513</c:v>
              </c:pt>
              <c:pt idx="2209">
                <c:v>0.5571049710061216</c:v>
              </c:pt>
              <c:pt idx="2210">
                <c:v>0.5457030375839215</c:v>
              </c:pt>
              <c:pt idx="2211">
                <c:v>0.5422838463045789</c:v>
              </c:pt>
              <c:pt idx="2212">
                <c:v>0.5434145866290953</c:v>
              </c:pt>
              <c:pt idx="2213">
                <c:v>0.5478712893729042</c:v>
              </c:pt>
              <c:pt idx="2214">
                <c:v>0.5527177316585622</c:v>
              </c:pt>
              <c:pt idx="2215">
                <c:v>0.5510817446888586</c:v>
              </c:pt>
              <c:pt idx="2216">
                <c:v>0.4326449145655308</c:v>
              </c:pt>
              <c:pt idx="2217">
                <c:v>0.2466345437908652</c:v>
              </c:pt>
              <c:pt idx="2218">
                <c:v>0.3078822694399785</c:v>
              </c:pt>
              <c:pt idx="2219">
                <c:v>0.15473766173826753</c:v>
              </c:pt>
              <c:pt idx="2220">
                <c:v>0.15175614276813895</c:v>
              </c:pt>
              <c:pt idx="2221">
                <c:v>0.16828422914219338</c:v>
              </c:pt>
              <c:pt idx="2222">
                <c:v>0.06663734097444671</c:v>
              </c:pt>
              <c:pt idx="2223">
                <c:v>0.59988207159899</c:v>
              </c:pt>
              <c:pt idx="2224">
                <c:v>0.5943363588853889</c:v>
              </c:pt>
              <c:pt idx="2225">
                <c:v>0.5978920038028561</c:v>
              </c:pt>
              <c:pt idx="2226">
                <c:v>0.597001862168324</c:v>
              </c:pt>
              <c:pt idx="2227">
                <c:v>0.6471837352634727</c:v>
              </c:pt>
              <c:pt idx="2228">
                <c:v>0.56176143554377</c:v>
              </c:pt>
              <c:pt idx="2229">
                <c:v>0.5584060676469915</c:v>
              </c:pt>
              <c:pt idx="2230">
                <c:v>0.5484174582232988</c:v>
              </c:pt>
              <c:pt idx="2231">
                <c:v>0.48987500049769234</c:v>
              </c:pt>
              <c:pt idx="2232">
                <c:v>0.5040081326704691</c:v>
              </c:pt>
              <c:pt idx="2233">
                <c:v>0.5789395223502667</c:v>
              </c:pt>
              <c:pt idx="2234">
                <c:v>0.605923055007133</c:v>
              </c:pt>
              <c:pt idx="2235">
                <c:v>0.4612587167640848</c:v>
              </c:pt>
              <c:pt idx="2236">
                <c:v>0.4590144006829267</c:v>
              </c:pt>
              <c:pt idx="2237">
                <c:v>0.14376760365069452</c:v>
              </c:pt>
              <c:pt idx="2238">
                <c:v>3.801237747488019E-07</c:v>
              </c:pt>
              <c:pt idx="2239">
                <c:v>3.6074471837506365E-07</c:v>
              </c:pt>
              <c:pt idx="2240">
                <c:v>0.32248701931963974</c:v>
              </c:pt>
              <c:pt idx="2241">
                <c:v>0.32413815962367043</c:v>
              </c:pt>
              <c:pt idx="2242">
                <c:v>0.5261572844555575</c:v>
              </c:pt>
              <c:pt idx="2243">
                <c:v>0.5232620592800248</c:v>
              </c:pt>
              <c:pt idx="2244">
                <c:v>2.863509520513693E-07</c:v>
              </c:pt>
              <c:pt idx="2245">
                <c:v>0.014614486057683309</c:v>
              </c:pt>
              <c:pt idx="2246">
                <c:v>0.055543525963675525</c:v>
              </c:pt>
              <c:pt idx="2247">
                <c:v>0.06565921945650559</c:v>
              </c:pt>
              <c:pt idx="2248">
                <c:v>0.17361264452686945</c:v>
              </c:pt>
              <c:pt idx="2249">
                <c:v>0.10492737368809671</c:v>
              </c:pt>
              <c:pt idx="2250">
                <c:v>0.2209258580419634</c:v>
              </c:pt>
              <c:pt idx="2251">
                <c:v>0.4438348031535245</c:v>
              </c:pt>
              <c:pt idx="2252">
                <c:v>0.4350503486683099</c:v>
              </c:pt>
              <c:pt idx="2253">
                <c:v>0.06570116048673356</c:v>
              </c:pt>
              <c:pt idx="2254">
                <c:v>0.0517132242564989</c:v>
              </c:pt>
              <c:pt idx="2255">
                <c:v>0.05403382631011659</c:v>
              </c:pt>
              <c:pt idx="2256">
                <c:v>0.06834752342706708</c:v>
              </c:pt>
              <c:pt idx="2257">
                <c:v>0.2191164009557057</c:v>
              </c:pt>
              <c:pt idx="2258">
                <c:v>-0.0042825575043226715</c:v>
              </c:pt>
              <c:pt idx="2259">
                <c:v>0.00015888085611155244</c:v>
              </c:pt>
              <c:pt idx="2260">
                <c:v>0.560455812781877</c:v>
              </c:pt>
              <c:pt idx="2261">
                <c:v>0.5360380986979996</c:v>
              </c:pt>
              <c:pt idx="2262">
                <c:v>0.22739068559769943</c:v>
              </c:pt>
              <c:pt idx="2263">
                <c:v>0.5230118972777629</c:v>
              </c:pt>
              <c:pt idx="2264">
                <c:v>0.5484199762001658</c:v>
              </c:pt>
              <c:pt idx="2265">
                <c:v>0.5189461997745987</c:v>
              </c:pt>
              <c:pt idx="2266">
                <c:v>0.4281806249947706</c:v>
              </c:pt>
              <c:pt idx="2267">
                <c:v>0.31634766479048004</c:v>
              </c:pt>
              <c:pt idx="2268">
                <c:v>0.5848127920361458</c:v>
              </c:pt>
              <c:pt idx="2269">
                <c:v>0.5912384484598275</c:v>
              </c:pt>
              <c:pt idx="2270">
                <c:v>0.6124538834269684</c:v>
              </c:pt>
              <c:pt idx="2271">
                <c:v>0.6102997825194513</c:v>
              </c:pt>
              <c:pt idx="2272">
                <c:v>0.021579879614868826</c:v>
              </c:pt>
              <c:pt idx="2273">
                <c:v>1.5901812203883352E-07</c:v>
              </c:pt>
              <c:pt idx="2274">
                <c:v>0.5307940479749047</c:v>
              </c:pt>
              <c:pt idx="2275">
                <c:v>0.6097233752159483</c:v>
              </c:pt>
              <c:pt idx="2276">
                <c:v>0.5545840310732788</c:v>
              </c:pt>
              <c:pt idx="2277">
                <c:v>0.6151689488480176</c:v>
              </c:pt>
              <c:pt idx="2278">
                <c:v>7.44438008411657E-09</c:v>
              </c:pt>
              <c:pt idx="2279">
                <c:v>0.004180232596216487</c:v>
              </c:pt>
              <c:pt idx="2280">
                <c:v>2.584007092636718E-08</c:v>
              </c:pt>
              <c:pt idx="2281">
                <c:v>-0.003563675041865709</c:v>
              </c:pt>
              <c:pt idx="2282">
                <c:v>0.45646392542921604</c:v>
              </c:pt>
              <c:pt idx="2283">
                <c:v>0.02744671372274453</c:v>
              </c:pt>
              <c:pt idx="2284">
                <c:v>0.06012435783906602</c:v>
              </c:pt>
              <c:pt idx="2285">
                <c:v>0.04891622030798369</c:v>
              </c:pt>
              <c:pt idx="2286">
                <c:v>0.09357594364399188</c:v>
              </c:pt>
              <c:pt idx="2287">
                <c:v>0.05608715178558396</c:v>
              </c:pt>
              <c:pt idx="2288">
                <c:v>0.43854661463413547</c:v>
              </c:pt>
              <c:pt idx="2289">
                <c:v>0.4018215549137644</c:v>
              </c:pt>
              <c:pt idx="2290">
                <c:v>0.37240258529345455</c:v>
              </c:pt>
              <c:pt idx="2291">
                <c:v>-0.01300097755861419</c:v>
              </c:pt>
              <c:pt idx="2292">
                <c:v>0.010249682826218905</c:v>
              </c:pt>
              <c:pt idx="2293">
                <c:v>0.439857356584775</c:v>
              </c:pt>
              <c:pt idx="2294">
                <c:v>0.1645002878423166</c:v>
              </c:pt>
              <c:pt idx="2295">
                <c:v>0.16852850728995716</c:v>
              </c:pt>
              <c:pt idx="2296">
                <c:v>0.6145262044281203</c:v>
              </c:pt>
              <c:pt idx="2297">
                <c:v>-5.042607467625095E-08</c:v>
              </c:pt>
              <c:pt idx="2298">
                <c:v>-1.8501023572556644E-08</c:v>
              </c:pt>
              <c:pt idx="2299">
                <c:v>0.5074974997481426</c:v>
              </c:pt>
              <c:pt idx="2300">
                <c:v>0.5122760000366705</c:v>
              </c:pt>
              <c:pt idx="2301">
                <c:v>0.47251224578389084</c:v>
              </c:pt>
              <c:pt idx="2302">
                <c:v>0.13212480462305923</c:v>
              </c:pt>
              <c:pt idx="2303">
                <c:v>0.13090510475753667</c:v>
              </c:pt>
              <c:pt idx="2304">
                <c:v>0.13732267248705324</c:v>
              </c:pt>
              <c:pt idx="2305">
                <c:v>0.12878972936541716</c:v>
              </c:pt>
              <c:pt idx="2306">
                <c:v>0.00257559969860726</c:v>
              </c:pt>
              <c:pt idx="2307">
                <c:v>0.012764117722140665</c:v>
              </c:pt>
              <c:pt idx="2308">
                <c:v>-0.001464603353149528</c:v>
              </c:pt>
              <c:pt idx="2309">
                <c:v>0.006563611392639462</c:v>
              </c:pt>
              <c:pt idx="2310">
                <c:v>0.6029216009100865</c:v>
              </c:pt>
              <c:pt idx="2311">
                <c:v>-0.0007112375683958949</c:v>
              </c:pt>
              <c:pt idx="2312">
                <c:v>0.5201831435949281</c:v>
              </c:pt>
              <c:pt idx="2313">
                <c:v>0.5195065398506056</c:v>
              </c:pt>
              <c:pt idx="2314">
                <c:v>0.5100934166870574</c:v>
              </c:pt>
              <c:pt idx="2315">
                <c:v>0.21756395083217175</c:v>
              </c:pt>
              <c:pt idx="2316">
                <c:v>0.24237687001289304</c:v>
              </c:pt>
              <c:pt idx="2317">
                <c:v>0.4572910257962924</c:v>
              </c:pt>
              <c:pt idx="2318">
                <c:v>0.5069472685349562</c:v>
              </c:pt>
              <c:pt idx="2319">
                <c:v>0.5060001836645076</c:v>
              </c:pt>
              <c:pt idx="2320">
                <c:v>0.11909713235058902</c:v>
              </c:pt>
              <c:pt idx="2321">
                <c:v>-0.0974096504292999</c:v>
              </c:pt>
              <c:pt idx="2322">
                <c:v>-0.09374732584785796</c:v>
              </c:pt>
              <c:pt idx="2323">
                <c:v>0.026884608576238873</c:v>
              </c:pt>
              <c:pt idx="2324">
                <c:v>0.10640610144934765</c:v>
              </c:pt>
              <c:pt idx="2325">
                <c:v>0.05952563393882027</c:v>
              </c:pt>
              <c:pt idx="2326">
                <c:v>0.2773567796340367</c:v>
              </c:pt>
              <c:pt idx="2327">
                <c:v>0.18786012862120288</c:v>
              </c:pt>
              <c:pt idx="2328">
                <c:v>0.2780758700610446</c:v>
              </c:pt>
              <c:pt idx="2329">
                <c:v>-0.002341778790510546</c:v>
              </c:pt>
              <c:pt idx="2330">
                <c:v>-0.08522103771078701</c:v>
              </c:pt>
              <c:pt idx="2331">
                <c:v>-0.03165511469685978</c:v>
              </c:pt>
              <c:pt idx="2332">
                <c:v>-2.9287418515987703E-07</c:v>
              </c:pt>
              <c:pt idx="2333">
                <c:v>-0.010259351549315109</c:v>
              </c:pt>
              <c:pt idx="2334">
                <c:v>0.3218653732200064</c:v>
              </c:pt>
              <c:pt idx="2335">
                <c:v>0.39531491892761955</c:v>
              </c:pt>
              <c:pt idx="2336">
                <c:v>0.136310502191901</c:v>
              </c:pt>
              <c:pt idx="2337">
                <c:v>0.07003311756681473</c:v>
              </c:pt>
              <c:pt idx="2338">
                <c:v>0.2231468239737785</c:v>
              </c:pt>
              <c:pt idx="2339">
                <c:v>0.24683654804877864</c:v>
              </c:pt>
              <c:pt idx="2340">
                <c:v>0.3045630138613394</c:v>
              </c:pt>
              <c:pt idx="2341">
                <c:v>0.025701773776586966</c:v>
              </c:pt>
              <c:pt idx="2342">
                <c:v>0.4317993333619556</c:v>
              </c:pt>
              <c:pt idx="2343">
                <c:v>0.10812253775181505</c:v>
              </c:pt>
              <c:pt idx="2344">
                <c:v>-1.239236961000213E-07</c:v>
              </c:pt>
              <c:pt idx="2345">
                <c:v>-0.02899681099578248</c:v>
              </c:pt>
              <c:pt idx="2346">
                <c:v>-0.0510035134302784</c:v>
              </c:pt>
              <c:pt idx="2347">
                <c:v>-0.03369088717988935</c:v>
              </c:pt>
              <c:pt idx="2348">
                <c:v>-0.07154219725841593</c:v>
              </c:pt>
              <c:pt idx="2349">
                <c:v>-0.007080482887286262</c:v>
              </c:pt>
              <c:pt idx="2350">
                <c:v>0.06940988940244999</c:v>
              </c:pt>
              <c:pt idx="2351">
                <c:v>0.13859186684513664</c:v>
              </c:pt>
              <c:pt idx="2352">
                <c:v>0.14667885939714284</c:v>
              </c:pt>
              <c:pt idx="2353">
                <c:v>0.14862230286026015</c:v>
              </c:pt>
              <c:pt idx="2354">
                <c:v>0.16859794023508115</c:v>
              </c:pt>
              <c:pt idx="2355">
                <c:v>-0.05279865670150592</c:v>
              </c:pt>
              <c:pt idx="2356">
                <c:v>-0.004920730854256033</c:v>
              </c:pt>
              <c:pt idx="2357">
                <c:v>-5.4280308010541324E-08</c:v>
              </c:pt>
              <c:pt idx="2358">
                <c:v>-0.07414196361588724</c:v>
              </c:pt>
              <c:pt idx="2359">
                <c:v>0.28286767866628615</c:v>
              </c:pt>
              <c:pt idx="2360">
                <c:v>0.27328230266252024</c:v>
              </c:pt>
              <c:pt idx="2361">
                <c:v>0.22370400837433346</c:v>
              </c:pt>
              <c:pt idx="2362">
                <c:v>0.16916357371505156</c:v>
              </c:pt>
              <c:pt idx="2363">
                <c:v>0.16867410689042298</c:v>
              </c:pt>
              <c:pt idx="2364">
                <c:v>0.13152813765677862</c:v>
              </c:pt>
              <c:pt idx="2365">
                <c:v>0.2570297972234544</c:v>
              </c:pt>
              <c:pt idx="2366">
                <c:v>0.31555888688370437</c:v>
              </c:pt>
              <c:pt idx="2367">
                <c:v>0.26712199537577164</c:v>
              </c:pt>
              <c:pt idx="2368">
                <c:v>0.13962536135744272</c:v>
              </c:pt>
              <c:pt idx="2369">
                <c:v>0.09088646081182519</c:v>
              </c:pt>
              <c:pt idx="2370">
                <c:v>0.564036856459011</c:v>
              </c:pt>
              <c:pt idx="2371">
                <c:v>0.023285340980696484</c:v>
              </c:pt>
              <c:pt idx="2372">
                <c:v>-0.004669173105105716</c:v>
              </c:pt>
              <c:pt idx="2373">
                <c:v>-0.004166471651956652</c:v>
              </c:pt>
              <c:pt idx="2374">
                <c:v>-0.004187942590663275</c:v>
              </c:pt>
              <c:pt idx="2375">
                <c:v>-0.06489276626205405</c:v>
              </c:pt>
              <c:pt idx="2376">
                <c:v>0.2400336317396438</c:v>
              </c:pt>
              <c:pt idx="2377">
                <c:v>0.2659959550441449</c:v>
              </c:pt>
              <c:pt idx="2378">
                <c:v>0.29888893584410564</c:v>
              </c:pt>
              <c:pt idx="2379">
                <c:v>0.2488604778407653</c:v>
              </c:pt>
              <c:pt idx="2380">
                <c:v>0.17527793297093752</c:v>
              </c:pt>
              <c:pt idx="2381">
                <c:v>0.17825213733968118</c:v>
              </c:pt>
              <c:pt idx="2382">
                <c:v>0.23733548090893264</c:v>
              </c:pt>
              <c:pt idx="2383">
                <c:v>0.14753597155777143</c:v>
              </c:pt>
              <c:pt idx="2384">
                <c:v>0.13945993419634525</c:v>
              </c:pt>
              <c:pt idx="2385">
                <c:v>0.09597068414152152</c:v>
              </c:pt>
              <c:pt idx="2386">
                <c:v>0.1519689837087902</c:v>
              </c:pt>
              <c:pt idx="2387">
                <c:v>0.17672087294844782</c:v>
              </c:pt>
              <c:pt idx="2388">
                <c:v>0.26734640715498337</c:v>
              </c:pt>
              <c:pt idx="2389">
                <c:v>-0.0735256967138132</c:v>
              </c:pt>
              <c:pt idx="2390">
                <c:v>-0.10086771960426906</c:v>
              </c:pt>
              <c:pt idx="2391">
                <c:v>0.408386118337009</c:v>
              </c:pt>
              <c:pt idx="2392">
                <c:v>0.4105549434306379</c:v>
              </c:pt>
              <c:pt idx="2393">
                <c:v>0.40691307219850503</c:v>
              </c:pt>
              <c:pt idx="2394">
                <c:v>0.15299619158993563</c:v>
              </c:pt>
              <c:pt idx="2395">
                <c:v>0.14456170697110537</c:v>
              </c:pt>
              <c:pt idx="2396">
                <c:v>0.18016495102907998</c:v>
              </c:pt>
              <c:pt idx="2397">
                <c:v>2.481538809929214E-08</c:v>
              </c:pt>
              <c:pt idx="2398">
                <c:v>7.630547892009333E-09</c:v>
              </c:pt>
              <c:pt idx="2399">
                <c:v>0.000592933526797215</c:v>
              </c:pt>
              <c:pt idx="2400">
                <c:v>0.04595866724866551</c:v>
              </c:pt>
              <c:pt idx="2401">
                <c:v>0.5024687972476582</c:v>
              </c:pt>
              <c:pt idx="2402">
                <c:v>0.12279112628070138</c:v>
              </c:pt>
              <c:pt idx="2403">
                <c:v>-0.02359624654092265</c:v>
              </c:pt>
              <c:pt idx="2404">
                <c:v>0.5980957516105809</c:v>
              </c:pt>
              <c:pt idx="2405">
                <c:v>0.5917051629860407</c:v>
              </c:pt>
              <c:pt idx="2406">
                <c:v>0.4639780528635859</c:v>
              </c:pt>
              <c:pt idx="2407">
                <c:v>0.349591692695188</c:v>
              </c:pt>
              <c:pt idx="2408">
                <c:v>0.2356737504054529</c:v>
              </c:pt>
              <c:pt idx="2409">
                <c:v>0.2744251947957894</c:v>
              </c:pt>
              <c:pt idx="2410">
                <c:v>-0.0018010179095964566</c:v>
              </c:pt>
              <c:pt idx="2411">
                <c:v>-2.1871593201822873E-08</c:v>
              </c:pt>
              <c:pt idx="2412">
                <c:v>-1.2532153979330297E-08</c:v>
              </c:pt>
              <c:pt idx="2413">
                <c:v>0.47919390269894224</c:v>
              </c:pt>
              <c:pt idx="2414">
                <c:v>0.22884007790906824</c:v>
              </c:pt>
              <c:pt idx="2415">
                <c:v>0.19164017784229573</c:v>
              </c:pt>
              <c:pt idx="2416">
                <c:v>0.243279905371703</c:v>
              </c:pt>
              <c:pt idx="2417">
                <c:v>0.21176113632792232</c:v>
              </c:pt>
              <c:pt idx="2418">
                <c:v>0.30883239445441785</c:v>
              </c:pt>
              <c:pt idx="2419">
                <c:v>0.007149264759883177</c:v>
              </c:pt>
              <c:pt idx="2420">
                <c:v>0.3922627901789392</c:v>
              </c:pt>
              <c:pt idx="2421">
                <c:v>0.29026063432293664</c:v>
              </c:pt>
              <c:pt idx="2422">
                <c:v>-0.07204291094172868</c:v>
              </c:pt>
              <c:pt idx="2423">
                <c:v>0.585980922516186</c:v>
              </c:pt>
              <c:pt idx="2424">
                <c:v>0.5836851155828002</c:v>
              </c:pt>
              <c:pt idx="2425">
                <c:v>0.602131909683486</c:v>
              </c:pt>
              <c:pt idx="2426">
                <c:v>-0.09870297863232341</c:v>
              </c:pt>
              <c:pt idx="2427">
                <c:v>0.3284734161590103</c:v>
              </c:pt>
              <c:pt idx="2428">
                <c:v>0.3765427837132529</c:v>
              </c:pt>
              <c:pt idx="2429">
                <c:v>0.4266424974495236</c:v>
              </c:pt>
              <c:pt idx="2430">
                <c:v>-0.033180341335241864</c:v>
              </c:pt>
              <c:pt idx="2431">
                <c:v>0.0013619716859363628</c:v>
              </c:pt>
              <c:pt idx="2432">
                <c:v>0.003913427292955284</c:v>
              </c:pt>
              <c:pt idx="2433">
                <c:v>3.288777971523915E-08</c:v>
              </c:pt>
              <c:pt idx="2434">
                <c:v>0.5448752821880248</c:v>
              </c:pt>
              <c:pt idx="2435">
                <c:v>0.16015585595658482</c:v>
              </c:pt>
              <c:pt idx="2436">
                <c:v>0.09804976833821245</c:v>
              </c:pt>
              <c:pt idx="2437">
                <c:v>0.06756633072845607</c:v>
              </c:pt>
              <c:pt idx="2438">
                <c:v>0.06903513143663632</c:v>
              </c:pt>
              <c:pt idx="2439">
                <c:v>0.5853879689246055</c:v>
              </c:pt>
              <c:pt idx="2440">
                <c:v>0.590303587069029</c:v>
              </c:pt>
              <c:pt idx="2441">
                <c:v>0.02414127123148608</c:v>
              </c:pt>
              <c:pt idx="2442">
                <c:v>0.059859787885380315</c:v>
              </c:pt>
              <c:pt idx="2443">
                <c:v>0.1296980410779492</c:v>
              </c:pt>
              <c:pt idx="2444">
                <c:v>0.6312324507250721</c:v>
              </c:pt>
              <c:pt idx="2445">
                <c:v>0.632930469854389</c:v>
              </c:pt>
              <c:pt idx="2446">
                <c:v>0.6326866430044475</c:v>
              </c:pt>
              <c:pt idx="2447">
                <c:v>0.616244235860919</c:v>
              </c:pt>
              <c:pt idx="2448">
                <c:v>0.6183919595815286</c:v>
              </c:pt>
              <c:pt idx="2449">
                <c:v>0.1165585895024095</c:v>
              </c:pt>
              <c:pt idx="2450">
                <c:v>0.5884614258467082</c:v>
              </c:pt>
              <c:pt idx="2451">
                <c:v>0.001893646084630278</c:v>
              </c:pt>
              <c:pt idx="2452">
                <c:v>0.004069806788281705</c:v>
              </c:pt>
              <c:pt idx="2453">
                <c:v>0.04791355562947627</c:v>
              </c:pt>
              <c:pt idx="2454">
                <c:v>0.17904059003183787</c:v>
              </c:pt>
              <c:pt idx="2455">
                <c:v>0.16871965881017761</c:v>
              </c:pt>
              <c:pt idx="2456">
                <c:v>-0.08591528230301879</c:v>
              </c:pt>
              <c:pt idx="2457">
                <c:v>0.5744380518831053</c:v>
              </c:pt>
              <c:pt idx="2458">
                <c:v>0.5838164968902413</c:v>
              </c:pt>
              <c:pt idx="2459">
                <c:v>0.09542489908090804</c:v>
              </c:pt>
              <c:pt idx="2460">
                <c:v>0.09103249776393839</c:v>
              </c:pt>
              <c:pt idx="2461">
                <c:v>0.038621155908440535</c:v>
              </c:pt>
              <c:pt idx="2462">
                <c:v>0.038389157941328786</c:v>
              </c:pt>
              <c:pt idx="2463">
                <c:v>0.05803874981578097</c:v>
              </c:pt>
              <c:pt idx="2464">
                <c:v>0.008539006612291497</c:v>
              </c:pt>
              <c:pt idx="2465">
                <c:v>0.33968609420233287</c:v>
              </c:pt>
              <c:pt idx="2466">
                <c:v>0.009932331752941791</c:v>
              </c:pt>
              <c:pt idx="2467">
                <c:v>0.5123721311648969</c:v>
              </c:pt>
              <c:pt idx="2468">
                <c:v>0.5032094609802914</c:v>
              </c:pt>
              <c:pt idx="2469">
                <c:v>0.34449112912026447</c:v>
              </c:pt>
              <c:pt idx="2470">
                <c:v>-0.07652752371754085</c:v>
              </c:pt>
              <c:pt idx="2471">
                <c:v>0.3070117553847595</c:v>
              </c:pt>
              <c:pt idx="2472">
                <c:v>0.3192327879939355</c:v>
              </c:pt>
              <c:pt idx="2473">
                <c:v>-1.1505312065156976E-07</c:v>
              </c:pt>
              <c:pt idx="2474">
                <c:v>-1.1069754479372119E-07</c:v>
              </c:pt>
              <c:pt idx="2475">
                <c:v>0.5142420872755974</c:v>
              </c:pt>
              <c:pt idx="2476">
                <c:v>2.861346163630617E-07</c:v>
              </c:pt>
              <c:pt idx="2477">
                <c:v>0.1186010681284443</c:v>
              </c:pt>
              <c:pt idx="2478">
                <c:v>-0.031777522722737685</c:v>
              </c:pt>
              <c:pt idx="2479">
                <c:v>-0.030450182458825532</c:v>
              </c:pt>
              <c:pt idx="2480">
                <c:v>0.22420826623810675</c:v>
              </c:pt>
              <c:pt idx="2481">
                <c:v>0.18248168393047673</c:v>
              </c:pt>
              <c:pt idx="2482">
                <c:v>0.24599434440961374</c:v>
              </c:pt>
              <c:pt idx="2483">
                <c:v>0.5426462881630141</c:v>
              </c:pt>
              <c:pt idx="2484">
                <c:v>0.11103035265680553</c:v>
              </c:pt>
              <c:pt idx="2485">
                <c:v>-3.429510528400633E-07</c:v>
              </c:pt>
              <c:pt idx="2486">
                <c:v>-0.03248102273302264</c:v>
              </c:pt>
              <c:pt idx="2487">
                <c:v>0.05059316507431527</c:v>
              </c:pt>
              <c:pt idx="2488">
                <c:v>0.3274818189987592</c:v>
              </c:pt>
              <c:pt idx="2489">
                <c:v>0.5703693333032194</c:v>
              </c:pt>
              <c:pt idx="2490">
                <c:v>0.15464171076529357</c:v>
              </c:pt>
              <c:pt idx="2491">
                <c:v>0.19520412506190646</c:v>
              </c:pt>
              <c:pt idx="2492">
                <c:v>0.40280019843228976</c:v>
              </c:pt>
              <c:pt idx="2493">
                <c:v>0.15200975406773543</c:v>
              </c:pt>
              <c:pt idx="2494">
                <c:v>0.07919676353108071</c:v>
              </c:pt>
              <c:pt idx="2495">
                <c:v>0.05707506808587333</c:v>
              </c:pt>
              <c:pt idx="2496">
                <c:v>0.1450558020058297</c:v>
              </c:pt>
              <c:pt idx="2497">
                <c:v>0.030169180041499835</c:v>
              </c:pt>
              <c:pt idx="2498">
                <c:v>0.6172733452258428</c:v>
              </c:pt>
              <c:pt idx="2499">
                <c:v>0.6245839977525991</c:v>
              </c:pt>
              <c:pt idx="2500">
                <c:v>0.14801628024941907</c:v>
              </c:pt>
              <c:pt idx="2501">
                <c:v>0.14529665959988095</c:v>
              </c:pt>
              <c:pt idx="2502">
                <c:v>0.14645877560279058</c:v>
              </c:pt>
              <c:pt idx="2503">
                <c:v>0.29202337563408776</c:v>
              </c:pt>
              <c:pt idx="2504">
                <c:v>0.29756277871904957</c:v>
              </c:pt>
              <c:pt idx="2505">
                <c:v>0.029725945295258488</c:v>
              </c:pt>
              <c:pt idx="2506">
                <c:v>0.039654476449073675</c:v>
              </c:pt>
              <c:pt idx="2507">
                <c:v>0.08342006774455588</c:v>
              </c:pt>
              <c:pt idx="2508">
                <c:v>5.306919095922777E-07</c:v>
              </c:pt>
              <c:pt idx="2509">
                <c:v>5.33643924176958E-07</c:v>
              </c:pt>
              <c:pt idx="2510">
                <c:v>0.0003128056612352088</c:v>
              </c:pt>
              <c:pt idx="2511">
                <c:v>0.01570278436140231</c:v>
              </c:pt>
              <c:pt idx="2512">
                <c:v>5.235794642666614E-07</c:v>
              </c:pt>
              <c:pt idx="2513">
                <c:v>0.4340574860802915</c:v>
              </c:pt>
              <c:pt idx="2514">
                <c:v>0.00014498158080335243</c:v>
              </c:pt>
              <c:pt idx="2515">
                <c:v>0.00854278442182803</c:v>
              </c:pt>
              <c:pt idx="2516">
                <c:v>0.05314560484410027</c:v>
              </c:pt>
              <c:pt idx="2517">
                <c:v>-0.10106330018678479</c:v>
              </c:pt>
              <c:pt idx="2518">
                <c:v>0.6145521002470877</c:v>
              </c:pt>
              <c:pt idx="2519">
                <c:v>0.11891055327806502</c:v>
              </c:pt>
              <c:pt idx="2520">
                <c:v>0.042299977793130786</c:v>
              </c:pt>
              <c:pt idx="2521">
                <c:v>0.36823225435985896</c:v>
              </c:pt>
              <c:pt idx="2522">
                <c:v>0.28273220742348165</c:v>
              </c:pt>
              <c:pt idx="2523">
                <c:v>0.2105127110570794</c:v>
              </c:pt>
              <c:pt idx="2524">
                <c:v>0.15103488367761164</c:v>
              </c:pt>
              <c:pt idx="2525">
                <c:v>0.2837177365581868</c:v>
              </c:pt>
              <c:pt idx="2526">
                <c:v>0.0220580398244703</c:v>
              </c:pt>
              <c:pt idx="2527">
                <c:v>-0.03570566514223496</c:v>
              </c:pt>
              <c:pt idx="2528">
                <c:v>0.5824811157528946</c:v>
              </c:pt>
              <c:pt idx="2529">
                <c:v>0.580403440491076</c:v>
              </c:pt>
              <c:pt idx="2530">
                <c:v>0.5821821322376971</c:v>
              </c:pt>
              <c:pt idx="2531">
                <c:v>0.6290254431938976</c:v>
              </c:pt>
              <c:pt idx="2532">
                <c:v>0.6309018076004572</c:v>
              </c:pt>
              <c:pt idx="2533">
                <c:v>0.5590717754900971</c:v>
              </c:pt>
              <c:pt idx="2534">
                <c:v>0.6087780353496768</c:v>
              </c:pt>
              <c:pt idx="2535">
                <c:v>0.5665074004469544</c:v>
              </c:pt>
              <c:pt idx="2536">
                <c:v>0.5739298402514044</c:v>
              </c:pt>
              <c:pt idx="2537">
                <c:v>0.14987494722832337</c:v>
              </c:pt>
              <c:pt idx="2538">
                <c:v>0.11539034728108641</c:v>
              </c:pt>
              <c:pt idx="2539">
                <c:v>0.09547320794194288</c:v>
              </c:pt>
              <c:pt idx="2540">
                <c:v>0.16741137955723104</c:v>
              </c:pt>
              <c:pt idx="2541">
                <c:v>0.5443277440645996</c:v>
              </c:pt>
              <c:pt idx="2542">
                <c:v>0.2354733167769172</c:v>
              </c:pt>
              <c:pt idx="2543">
                <c:v>0.3233406611258427</c:v>
              </c:pt>
              <c:pt idx="2544">
                <c:v>0.5265292571021796</c:v>
              </c:pt>
              <c:pt idx="2545">
                <c:v>0.5417162438672163</c:v>
              </c:pt>
              <c:pt idx="2546">
                <c:v>-0.08374798276801279</c:v>
              </c:pt>
              <c:pt idx="2547">
                <c:v>0.054279699070043756</c:v>
              </c:pt>
              <c:pt idx="2548">
                <c:v>-0.004626721242497754</c:v>
              </c:pt>
              <c:pt idx="2549">
                <c:v>0.11327172338912514</c:v>
              </c:pt>
              <c:pt idx="2550">
                <c:v>0.6266957467686568</c:v>
              </c:pt>
              <c:pt idx="2551">
                <c:v>0.01680285508193623</c:v>
              </c:pt>
              <c:pt idx="2552">
                <c:v>0.04171729266990093</c:v>
              </c:pt>
              <c:pt idx="2553">
                <c:v>0.5965769863380809</c:v>
              </c:pt>
              <c:pt idx="2554">
                <c:v>0.5972742637539874</c:v>
              </c:pt>
              <c:pt idx="2555">
                <c:v>0.587571481281331</c:v>
              </c:pt>
              <c:pt idx="2556">
                <c:v>0.524072282230517</c:v>
              </c:pt>
              <c:pt idx="2557">
                <c:v>0.5206723243489708</c:v>
              </c:pt>
              <c:pt idx="2558">
                <c:v>0.45384251957270516</c:v>
              </c:pt>
              <c:pt idx="2559">
                <c:v>0.15189764890448942</c:v>
              </c:pt>
              <c:pt idx="2560">
                <c:v>0.35853916728787033</c:v>
              </c:pt>
              <c:pt idx="2561">
                <c:v>0.3664364982200159</c:v>
              </c:pt>
              <c:pt idx="2562">
                <c:v>0.3684986702302397</c:v>
              </c:pt>
              <c:pt idx="2563">
                <c:v>0.3918409694310102</c:v>
              </c:pt>
              <c:pt idx="2564">
                <c:v>0.3748402986013097</c:v>
              </c:pt>
              <c:pt idx="2565">
                <c:v>0.29838035452245143</c:v>
              </c:pt>
              <c:pt idx="2566">
                <c:v>0.38815106199078736</c:v>
              </c:pt>
              <c:pt idx="2567">
                <c:v>0.1672055935923952</c:v>
              </c:pt>
              <c:pt idx="2568">
                <c:v>0.2722382860594113</c:v>
              </c:pt>
              <c:pt idx="2569">
                <c:v>0.5052358746315938</c:v>
              </c:pt>
              <c:pt idx="2570">
                <c:v>0.40207411117442315</c:v>
              </c:pt>
              <c:pt idx="2571">
                <c:v>0.6273267260751566</c:v>
              </c:pt>
              <c:pt idx="2572">
                <c:v>0.6250198373508651</c:v>
              </c:pt>
              <c:pt idx="2573">
                <c:v>0.623550038548187</c:v>
              </c:pt>
              <c:pt idx="2574">
                <c:v>0.3424198539138461</c:v>
              </c:pt>
              <c:pt idx="2575">
                <c:v>0.5077814293935554</c:v>
              </c:pt>
              <c:pt idx="2576">
                <c:v>0.013451760324309819</c:v>
              </c:pt>
              <c:pt idx="2577">
                <c:v>0.38578714502956285</c:v>
              </c:pt>
              <c:pt idx="2578">
                <c:v>0.2868625902195491</c:v>
              </c:pt>
              <c:pt idx="2579">
                <c:v>0.3117501524803855</c:v>
              </c:pt>
              <c:pt idx="2580">
                <c:v>0.3117069260955802</c:v>
              </c:pt>
              <c:pt idx="2581">
                <c:v>-2.4821442829335556E-07</c:v>
              </c:pt>
              <c:pt idx="2582">
                <c:v>-0.007806317756861787</c:v>
              </c:pt>
              <c:pt idx="2583">
                <c:v>0.40562815628689025</c:v>
              </c:pt>
              <c:pt idx="2584">
                <c:v>0.6166562694839393</c:v>
              </c:pt>
              <c:pt idx="2585">
                <c:v>0.6172137787980198</c:v>
              </c:pt>
              <c:pt idx="2586">
                <c:v>0.6163111768069887</c:v>
              </c:pt>
              <c:pt idx="2587">
                <c:v>-0.007057394121550523</c:v>
              </c:pt>
              <c:pt idx="2588">
                <c:v>-0.007619920436908972</c:v>
              </c:pt>
              <c:pt idx="2589">
                <c:v>-1.3261276277819133E-07</c:v>
              </c:pt>
              <c:pt idx="2590">
                <c:v>0.2248864773461105</c:v>
              </c:pt>
              <c:pt idx="2591">
                <c:v>0.22658348587514876</c:v>
              </c:pt>
              <c:pt idx="2592">
                <c:v>0.1623326177060566</c:v>
              </c:pt>
              <c:pt idx="2593">
                <c:v>0.17091187807959896</c:v>
              </c:pt>
              <c:pt idx="2594">
                <c:v>-0.028139729824382825</c:v>
              </c:pt>
              <c:pt idx="2595">
                <c:v>0.2430618966818443</c:v>
              </c:pt>
              <c:pt idx="2596">
                <c:v>0.2890212307914311</c:v>
              </c:pt>
              <c:pt idx="2597">
                <c:v>0.22186359587259316</c:v>
              </c:pt>
              <c:pt idx="2598">
                <c:v>0.1894618712432216</c:v>
              </c:pt>
              <c:pt idx="2599">
                <c:v>0.47775388369583544</c:v>
              </c:pt>
              <c:pt idx="2600">
                <c:v>0.22973854648999745</c:v>
              </c:pt>
              <c:pt idx="2601">
                <c:v>-1.544229157973661E-07</c:v>
              </c:pt>
              <c:pt idx="2602">
                <c:v>-0.00032670237539864213</c:v>
              </c:pt>
              <c:pt idx="2603">
                <c:v>-4.6183146067211956E-08</c:v>
              </c:pt>
              <c:pt idx="2604">
                <c:v>0.5842025747270176</c:v>
              </c:pt>
              <c:pt idx="2605">
                <c:v>0.31437100865073914</c:v>
              </c:pt>
              <c:pt idx="2606">
                <c:v>0.31460616225026095</c:v>
              </c:pt>
              <c:pt idx="2607">
                <c:v>0.31174785266728994</c:v>
              </c:pt>
              <c:pt idx="2608">
                <c:v>-0.0020945226339034047</c:v>
              </c:pt>
              <c:pt idx="2609">
                <c:v>0.0033960553832084956</c:v>
              </c:pt>
              <c:pt idx="2610">
                <c:v>0.005771421283625336</c:v>
              </c:pt>
              <c:pt idx="2611">
                <c:v>0.021062448327294377</c:v>
              </c:pt>
              <c:pt idx="2612">
                <c:v>0.02641351310763754</c:v>
              </c:pt>
              <c:pt idx="2613">
                <c:v>0.6159865250963185</c:v>
              </c:pt>
              <c:pt idx="2614">
                <c:v>0.48843390370129564</c:v>
              </c:pt>
              <c:pt idx="2615">
                <c:v>-0.041936997054973654</c:v>
              </c:pt>
              <c:pt idx="2616">
                <c:v>0.41206570646872687</c:v>
              </c:pt>
              <c:pt idx="2617">
                <c:v>0.4280422615503057</c:v>
              </c:pt>
              <c:pt idx="2618">
                <c:v>-0.03683740743053504</c:v>
              </c:pt>
              <c:pt idx="2619">
                <c:v>-0.0312054985579633</c:v>
              </c:pt>
              <c:pt idx="2620">
                <c:v>-0.024653182491866602</c:v>
              </c:pt>
              <c:pt idx="2621">
                <c:v>-1.130322573077876E-07</c:v>
              </c:pt>
              <c:pt idx="2622">
                <c:v>0.1220199954690614</c:v>
              </c:pt>
              <c:pt idx="2623">
                <c:v>0.2965468083641667</c:v>
              </c:pt>
              <c:pt idx="2624">
                <c:v>-0.011939707440539741</c:v>
              </c:pt>
              <c:pt idx="2625">
                <c:v>-0.01593687671129537</c:v>
              </c:pt>
              <c:pt idx="2626">
                <c:v>0.3828213072362733</c:v>
              </c:pt>
              <c:pt idx="2627">
                <c:v>0.3857525105678941</c:v>
              </c:pt>
              <c:pt idx="2628">
                <c:v>0.14353320095598898</c:v>
              </c:pt>
              <c:pt idx="2629">
                <c:v>0.05316195161105834</c:v>
              </c:pt>
              <c:pt idx="2630">
                <c:v>0.026128890663974284</c:v>
              </c:pt>
              <c:pt idx="2631">
                <c:v>-0.08437074321000491</c:v>
              </c:pt>
              <c:pt idx="2632">
                <c:v>0.6218014641176446</c:v>
              </c:pt>
              <c:pt idx="2633">
                <c:v>0.6218840815094732</c:v>
              </c:pt>
              <c:pt idx="2634">
                <c:v>0.3444055710225625</c:v>
              </c:pt>
              <c:pt idx="2635">
                <c:v>0.29481374282201744</c:v>
              </c:pt>
              <c:pt idx="2636">
                <c:v>0.42368324825027864</c:v>
              </c:pt>
              <c:pt idx="2637">
                <c:v>-0.0161656594716977</c:v>
              </c:pt>
              <c:pt idx="2638">
                <c:v>-0.011319463241141789</c:v>
              </c:pt>
              <c:pt idx="2639">
                <c:v>-0.01710678882767436</c:v>
              </c:pt>
              <c:pt idx="2640">
                <c:v>-0.007630388075030867</c:v>
              </c:pt>
              <c:pt idx="2641">
                <c:v>-0.01662153684042946</c:v>
              </c:pt>
              <c:pt idx="2642">
                <c:v>5.46534027038482E-05</c:v>
              </c:pt>
              <c:pt idx="2643">
                <c:v>0.08794661669563197</c:v>
              </c:pt>
              <c:pt idx="2644">
                <c:v>-0.020786799700169892</c:v>
              </c:pt>
              <c:pt idx="2645">
                <c:v>0.44800895858368095</c:v>
              </c:pt>
              <c:pt idx="2646">
                <c:v>0.36874684460360796</c:v>
              </c:pt>
              <c:pt idx="2647">
                <c:v>4.757054055658599E-07</c:v>
              </c:pt>
              <c:pt idx="2648">
                <c:v>0.012838550997539083</c:v>
              </c:pt>
              <c:pt idx="2649">
                <c:v>4.167106867393803E-07</c:v>
              </c:pt>
              <c:pt idx="2650">
                <c:v>4.5252662158240367E-07</c:v>
              </c:pt>
              <c:pt idx="2651">
                <c:v>0.119165203858936</c:v>
              </c:pt>
              <c:pt idx="2652">
                <c:v>0.16904287870430174</c:v>
              </c:pt>
              <c:pt idx="2653">
                <c:v>0.11397251775795594</c:v>
              </c:pt>
              <c:pt idx="2654">
                <c:v>0.08116832603162531</c:v>
              </c:pt>
              <c:pt idx="2655">
                <c:v>0.16665307830946183</c:v>
              </c:pt>
              <c:pt idx="2656">
                <c:v>0.35057137795582294</c:v>
              </c:pt>
              <c:pt idx="2657">
                <c:v>0.33565566582756623</c:v>
              </c:pt>
              <c:pt idx="2658">
                <c:v>0.3008197723709934</c:v>
              </c:pt>
              <c:pt idx="2659">
                <c:v>0.6223411649797317</c:v>
              </c:pt>
              <c:pt idx="2660">
                <c:v>-3.087038083897727E-07</c:v>
              </c:pt>
              <c:pt idx="2661">
                <c:v>-3.087178782296246E-07</c:v>
              </c:pt>
              <c:pt idx="2662">
                <c:v>0.6063419937469154</c:v>
              </c:pt>
              <c:pt idx="2663">
                <c:v>0.6096675251875707</c:v>
              </c:pt>
              <c:pt idx="2664">
                <c:v>0.6145906025570407</c:v>
              </c:pt>
              <c:pt idx="2665">
                <c:v>0.3266715099674856</c:v>
              </c:pt>
              <c:pt idx="2666">
                <c:v>-3.865365752110074E-07</c:v>
              </c:pt>
              <c:pt idx="2667">
                <c:v>0.14391198752159506</c:v>
              </c:pt>
              <c:pt idx="2668">
                <c:v>0.05531751232444362</c:v>
              </c:pt>
              <c:pt idx="2669">
                <c:v>-1.0707333504114461E-08</c:v>
              </c:pt>
              <c:pt idx="2670">
                <c:v>0.00031581636244378615</c:v>
              </c:pt>
              <c:pt idx="2671">
                <c:v>-8.605213154689253E-09</c:v>
              </c:pt>
              <c:pt idx="2672">
                <c:v>0.5330167907861212</c:v>
              </c:pt>
              <c:pt idx="2673">
                <c:v>0.20563652884257003</c:v>
              </c:pt>
              <c:pt idx="2674">
                <c:v>-1.4038199168975126E-06</c:v>
              </c:pt>
              <c:pt idx="2675">
                <c:v>-0.10415000853755887</c:v>
              </c:pt>
              <c:pt idx="2676">
                <c:v>0.6071333339738215</c:v>
              </c:pt>
              <c:pt idx="2677">
                <c:v>0.611318897958794</c:v>
              </c:pt>
              <c:pt idx="2678">
                <c:v>0.435516170661555</c:v>
              </c:pt>
              <c:pt idx="2679">
                <c:v>0.4836241560436191</c:v>
              </c:pt>
              <c:pt idx="2680">
                <c:v>0.19914638738719673</c:v>
              </c:pt>
              <c:pt idx="2681">
                <c:v>0.1927729876754907</c:v>
              </c:pt>
              <c:pt idx="2682">
                <c:v>0.12412143288673885</c:v>
              </c:pt>
              <c:pt idx="2683">
                <c:v>0.11786101647977452</c:v>
              </c:pt>
              <c:pt idx="2684">
                <c:v>0.12970926865038424</c:v>
              </c:pt>
              <c:pt idx="2685">
                <c:v>0.1196391047472416</c:v>
              </c:pt>
              <c:pt idx="2686">
                <c:v>0.22955173989659022</c:v>
              </c:pt>
              <c:pt idx="2687">
                <c:v>0.19468316268155778</c:v>
              </c:pt>
              <c:pt idx="2688">
                <c:v>0.18102733282741895</c:v>
              </c:pt>
              <c:pt idx="2689">
                <c:v>0.26333458917810876</c:v>
              </c:pt>
              <c:pt idx="2690">
                <c:v>-3.384148309712399E-08</c:v>
              </c:pt>
              <c:pt idx="2691">
                <c:v>0.3384246742336071</c:v>
              </c:pt>
              <c:pt idx="2692">
                <c:v>0.00468423518881384</c:v>
              </c:pt>
              <c:pt idx="2693">
                <c:v>0.039735329072150515</c:v>
              </c:pt>
              <c:pt idx="2694">
                <c:v>0.05547624744509066</c:v>
              </c:pt>
              <c:pt idx="2695">
                <c:v>0.05453158950991261</c:v>
              </c:pt>
              <c:pt idx="2696">
                <c:v>0.07107642124257592</c:v>
              </c:pt>
              <c:pt idx="2697">
                <c:v>0.05915306662164456</c:v>
              </c:pt>
              <c:pt idx="2698">
                <c:v>0.6046175195443415</c:v>
              </c:pt>
              <c:pt idx="2699">
                <c:v>0.6025268657022333</c:v>
              </c:pt>
              <c:pt idx="2700">
                <c:v>0.06410464099013191</c:v>
              </c:pt>
              <c:pt idx="2701">
                <c:v>0.07752911364506335</c:v>
              </c:pt>
              <c:pt idx="2702">
                <c:v>0.07204044797679292</c:v>
              </c:pt>
              <c:pt idx="2703">
                <c:v>0.09742604662714263</c:v>
              </c:pt>
              <c:pt idx="2704">
                <c:v>0.13168471411671745</c:v>
              </c:pt>
              <c:pt idx="2705">
                <c:v>-0.02696295463617989</c:v>
              </c:pt>
              <c:pt idx="2706">
                <c:v>0.6202358683862974</c:v>
              </c:pt>
              <c:pt idx="2707">
                <c:v>0.4685477540442694</c:v>
              </c:pt>
              <c:pt idx="2708">
                <c:v>0.4183152179753344</c:v>
              </c:pt>
              <c:pt idx="2709">
                <c:v>0.4071523650253754</c:v>
              </c:pt>
              <c:pt idx="2710">
                <c:v>0.40818807601552864</c:v>
              </c:pt>
              <c:pt idx="2711">
                <c:v>0.4156837105341106</c:v>
              </c:pt>
              <c:pt idx="2712">
                <c:v>0.3916792578693059</c:v>
              </c:pt>
              <c:pt idx="2713">
                <c:v>0.31583407927602214</c:v>
              </c:pt>
              <c:pt idx="2714">
                <c:v>0.21287779568523202</c:v>
              </c:pt>
              <c:pt idx="2715">
                <c:v>0.15807846114342833</c:v>
              </c:pt>
              <c:pt idx="2716">
                <c:v>0.3057814903285311</c:v>
              </c:pt>
              <c:pt idx="2717">
                <c:v>0.3087688673907662</c:v>
              </c:pt>
              <c:pt idx="2718">
                <c:v>0.03425254984854881</c:v>
              </c:pt>
              <c:pt idx="2719">
                <c:v>0.364498758125104</c:v>
              </c:pt>
              <c:pt idx="2720">
                <c:v>0.3498349940247917</c:v>
              </c:pt>
              <c:pt idx="2721">
                <c:v>0.29202866306195924</c:v>
              </c:pt>
              <c:pt idx="2722">
                <c:v>0.1528797126810732</c:v>
              </c:pt>
              <c:pt idx="2723">
                <c:v>0.1343383586664274</c:v>
              </c:pt>
              <c:pt idx="2724">
                <c:v>0.09290667912269966</c:v>
              </c:pt>
              <c:pt idx="2725">
                <c:v>0.0744049585741252</c:v>
              </c:pt>
              <c:pt idx="2726">
                <c:v>0.14879580372614004</c:v>
              </c:pt>
              <c:pt idx="2727">
                <c:v>0.1532874155849666</c:v>
              </c:pt>
              <c:pt idx="2728">
                <c:v>3.429958273434977E-07</c:v>
              </c:pt>
              <c:pt idx="2729">
                <c:v>-0.06152409290742281</c:v>
              </c:pt>
              <c:pt idx="2730">
                <c:v>0.2823980314639676</c:v>
              </c:pt>
              <c:pt idx="2731">
                <c:v>-3.7112166583145586E-07</c:v>
              </c:pt>
              <c:pt idx="2732">
                <c:v>-0.0037478732989917477</c:v>
              </c:pt>
              <c:pt idx="2733">
                <c:v>-4.0431134419490144E-07</c:v>
              </c:pt>
              <c:pt idx="2734">
                <c:v>-3.8079944662510986E-07</c:v>
              </c:pt>
              <c:pt idx="2735">
                <c:v>-0.0571897868149746</c:v>
              </c:pt>
              <c:pt idx="2736">
                <c:v>0.48636387381511076</c:v>
              </c:pt>
              <c:pt idx="2737">
                <c:v>0.004358723618644245</c:v>
              </c:pt>
              <c:pt idx="2738">
                <c:v>0.17968066930977702</c:v>
              </c:pt>
              <c:pt idx="2739">
                <c:v>-0.05823169674182719</c:v>
              </c:pt>
              <c:pt idx="2740">
                <c:v>0.17425420078823828</c:v>
              </c:pt>
              <c:pt idx="2741">
                <c:v>0.6265707417786353</c:v>
              </c:pt>
              <c:pt idx="2742">
                <c:v>3.0244565457376675E-07</c:v>
              </c:pt>
              <c:pt idx="2743">
                <c:v>0.01979742098282805</c:v>
              </c:pt>
              <c:pt idx="2744">
                <c:v>0.010313523173846973</c:v>
              </c:pt>
              <c:pt idx="2745">
                <c:v>0.0819625872278398</c:v>
              </c:pt>
              <c:pt idx="2746">
                <c:v>0.058481131228367386</c:v>
              </c:pt>
              <c:pt idx="2747">
                <c:v>0.03563143966517873</c:v>
              </c:pt>
              <c:pt idx="2748">
                <c:v>0.3479479915490732</c:v>
              </c:pt>
              <c:pt idx="2749">
                <c:v>0.15144285150308445</c:v>
              </c:pt>
              <c:pt idx="2750">
                <c:v>0.19208079465852232</c:v>
              </c:pt>
              <c:pt idx="2751">
                <c:v>0.0761734219347515</c:v>
              </c:pt>
              <c:pt idx="2752">
                <c:v>0.024301326599884508</c:v>
              </c:pt>
              <c:pt idx="2753">
                <c:v>-0.10551898078398388</c:v>
              </c:pt>
              <c:pt idx="2754">
                <c:v>0.44435512573881947</c:v>
              </c:pt>
              <c:pt idx="2755">
                <c:v>0.4508787439936455</c:v>
              </c:pt>
              <c:pt idx="2756">
                <c:v>0.46442778092416215</c:v>
              </c:pt>
              <c:pt idx="2757">
                <c:v>0.42318817722570334</c:v>
              </c:pt>
              <c:pt idx="2758">
                <c:v>3.681671804605407E-07</c:v>
              </c:pt>
              <c:pt idx="2759">
                <c:v>0.5932596294134115</c:v>
              </c:pt>
              <c:pt idx="2760">
                <c:v>0.6240936821300237</c:v>
              </c:pt>
              <c:pt idx="2761">
                <c:v>0.6151127793535281</c:v>
              </c:pt>
              <c:pt idx="2762">
                <c:v>0.047886966924697946</c:v>
              </c:pt>
              <c:pt idx="2763">
                <c:v>0.08753969865059236</c:v>
              </c:pt>
              <c:pt idx="2764">
                <c:v>0.09539528897599553</c:v>
              </c:pt>
              <c:pt idx="2765">
                <c:v>0.09412643621012873</c:v>
              </c:pt>
              <c:pt idx="2766">
                <c:v>0.09781219875928537</c:v>
              </c:pt>
              <c:pt idx="2767">
                <c:v>0.12956745612658482</c:v>
              </c:pt>
              <c:pt idx="2768">
                <c:v>0.6322551998641639</c:v>
              </c:pt>
              <c:pt idx="2769">
                <c:v>0.631544285928945</c:v>
              </c:pt>
              <c:pt idx="2770">
                <c:v>0.2907189092053095</c:v>
              </c:pt>
              <c:pt idx="2771">
                <c:v>4.031434123035629E-07</c:v>
              </c:pt>
              <c:pt idx="2772">
                <c:v>0.036480694993433156</c:v>
              </c:pt>
              <c:pt idx="2773">
                <c:v>0.02672428305769468</c:v>
              </c:pt>
              <c:pt idx="2774">
                <c:v>0.29952490758427147</c:v>
              </c:pt>
              <c:pt idx="2775">
                <c:v>0.16344910533859516</c:v>
              </c:pt>
              <c:pt idx="2776">
                <c:v>-0.07153397247953541</c:v>
              </c:pt>
              <c:pt idx="2777">
                <c:v>0.009539316402336823</c:v>
              </c:pt>
              <c:pt idx="2778">
                <c:v>2.3565887410446656E-07</c:v>
              </c:pt>
              <c:pt idx="2779">
                <c:v>2.3867703442647257E-07</c:v>
              </c:pt>
              <c:pt idx="2780">
                <c:v>0.2623387608791527</c:v>
              </c:pt>
              <c:pt idx="2781">
                <c:v>-0.014632931237982302</c:v>
              </c:pt>
              <c:pt idx="2782">
                <c:v>-0.01934557057711908</c:v>
              </c:pt>
              <c:pt idx="2783">
                <c:v>-0.01979899838873025</c:v>
              </c:pt>
              <c:pt idx="2784">
                <c:v>-0.0007864589375209964</c:v>
              </c:pt>
              <c:pt idx="2785">
                <c:v>-0.018035163779260864</c:v>
              </c:pt>
              <c:pt idx="2786">
                <c:v>-8.054732169658114E-09</c:v>
              </c:pt>
              <c:pt idx="2787">
                <c:v>0.008315991736767215</c:v>
              </c:pt>
              <c:pt idx="2788">
                <c:v>5.92269903502861E-08</c:v>
              </c:pt>
              <c:pt idx="2789">
                <c:v>0.2640361023149119</c:v>
              </c:pt>
              <c:pt idx="2790">
                <c:v>0.04585856421365635</c:v>
              </c:pt>
              <c:pt idx="2791">
                <c:v>0.05717480275698478</c:v>
              </c:pt>
              <c:pt idx="2792">
                <c:v>0.5840274034928288</c:v>
              </c:pt>
              <c:pt idx="2793">
                <c:v>0.5495153065423629</c:v>
              </c:pt>
              <c:pt idx="2794">
                <c:v>0.5503657568835735</c:v>
              </c:pt>
              <c:pt idx="2795">
                <c:v>0.049675965146055205</c:v>
              </c:pt>
              <c:pt idx="2796">
                <c:v>0.04193969317339028</c:v>
              </c:pt>
              <c:pt idx="2797">
                <c:v>0.07991757105018123</c:v>
              </c:pt>
              <c:pt idx="2798">
                <c:v>0.6200772627918855</c:v>
              </c:pt>
              <c:pt idx="2799">
                <c:v>0.6130967056425746</c:v>
              </c:pt>
              <c:pt idx="2800">
                <c:v>0.33931626687785</c:v>
              </c:pt>
              <c:pt idx="2801">
                <c:v>0.1469975574812848</c:v>
              </c:pt>
              <c:pt idx="2802">
                <c:v>0.618131308629988</c:v>
              </c:pt>
              <c:pt idx="2803">
                <c:v>0.6240108804311144</c:v>
              </c:pt>
              <c:pt idx="2804">
                <c:v>0.2516785147750719</c:v>
              </c:pt>
              <c:pt idx="2805">
                <c:v>0.353417491981884</c:v>
              </c:pt>
              <c:pt idx="2806">
                <c:v>0.3551873091337773</c:v>
              </c:pt>
              <c:pt idx="2807">
                <c:v>0.5180246313955524</c:v>
              </c:pt>
              <c:pt idx="2808">
                <c:v>4.4919043384695703E-07</c:v>
              </c:pt>
              <c:pt idx="2809">
                <c:v>0.5193079290217277</c:v>
              </c:pt>
              <c:pt idx="2810">
                <c:v>0.5180251977931934</c:v>
              </c:pt>
              <c:pt idx="2811">
                <c:v>0.5091019734195907</c:v>
              </c:pt>
              <c:pt idx="2812">
                <c:v>0.5299630160600597</c:v>
              </c:pt>
              <c:pt idx="2813">
                <c:v>0.005231410161089616</c:v>
              </c:pt>
              <c:pt idx="2814">
                <c:v>5.2802510546429705E-08</c:v>
              </c:pt>
              <c:pt idx="2815">
                <c:v>0.004871183626560513</c:v>
              </c:pt>
              <c:pt idx="2816">
                <c:v>0.001385034515133692</c:v>
              </c:pt>
              <c:pt idx="2817">
                <c:v>0.4144394385910065</c:v>
              </c:pt>
              <c:pt idx="2818">
                <c:v>0.4847759796372877</c:v>
              </c:pt>
              <c:pt idx="2819">
                <c:v>0.40012869532792966</c:v>
              </c:pt>
              <c:pt idx="2820">
                <c:v>-0.0773465117378779</c:v>
              </c:pt>
              <c:pt idx="2821">
                <c:v>0.34074466606028125</c:v>
              </c:pt>
              <c:pt idx="2822">
                <c:v>0.42174866885316187</c:v>
              </c:pt>
              <c:pt idx="2823">
                <c:v>0.4134656082392155</c:v>
              </c:pt>
              <c:pt idx="2824">
                <c:v>-0.016169004282746494</c:v>
              </c:pt>
              <c:pt idx="2825">
                <c:v>0.6302564209574044</c:v>
              </c:pt>
              <c:pt idx="2826">
                <c:v>0.17292209660098737</c:v>
              </c:pt>
              <c:pt idx="2827">
                <c:v>0.2595661896927584</c:v>
              </c:pt>
              <c:pt idx="2828">
                <c:v>0.4008915760505498</c:v>
              </c:pt>
              <c:pt idx="2829">
                <c:v>-0.0024480150860234726</c:v>
              </c:pt>
              <c:pt idx="2830">
                <c:v>0.5192423093251768</c:v>
              </c:pt>
              <c:pt idx="2831">
                <c:v>0.5245966262891931</c:v>
              </c:pt>
              <c:pt idx="2832">
                <c:v>0.5385534771085809</c:v>
              </c:pt>
              <c:pt idx="2833">
                <c:v>0.08034128954592674</c:v>
              </c:pt>
              <c:pt idx="2834">
                <c:v>0.002171786995574131</c:v>
              </c:pt>
              <c:pt idx="2835">
                <c:v>0.5933176022840378</c:v>
              </c:pt>
              <c:pt idx="2836">
                <c:v>0.5290264417094712</c:v>
              </c:pt>
              <c:pt idx="2837">
                <c:v>0.5332706922908937</c:v>
              </c:pt>
              <c:pt idx="2838">
                <c:v>-0.06916960319202897</c:v>
              </c:pt>
              <c:pt idx="2839">
                <c:v>-0.07045299258370037</c:v>
              </c:pt>
              <c:pt idx="2840">
                <c:v>0.5914237802296087</c:v>
              </c:pt>
              <c:pt idx="2841">
                <c:v>0.5926618609690009</c:v>
              </c:pt>
              <c:pt idx="2842">
                <c:v>0.591836272597019</c:v>
              </c:pt>
              <c:pt idx="2843">
                <c:v>0.5344540289638673</c:v>
              </c:pt>
              <c:pt idx="2844">
                <c:v>-2.0669842136995928E-08</c:v>
              </c:pt>
              <c:pt idx="2845">
                <c:v>0.16820242874366337</c:v>
              </c:pt>
              <c:pt idx="2846">
                <c:v>0.1761308260882354</c:v>
              </c:pt>
              <c:pt idx="2847">
                <c:v>0.23282855846522618</c:v>
              </c:pt>
              <c:pt idx="2848">
                <c:v>0.32971647941196786</c:v>
              </c:pt>
              <c:pt idx="2849">
                <c:v>0.09087049996007922</c:v>
              </c:pt>
              <c:pt idx="2850">
                <c:v>0.025447236144337672</c:v>
              </c:pt>
              <c:pt idx="2851">
                <c:v>-1.7773685740153264E-07</c:v>
              </c:pt>
              <c:pt idx="2852">
                <c:v>0.17433588380036547</c:v>
              </c:pt>
              <c:pt idx="2853">
                <c:v>-0.03577645864524628</c:v>
              </c:pt>
              <c:pt idx="2854">
                <c:v>0.061431009134868236</c:v>
              </c:pt>
              <c:pt idx="2855">
                <c:v>0.1393182045361952</c:v>
              </c:pt>
              <c:pt idx="2856">
                <c:v>0.13043766750362587</c:v>
              </c:pt>
              <c:pt idx="2857">
                <c:v>0.12811574074657323</c:v>
              </c:pt>
              <c:pt idx="2858">
                <c:v>-0.08160669036006202</c:v>
              </c:pt>
              <c:pt idx="2859">
                <c:v>-0.08734950525036865</c:v>
              </c:pt>
              <c:pt idx="2860">
                <c:v>-0.0817075769307471</c:v>
              </c:pt>
              <c:pt idx="2861">
                <c:v>-0.06052686592039919</c:v>
              </c:pt>
              <c:pt idx="2862">
                <c:v>-0.019278379714931803</c:v>
              </c:pt>
              <c:pt idx="2863">
                <c:v>-0.0410145353805222</c:v>
              </c:pt>
              <c:pt idx="2864">
                <c:v>-0.07060340217966905</c:v>
              </c:pt>
              <c:pt idx="2865">
                <c:v>0.00505996625818275</c:v>
              </c:pt>
              <c:pt idx="2866">
                <c:v>0.007574728435805948</c:v>
              </c:pt>
              <c:pt idx="2867">
                <c:v>0.0028391497595975984</c:v>
              </c:pt>
              <c:pt idx="2868">
                <c:v>0.0012546134720988747</c:v>
              </c:pt>
              <c:pt idx="2869">
                <c:v>4.2778512572566933E-05</c:v>
              </c:pt>
              <c:pt idx="2870">
                <c:v>0.5762770615180133</c:v>
              </c:pt>
              <c:pt idx="2871">
                <c:v>0.23934421975454834</c:v>
              </c:pt>
              <c:pt idx="2872">
                <c:v>0.021886843406131052</c:v>
              </c:pt>
              <c:pt idx="2873">
                <c:v>0.3253422779727405</c:v>
              </c:pt>
              <c:pt idx="2874">
                <c:v>0.34661170820431497</c:v>
              </c:pt>
              <c:pt idx="2875">
                <c:v>0.5099271427750423</c:v>
              </c:pt>
              <c:pt idx="2876">
                <c:v>0.14414835333198087</c:v>
              </c:pt>
              <c:pt idx="2877">
                <c:v>0.08411670898439244</c:v>
              </c:pt>
              <c:pt idx="2878">
                <c:v>0.6286676994439744</c:v>
              </c:pt>
              <c:pt idx="2879">
                <c:v>0.5745415567668917</c:v>
              </c:pt>
              <c:pt idx="2880">
                <c:v>0.5895104145787099</c:v>
              </c:pt>
              <c:pt idx="2881">
                <c:v>0.34508665754941814</c:v>
              </c:pt>
              <c:pt idx="2882">
                <c:v>0.33973959856364266</c:v>
              </c:pt>
              <c:pt idx="2883">
                <c:v>0.5942532803192945</c:v>
              </c:pt>
              <c:pt idx="2884">
                <c:v>0.5831867896540842</c:v>
              </c:pt>
              <c:pt idx="2885">
                <c:v>0.580840101201373</c:v>
              </c:pt>
              <c:pt idx="2886">
                <c:v>-0.0026401437947095293</c:v>
              </c:pt>
              <c:pt idx="2887">
                <c:v>2.8085075974343884E-07</c:v>
              </c:pt>
              <c:pt idx="2888">
                <c:v>2.6807023007169444E-07</c:v>
              </c:pt>
              <c:pt idx="2889">
                <c:v>2.6181380279403967E-07</c:v>
              </c:pt>
              <c:pt idx="2890">
                <c:v>2.818316041002507E-07</c:v>
              </c:pt>
              <c:pt idx="2891">
                <c:v>0.31728117774880116</c:v>
              </c:pt>
              <c:pt idx="2892">
                <c:v>0.29771613741569397</c:v>
              </c:pt>
              <c:pt idx="2893">
                <c:v>0.3141503186518222</c:v>
              </c:pt>
              <c:pt idx="2894">
                <c:v>0.31823393279853895</c:v>
              </c:pt>
              <c:pt idx="2895">
                <c:v>0.3111457802269641</c:v>
              </c:pt>
              <c:pt idx="2896">
                <c:v>0.39441748813944294</c:v>
              </c:pt>
              <c:pt idx="2897">
                <c:v>0.4456116152923306</c:v>
              </c:pt>
              <c:pt idx="2898">
                <c:v>0.47182859364071605</c:v>
              </c:pt>
              <c:pt idx="2899">
                <c:v>0.4897789636753638</c:v>
              </c:pt>
              <c:pt idx="2900">
                <c:v>0.4260617432826911</c:v>
              </c:pt>
              <c:pt idx="2901">
                <c:v>0.44195799758792</c:v>
              </c:pt>
              <c:pt idx="2902">
                <c:v>0.4509271689745052</c:v>
              </c:pt>
              <c:pt idx="2903">
                <c:v>0.6083436784412328</c:v>
              </c:pt>
              <c:pt idx="2904">
                <c:v>0.5338572848535886</c:v>
              </c:pt>
              <c:pt idx="2905">
                <c:v>0.5334687024377808</c:v>
              </c:pt>
              <c:pt idx="2906">
                <c:v>0.30481195314374177</c:v>
              </c:pt>
              <c:pt idx="2907">
                <c:v>0.292752018579601</c:v>
              </c:pt>
              <c:pt idx="2908">
                <c:v>0.31565858498615296</c:v>
              </c:pt>
              <c:pt idx="2909">
                <c:v>0.6064240691032692</c:v>
              </c:pt>
              <c:pt idx="2910">
                <c:v>0.5816466885050595</c:v>
              </c:pt>
              <c:pt idx="2911">
                <c:v>-0.061515179377046106</c:v>
              </c:pt>
              <c:pt idx="2912">
                <c:v>0.37248190394898617</c:v>
              </c:pt>
              <c:pt idx="2913">
                <c:v>0.45167303520777413</c:v>
              </c:pt>
              <c:pt idx="2914">
                <c:v>0.4981015503767705</c:v>
              </c:pt>
              <c:pt idx="2915">
                <c:v>0.32932477042235075</c:v>
              </c:pt>
              <c:pt idx="2916">
                <c:v>0.6049640217707725</c:v>
              </c:pt>
              <c:pt idx="2917">
                <c:v>0.27361430503306994</c:v>
              </c:pt>
              <c:pt idx="2918">
                <c:v>0.1213940465860914</c:v>
              </c:pt>
              <c:pt idx="2919">
                <c:v>-0.05794143418506954</c:v>
              </c:pt>
              <c:pt idx="2920">
                <c:v>-0.0008392857140743851</c:v>
              </c:pt>
              <c:pt idx="2921">
                <c:v>0.023860319322929084</c:v>
              </c:pt>
              <c:pt idx="2922">
                <c:v>0.6143163911296424</c:v>
              </c:pt>
              <c:pt idx="2923">
                <c:v>0.025783329513110388</c:v>
              </c:pt>
              <c:pt idx="2924">
                <c:v>0.0911397640308714</c:v>
              </c:pt>
              <c:pt idx="2925">
                <c:v>4.3807520931730405E-07</c:v>
              </c:pt>
              <c:pt idx="2926">
                <c:v>0.3633206062282669</c:v>
              </c:pt>
              <c:pt idx="2927">
                <c:v>-0.050228359794725744</c:v>
              </c:pt>
              <c:pt idx="2928">
                <c:v>0.15273157964292539</c:v>
              </c:pt>
              <c:pt idx="2929">
                <c:v>0.5457643897540397</c:v>
              </c:pt>
              <c:pt idx="2930">
                <c:v>0.5921836053559331</c:v>
              </c:pt>
              <c:pt idx="2931">
                <c:v>0.24876541128128218</c:v>
              </c:pt>
              <c:pt idx="2932">
                <c:v>0.15769811396947359</c:v>
              </c:pt>
              <c:pt idx="2933">
                <c:v>0.19283609989886846</c:v>
              </c:pt>
              <c:pt idx="2934">
                <c:v>0.16342293262126764</c:v>
              </c:pt>
              <c:pt idx="2935">
                <c:v>0.6152258560683728</c:v>
              </c:pt>
              <c:pt idx="2936">
                <c:v>0.6142498781396101</c:v>
              </c:pt>
              <c:pt idx="2937">
                <c:v>2.489323996526219E-07</c:v>
              </c:pt>
              <c:pt idx="2938">
                <c:v>-0.008825641091782337</c:v>
              </c:pt>
              <c:pt idx="2939">
                <c:v>0.1442258352911789</c:v>
              </c:pt>
              <c:pt idx="2940">
                <c:v>0.007738619150951445</c:v>
              </c:pt>
              <c:pt idx="2941">
                <c:v>0.5471847618885655</c:v>
              </c:pt>
              <c:pt idx="2942">
                <c:v>0.02838011057639192</c:v>
              </c:pt>
              <c:pt idx="2943">
                <c:v>0.5709957668556249</c:v>
              </c:pt>
              <c:pt idx="2944">
                <c:v>-0.09509491530852525</c:v>
              </c:pt>
              <c:pt idx="2945">
                <c:v>0.045744128660487</c:v>
              </c:pt>
              <c:pt idx="2946">
                <c:v>0.33996872598958083</c:v>
              </c:pt>
              <c:pt idx="2947">
                <c:v>0.35408168339229107</c:v>
              </c:pt>
              <c:pt idx="2948">
                <c:v>0.32970136900286806</c:v>
              </c:pt>
              <c:pt idx="2949">
                <c:v>0.6131203835782266</c:v>
              </c:pt>
              <c:pt idx="2950">
                <c:v>0.3922162541991447</c:v>
              </c:pt>
              <c:pt idx="2951">
                <c:v>0.4705068049878828</c:v>
              </c:pt>
              <c:pt idx="2952">
                <c:v>0.13271655858134476</c:v>
              </c:pt>
              <c:pt idx="2953">
                <c:v>0.02187875894348768</c:v>
              </c:pt>
              <c:pt idx="2954">
                <c:v>0.023491243806141354</c:v>
              </c:pt>
              <c:pt idx="2955">
                <c:v>0.11240681076866774</c:v>
              </c:pt>
              <c:pt idx="2956">
                <c:v>0.10274361945566024</c:v>
              </c:pt>
              <c:pt idx="2957">
                <c:v>0.16916722691268415</c:v>
              </c:pt>
              <c:pt idx="2958">
                <c:v>0.5236812297631788</c:v>
              </c:pt>
              <c:pt idx="2959">
                <c:v>0.3584257829003858</c:v>
              </c:pt>
              <c:pt idx="2960">
                <c:v>0.35734698784693075</c:v>
              </c:pt>
              <c:pt idx="2961">
                <c:v>0.025686485540677765</c:v>
              </c:pt>
              <c:pt idx="2962">
                <c:v>0.11407049855536773</c:v>
              </c:pt>
              <c:pt idx="2963">
                <c:v>0.5698692928955358</c:v>
              </c:pt>
              <c:pt idx="2964">
                <c:v>0.5823379956923068</c:v>
              </c:pt>
              <c:pt idx="2965">
                <c:v>0.255448771942887</c:v>
              </c:pt>
              <c:pt idx="2966">
                <c:v>0.36789837926934077</c:v>
              </c:pt>
              <c:pt idx="2967">
                <c:v>0.0074458794656730425</c:v>
              </c:pt>
              <c:pt idx="2968">
                <c:v>0.58543340781598</c:v>
              </c:pt>
              <c:pt idx="2969">
                <c:v>0.09053309643262158</c:v>
              </c:pt>
              <c:pt idx="2970">
                <c:v>0.17938540344175397</c:v>
              </c:pt>
              <c:pt idx="2971">
                <c:v>-0.00031414629522572934</c:v>
              </c:pt>
              <c:pt idx="2972">
                <c:v>0.4188891094167864</c:v>
              </c:pt>
              <c:pt idx="2973">
                <c:v>0.30066000928326586</c:v>
              </c:pt>
              <c:pt idx="2974">
                <c:v>0.16409719200381065</c:v>
              </c:pt>
              <c:pt idx="2975">
                <c:v>0.4425244653124332</c:v>
              </c:pt>
              <c:pt idx="2976">
                <c:v>0.05181660685340927</c:v>
              </c:pt>
              <c:pt idx="2977">
                <c:v>0.12213303481607865</c:v>
              </c:pt>
              <c:pt idx="2978">
                <c:v>0.190094514746079</c:v>
              </c:pt>
              <c:pt idx="2979">
                <c:v>0.5733239512734148</c:v>
              </c:pt>
              <c:pt idx="2980">
                <c:v>-0.00080751138498602</c:v>
              </c:pt>
              <c:pt idx="2981">
                <c:v>0.44709344291274145</c:v>
              </c:pt>
              <c:pt idx="2982">
                <c:v>0.17211666110164756</c:v>
              </c:pt>
              <c:pt idx="2983">
                <c:v>0.36683071641063</c:v>
              </c:pt>
              <c:pt idx="2984">
                <c:v>0.5145878574539776</c:v>
              </c:pt>
              <c:pt idx="2985">
                <c:v>0.49449260806153467</c:v>
              </c:pt>
              <c:pt idx="2986">
                <c:v>0.16781846356510863</c:v>
              </c:pt>
              <c:pt idx="2987">
                <c:v>0.047418693780124296</c:v>
              </c:pt>
              <c:pt idx="2988">
                <c:v>0.15416983648899893</c:v>
              </c:pt>
              <c:pt idx="2989">
                <c:v>0.043887842772007274</c:v>
              </c:pt>
              <c:pt idx="2990">
                <c:v>0.036924796185329685</c:v>
              </c:pt>
              <c:pt idx="2991">
                <c:v>0.019556991547638847</c:v>
              </c:pt>
              <c:pt idx="2992">
                <c:v>0.5716406443319485</c:v>
              </c:pt>
              <c:pt idx="2993">
                <c:v>0.16681763282172143</c:v>
              </c:pt>
              <c:pt idx="2994">
                <c:v>0.15465174198111523</c:v>
              </c:pt>
              <c:pt idx="2995">
                <c:v>0.3902574503434451</c:v>
              </c:pt>
              <c:pt idx="2996">
                <c:v>0.28865898167161963</c:v>
              </c:pt>
              <c:pt idx="2997">
                <c:v>0.10355924107449394</c:v>
              </c:pt>
              <c:pt idx="2998">
                <c:v>0.11058571963878441</c:v>
              </c:pt>
              <c:pt idx="2999">
                <c:v>0.10008457119543457</c:v>
              </c:pt>
              <c:pt idx="3000">
                <c:v>0.1314925796109906</c:v>
              </c:pt>
              <c:pt idx="3001">
                <c:v>0.14406803554808512</c:v>
              </c:pt>
              <c:pt idx="3002">
                <c:v>0.0077766346328366</c:v>
              </c:pt>
              <c:pt idx="3003">
                <c:v>0.014604910577488688</c:v>
              </c:pt>
              <c:pt idx="3004">
                <c:v>0.12401623177923518</c:v>
              </c:pt>
              <c:pt idx="3005">
                <c:v>0.10965739259175293</c:v>
              </c:pt>
              <c:pt idx="3006">
                <c:v>0.06265688443905507</c:v>
              </c:pt>
              <c:pt idx="3007">
                <c:v>0.13275294995098488</c:v>
              </c:pt>
              <c:pt idx="3008">
                <c:v>0.094834541042972</c:v>
              </c:pt>
              <c:pt idx="3009">
                <c:v>0.13801693467761206</c:v>
              </c:pt>
              <c:pt idx="3010">
                <c:v>0.14202168943208818</c:v>
              </c:pt>
              <c:pt idx="3011">
                <c:v>0.2649026495011205</c:v>
              </c:pt>
              <c:pt idx="3012">
                <c:v>0.13838784226583076</c:v>
              </c:pt>
              <c:pt idx="3013">
                <c:v>0.10756442631772992</c:v>
              </c:pt>
              <c:pt idx="3014">
                <c:v>0.10577045035503224</c:v>
              </c:pt>
              <c:pt idx="3015">
                <c:v>0.10827826713666475</c:v>
              </c:pt>
              <c:pt idx="3016">
                <c:v>0.23297959185218944</c:v>
              </c:pt>
              <c:pt idx="3017">
                <c:v>0.24834348800245531</c:v>
              </c:pt>
              <c:pt idx="3018">
                <c:v>0.22038644143220293</c:v>
              </c:pt>
              <c:pt idx="3019">
                <c:v>0.2589796757808252</c:v>
              </c:pt>
              <c:pt idx="3020">
                <c:v>0.27673890818622227</c:v>
              </c:pt>
              <c:pt idx="3021">
                <c:v>0.10179104662778655</c:v>
              </c:pt>
              <c:pt idx="3022">
                <c:v>0.02156515552391756</c:v>
              </c:pt>
              <c:pt idx="3023">
                <c:v>0.0998057041403794</c:v>
              </c:pt>
              <c:pt idx="3024">
                <c:v>0.03774750174938787</c:v>
              </c:pt>
              <c:pt idx="3025">
                <c:v>0.16158108360711718</c:v>
              </c:pt>
              <c:pt idx="3026">
                <c:v>0.1590230633424708</c:v>
              </c:pt>
              <c:pt idx="3027">
                <c:v>0.14323342931752753</c:v>
              </c:pt>
              <c:pt idx="3028">
                <c:v>0.1768158695835236</c:v>
              </c:pt>
              <c:pt idx="3029">
                <c:v>6.36194025897407E-07</c:v>
              </c:pt>
              <c:pt idx="3030">
                <c:v>5.874857468999001E-07</c:v>
              </c:pt>
              <c:pt idx="3031">
                <c:v>0.11674753402329319</c:v>
              </c:pt>
              <c:pt idx="3032">
                <c:v>0.13568385668702554</c:v>
              </c:pt>
              <c:pt idx="3033">
                <c:v>0.1822104544462248</c:v>
              </c:pt>
              <c:pt idx="3034">
                <c:v>0.1056838555801532</c:v>
              </c:pt>
              <c:pt idx="3035">
                <c:v>0.056543025450416534</c:v>
              </c:pt>
              <c:pt idx="3036">
                <c:v>2.6277487849184337E-07</c:v>
              </c:pt>
              <c:pt idx="3037">
                <c:v>0.025493989091189447</c:v>
              </c:pt>
              <c:pt idx="3038">
                <c:v>0.28251070093665726</c:v>
              </c:pt>
              <c:pt idx="3039">
                <c:v>0.2876728947515722</c:v>
              </c:pt>
              <c:pt idx="3040">
                <c:v>0.28362256637070205</c:v>
              </c:pt>
              <c:pt idx="3041">
                <c:v>0.08711341359583336</c:v>
              </c:pt>
              <c:pt idx="3042">
                <c:v>0.18718432378215774</c:v>
              </c:pt>
              <c:pt idx="3043">
                <c:v>0.10310279858079197</c:v>
              </c:pt>
              <c:pt idx="3044">
                <c:v>0.44782305441257764</c:v>
              </c:pt>
              <c:pt idx="3045">
                <c:v>0.46719333480952274</c:v>
              </c:pt>
              <c:pt idx="3046">
                <c:v>0.4441707254475934</c:v>
              </c:pt>
              <c:pt idx="3047">
                <c:v>0.11335932996448062</c:v>
              </c:pt>
              <c:pt idx="3048">
                <c:v>0.42430395099348195</c:v>
              </c:pt>
              <c:pt idx="3049">
                <c:v>0.4659465157580086</c:v>
              </c:pt>
              <c:pt idx="3050">
                <c:v>0.4329616437733225</c:v>
              </c:pt>
              <c:pt idx="3051">
                <c:v>2.3475031648819278E-07</c:v>
              </c:pt>
              <c:pt idx="3052">
                <c:v>0.014783007309457957</c:v>
              </c:pt>
              <c:pt idx="3053">
                <c:v>2.50641449274101E-07</c:v>
              </c:pt>
              <c:pt idx="3054">
                <c:v>0.34123259180872684</c:v>
              </c:pt>
              <c:pt idx="3055">
                <c:v>0.22593229637972345</c:v>
              </c:pt>
              <c:pt idx="3056">
                <c:v>0.23902714687232754</c:v>
              </c:pt>
              <c:pt idx="3057">
                <c:v>0.25091395458951027</c:v>
              </c:pt>
              <c:pt idx="3058">
                <c:v>0.288574299233719</c:v>
              </c:pt>
              <c:pt idx="3059">
                <c:v>0.2293412437625995</c:v>
              </c:pt>
              <c:pt idx="3060">
                <c:v>0.2542819243477594</c:v>
              </c:pt>
              <c:pt idx="3061">
                <c:v>0.23508210279300923</c:v>
              </c:pt>
              <c:pt idx="3062">
                <c:v>0.28291222604734256</c:v>
              </c:pt>
              <c:pt idx="3063">
                <c:v>0.22988264621881954</c:v>
              </c:pt>
              <c:pt idx="3064">
                <c:v>0.22916848413064775</c:v>
              </c:pt>
              <c:pt idx="3065">
                <c:v>0.22925960707682727</c:v>
              </c:pt>
              <c:pt idx="3066">
                <c:v>0.04638872545664653</c:v>
              </c:pt>
              <c:pt idx="3067">
                <c:v>5.083025414824235E-07</c:v>
              </c:pt>
              <c:pt idx="3068">
                <c:v>0.06404548326202804</c:v>
              </c:pt>
              <c:pt idx="3069">
                <c:v>0.022668327284370383</c:v>
              </c:pt>
              <c:pt idx="3070">
                <c:v>0.08572240399703532</c:v>
              </c:pt>
              <c:pt idx="3071">
                <c:v>0.13056807036547177</c:v>
              </c:pt>
              <c:pt idx="3072">
                <c:v>0.16907920080084823</c:v>
              </c:pt>
              <c:pt idx="3073">
                <c:v>0.4665900928279599</c:v>
              </c:pt>
              <c:pt idx="3074">
                <c:v>0.4238684450150825</c:v>
              </c:pt>
              <c:pt idx="3075">
                <c:v>0.42416352000960045</c:v>
              </c:pt>
              <c:pt idx="3076">
                <c:v>2.0116530067640257E-07</c:v>
              </c:pt>
              <c:pt idx="3077">
                <c:v>0.0016557247555331566</c:v>
              </c:pt>
              <c:pt idx="3078">
                <c:v>0.4763905320509694</c:v>
              </c:pt>
              <c:pt idx="3079">
                <c:v>0.4891524966242763</c:v>
              </c:pt>
              <c:pt idx="3080">
                <c:v>0.2446258480998698</c:v>
              </c:pt>
              <c:pt idx="3081">
                <c:v>0.2646244194046026</c:v>
              </c:pt>
              <c:pt idx="3082">
                <c:v>0.24601484667301005</c:v>
              </c:pt>
              <c:pt idx="3083">
                <c:v>0.36355358965485285</c:v>
              </c:pt>
              <c:pt idx="3084">
                <c:v>0.3401547851918291</c:v>
              </c:pt>
              <c:pt idx="3085">
                <c:v>0.3620270758046278</c:v>
              </c:pt>
              <c:pt idx="3086">
                <c:v>0.33487860201580727</c:v>
              </c:pt>
              <c:pt idx="3087">
                <c:v>0.3915151443126885</c:v>
              </c:pt>
              <c:pt idx="3088">
                <c:v>0.4010614539252957</c:v>
              </c:pt>
              <c:pt idx="3089">
                <c:v>0.46120469148762827</c:v>
              </c:pt>
              <c:pt idx="3090">
                <c:v>0.09336079200985334</c:v>
              </c:pt>
              <c:pt idx="3091">
                <c:v>0.3274716543755729</c:v>
              </c:pt>
              <c:pt idx="3092">
                <c:v>0.324259107648311</c:v>
              </c:pt>
              <c:pt idx="3093">
                <c:v>0.3337826669066188</c:v>
              </c:pt>
              <c:pt idx="3094">
                <c:v>0.5134573477893125</c:v>
              </c:pt>
              <c:pt idx="3095">
                <c:v>0.4822920843544104</c:v>
              </c:pt>
              <c:pt idx="3096">
                <c:v>0.4996309054000606</c:v>
              </c:pt>
              <c:pt idx="3097">
                <c:v>0.12726869917039943</c:v>
              </c:pt>
              <c:pt idx="3098">
                <c:v>0.4083993077322935</c:v>
              </c:pt>
              <c:pt idx="3099">
                <c:v>0.40557806914394234</c:v>
              </c:pt>
              <c:pt idx="3100">
                <c:v>0.4486550991372215</c:v>
              </c:pt>
              <c:pt idx="3101">
                <c:v>0.47380544078903336</c:v>
              </c:pt>
              <c:pt idx="3102">
                <c:v>0.18064179740651645</c:v>
              </c:pt>
              <c:pt idx="3103">
                <c:v>0.162870150127217</c:v>
              </c:pt>
              <c:pt idx="3104">
                <c:v>0.47749112300175084</c:v>
              </c:pt>
              <c:pt idx="3105">
                <c:v>0.0473794838906632</c:v>
              </c:pt>
              <c:pt idx="3106">
                <c:v>0.4764097156652968</c:v>
              </c:pt>
              <c:pt idx="3107">
                <c:v>0.47938472937440585</c:v>
              </c:pt>
              <c:pt idx="3108">
                <c:v>0.0961477112581521</c:v>
              </c:pt>
              <c:pt idx="3109">
                <c:v>0.12108065597865299</c:v>
              </c:pt>
              <c:pt idx="3110">
                <c:v>0.5012041377271932</c:v>
              </c:pt>
              <c:pt idx="3111">
                <c:v>0.4298912664702703</c:v>
              </c:pt>
              <c:pt idx="3112">
                <c:v>0.4660522294498727</c:v>
              </c:pt>
              <c:pt idx="3113">
                <c:v>3.6616040178891814E-07</c:v>
              </c:pt>
              <c:pt idx="3114">
                <c:v>0.024914712188761432</c:v>
              </c:pt>
              <c:pt idx="3115">
                <c:v>4.4682267139162613E-07</c:v>
              </c:pt>
              <c:pt idx="3116">
                <c:v>0.0027472409133216585</c:v>
              </c:pt>
              <c:pt idx="3117">
                <c:v>4.370453007372872E-07</c:v>
              </c:pt>
              <c:pt idx="3118">
                <c:v>0.07072200744802447</c:v>
              </c:pt>
              <c:pt idx="3119">
                <c:v>0.12828622297297698</c:v>
              </c:pt>
              <c:pt idx="3120">
                <c:v>0.09533811752136037</c:v>
              </c:pt>
              <c:pt idx="3121">
                <c:v>0.008933606971081415</c:v>
              </c:pt>
              <c:pt idx="3122">
                <c:v>0.17776247338417464</c:v>
              </c:pt>
              <c:pt idx="3123">
                <c:v>5.662631842359623E-07</c:v>
              </c:pt>
              <c:pt idx="3124">
                <c:v>0.29545589015928686</c:v>
              </c:pt>
              <c:pt idx="3125">
                <c:v>0.2929259062241123</c:v>
              </c:pt>
              <c:pt idx="3126">
                <c:v>0.21022727446937586</c:v>
              </c:pt>
              <c:pt idx="3127">
                <c:v>0.19617055354409232</c:v>
              </c:pt>
              <c:pt idx="3128">
                <c:v>0.4149528462091132</c:v>
              </c:pt>
              <c:pt idx="3129">
                <c:v>0.4214457155333641</c:v>
              </c:pt>
              <c:pt idx="3130">
                <c:v>0.40178695567519346</c:v>
              </c:pt>
              <c:pt idx="3131">
                <c:v>0.0022423949568423996</c:v>
              </c:pt>
              <c:pt idx="3132">
                <c:v>0.20514583988063767</c:v>
              </c:pt>
              <c:pt idx="3133">
                <c:v>0.21804124895661284</c:v>
              </c:pt>
              <c:pt idx="3134">
                <c:v>0.17630208388217627</c:v>
              </c:pt>
              <c:pt idx="3135">
                <c:v>0.26746728044707363</c:v>
              </c:pt>
              <c:pt idx="3136">
                <c:v>0.27044632317053857</c:v>
              </c:pt>
              <c:pt idx="3137">
                <c:v>0.3081891256382337</c:v>
              </c:pt>
              <c:pt idx="3138">
                <c:v>0.03014426057653876</c:v>
              </c:pt>
              <c:pt idx="3139">
                <c:v>4.2472686028043965E-07</c:v>
              </c:pt>
              <c:pt idx="3140">
                <c:v>0.05748756418799458</c:v>
              </c:pt>
              <c:pt idx="3141">
                <c:v>0.19357169404684182</c:v>
              </c:pt>
              <c:pt idx="3142">
                <c:v>0.5372229752599977</c:v>
              </c:pt>
              <c:pt idx="3143">
                <c:v>0.5428006899460434</c:v>
              </c:pt>
              <c:pt idx="3144">
                <c:v>0.504898223083686</c:v>
              </c:pt>
              <c:pt idx="3145">
                <c:v>0.2798882202770653</c:v>
              </c:pt>
              <c:pt idx="3146">
                <c:v>2.5758163788118597E-07</c:v>
              </c:pt>
              <c:pt idx="3147">
                <c:v>0.001458088374118574</c:v>
              </c:pt>
              <c:pt idx="3148">
                <c:v>0.5346513072445718</c:v>
              </c:pt>
              <c:pt idx="3149">
                <c:v>0.5337961852116918</c:v>
              </c:pt>
              <c:pt idx="3150">
                <c:v>0.549095350749949</c:v>
              </c:pt>
              <c:pt idx="3151">
                <c:v>0.3458068589848798</c:v>
              </c:pt>
              <c:pt idx="3152">
                <c:v>0.4029986543280366</c:v>
              </c:pt>
              <c:pt idx="3153">
                <c:v>0.39776229328255625</c:v>
              </c:pt>
              <c:pt idx="3154">
                <c:v>0.07360455965745757</c:v>
              </c:pt>
              <c:pt idx="3155">
                <c:v>0.4735030296311853</c:v>
              </c:pt>
              <c:pt idx="3156">
                <c:v>0.4713752870130445</c:v>
              </c:pt>
              <c:pt idx="3157">
                <c:v>0.03862225681062412</c:v>
              </c:pt>
              <c:pt idx="3158">
                <c:v>0.041310636993841784</c:v>
              </c:pt>
              <c:pt idx="3159">
                <c:v>0.035743966559995524</c:v>
              </c:pt>
              <c:pt idx="3160">
                <c:v>0.4319237073830095</c:v>
              </c:pt>
              <c:pt idx="3161">
                <c:v>0.17214320443834757</c:v>
              </c:pt>
              <c:pt idx="3162">
                <c:v>0.16967470157631967</c:v>
              </c:pt>
              <c:pt idx="3163">
                <c:v>0.35749221298172407</c:v>
              </c:pt>
              <c:pt idx="3164">
                <c:v>0.3991209963870975</c:v>
              </c:pt>
              <c:pt idx="3165">
                <c:v>0.013798177402712726</c:v>
              </c:pt>
              <c:pt idx="3166">
                <c:v>1.668518574616436E-07</c:v>
              </c:pt>
              <c:pt idx="3167">
                <c:v>1.4605715425510554E-07</c:v>
              </c:pt>
              <c:pt idx="3168">
                <c:v>0.17327178775140928</c:v>
              </c:pt>
              <c:pt idx="3169">
                <c:v>0.09725512889373278</c:v>
              </c:pt>
              <c:pt idx="3170">
                <c:v>0.1577810726767912</c:v>
              </c:pt>
              <c:pt idx="3171">
                <c:v>0.2241036074767488</c:v>
              </c:pt>
              <c:pt idx="3172">
                <c:v>0.27791726979689074</c:v>
              </c:pt>
              <c:pt idx="3173">
                <c:v>0.2598282693372347</c:v>
              </c:pt>
              <c:pt idx="3174">
                <c:v>0.43562304940733587</c:v>
              </c:pt>
              <c:pt idx="3175">
                <c:v>0.21523520069447621</c:v>
              </c:pt>
              <c:pt idx="3176">
                <c:v>0.4732595020838837</c:v>
              </c:pt>
              <c:pt idx="3177">
                <c:v>6.784917824264072E-07</c:v>
              </c:pt>
              <c:pt idx="3178">
                <c:v>6.577766545588649E-07</c:v>
              </c:pt>
              <c:pt idx="3179">
                <c:v>6.949187930857274E-07</c:v>
              </c:pt>
              <c:pt idx="3180">
                <c:v>6.622256767146258E-07</c:v>
              </c:pt>
              <c:pt idx="3181">
                <c:v>6.739591342612483E-07</c:v>
              </c:pt>
              <c:pt idx="3182">
                <c:v>0.5386461719827127</c:v>
              </c:pt>
              <c:pt idx="3183">
                <c:v>0.0786962003129529</c:v>
              </c:pt>
              <c:pt idx="3184">
                <c:v>0.5383669772610113</c:v>
              </c:pt>
              <c:pt idx="3185">
                <c:v>-4.525980157035465E-09</c:v>
              </c:pt>
              <c:pt idx="3186">
                <c:v>0.003847160056335998</c:v>
              </c:pt>
              <c:pt idx="3187">
                <c:v>4.425841811260155E-08</c:v>
              </c:pt>
              <c:pt idx="3188">
                <c:v>0.07049842429938326</c:v>
              </c:pt>
              <c:pt idx="3189">
                <c:v>0.14294021487900466</c:v>
              </c:pt>
              <c:pt idx="3190">
                <c:v>0.4127126819528872</c:v>
              </c:pt>
              <c:pt idx="3191">
                <c:v>0.2558514197323798</c:v>
              </c:pt>
              <c:pt idx="3192">
                <c:v>0.2560939578652327</c:v>
              </c:pt>
              <c:pt idx="3193">
                <c:v>0.24969245084764446</c:v>
              </c:pt>
              <c:pt idx="3194">
                <c:v>0.2595816841093037</c:v>
              </c:pt>
              <c:pt idx="3195">
                <c:v>0.4031401245709333</c:v>
              </c:pt>
              <c:pt idx="3196">
                <c:v>0.4009023294398769</c:v>
              </c:pt>
              <c:pt idx="3197">
                <c:v>0.39953549658239906</c:v>
              </c:pt>
              <c:pt idx="3198">
                <c:v>0.33560243065934786</c:v>
              </c:pt>
              <c:pt idx="3199">
                <c:v>0.23390478560829542</c:v>
              </c:pt>
              <c:pt idx="3200">
                <c:v>0.3040259081397805</c:v>
              </c:pt>
              <c:pt idx="3201">
                <c:v>0.3233169920465726</c:v>
              </c:pt>
              <c:pt idx="3202">
                <c:v>0.45558406232004967</c:v>
              </c:pt>
              <c:pt idx="3203">
                <c:v>0.2093304159048753</c:v>
              </c:pt>
              <c:pt idx="3204">
                <c:v>0.5348344755871455</c:v>
              </c:pt>
              <c:pt idx="3205">
                <c:v>0.29264474786139255</c:v>
              </c:pt>
              <c:pt idx="3206">
                <c:v>0.28271565983758795</c:v>
              </c:pt>
              <c:pt idx="3207">
                <c:v>0.2840429235589762</c:v>
              </c:pt>
              <c:pt idx="3208">
                <c:v>0.4119952769232426</c:v>
              </c:pt>
              <c:pt idx="3209">
                <c:v>0.3349298706345004</c:v>
              </c:pt>
              <c:pt idx="3210">
                <c:v>0.3314703008565019</c:v>
              </c:pt>
              <c:pt idx="3211">
                <c:v>0.3528650668754488</c:v>
              </c:pt>
              <c:pt idx="3212">
                <c:v>0.32423876783798</c:v>
              </c:pt>
              <c:pt idx="3213">
                <c:v>0.3101192991652109</c:v>
              </c:pt>
              <c:pt idx="3214">
                <c:v>0.26495845903290804</c:v>
              </c:pt>
              <c:pt idx="3215">
                <c:v>0.07687324681577822</c:v>
              </c:pt>
              <c:pt idx="3216">
                <c:v>0.042988431609829715</c:v>
              </c:pt>
              <c:pt idx="3217">
                <c:v>0.061407408379949735</c:v>
              </c:pt>
              <c:pt idx="3218">
                <c:v>0.024247521931174826</c:v>
              </c:pt>
              <c:pt idx="3219">
                <c:v>6.814023590696542E-07</c:v>
              </c:pt>
              <c:pt idx="3220">
                <c:v>0.4238761537672403</c:v>
              </c:pt>
              <c:pt idx="3221">
                <c:v>0.00835925580100616</c:v>
              </c:pt>
              <c:pt idx="3222">
                <c:v>2.2518303964711845E-07</c:v>
              </c:pt>
              <c:pt idx="3223">
                <c:v>0.012291928940137808</c:v>
              </c:pt>
              <c:pt idx="3224">
                <c:v>0.41126355604913334</c:v>
              </c:pt>
              <c:pt idx="3225">
                <c:v>0.31760366222789793</c:v>
              </c:pt>
              <c:pt idx="3226">
                <c:v>0.38574434295536475</c:v>
              </c:pt>
              <c:pt idx="3227">
                <c:v>0.53749149244491</c:v>
              </c:pt>
              <c:pt idx="3228">
                <c:v>2.3454109450057173E-07</c:v>
              </c:pt>
              <c:pt idx="3229">
                <c:v>0.30206387337337304</c:v>
              </c:pt>
              <c:pt idx="3230">
                <c:v>0.39754758649477734</c:v>
              </c:pt>
              <c:pt idx="3231">
                <c:v>0.41820226027423385</c:v>
              </c:pt>
              <c:pt idx="3232">
                <c:v>0.22087724124048735</c:v>
              </c:pt>
              <c:pt idx="3233">
                <c:v>0.22967475381715308</c:v>
              </c:pt>
              <c:pt idx="3234">
                <c:v>0.2669536314371724</c:v>
              </c:pt>
              <c:pt idx="3235">
                <c:v>0.3233340661032821</c:v>
              </c:pt>
              <c:pt idx="3236">
                <c:v>0.35534726231868885</c:v>
              </c:pt>
              <c:pt idx="3237">
                <c:v>0.34127175735342585</c:v>
              </c:pt>
              <c:pt idx="3238">
                <c:v>0.10629484453974572</c:v>
              </c:pt>
              <c:pt idx="3239">
                <c:v>0.09638734354180027</c:v>
              </c:pt>
              <c:pt idx="3240">
                <c:v>0.18830390858339027</c:v>
              </c:pt>
              <c:pt idx="3241">
                <c:v>0.19459942605033348</c:v>
              </c:pt>
              <c:pt idx="3242">
                <c:v>0.1823095736683444</c:v>
              </c:pt>
              <c:pt idx="3243">
                <c:v>0.18128970889688384</c:v>
              </c:pt>
              <c:pt idx="3244">
                <c:v>0.19770637507880803</c:v>
              </c:pt>
              <c:pt idx="3245">
                <c:v>0.1975410819245005</c:v>
              </c:pt>
              <c:pt idx="3246">
                <c:v>0.3109257139543119</c:v>
              </c:pt>
              <c:pt idx="3247">
                <c:v>0.32760339690454</c:v>
              </c:pt>
              <c:pt idx="3248">
                <c:v>0.10835236107297777</c:v>
              </c:pt>
              <c:pt idx="3249">
                <c:v>0.2563336106411449</c:v>
              </c:pt>
              <c:pt idx="3250">
                <c:v>0.3720767451770492</c:v>
              </c:pt>
              <c:pt idx="3251">
                <c:v>0.3862844979345482</c:v>
              </c:pt>
              <c:pt idx="3252">
                <c:v>0.35297031816632973</c:v>
              </c:pt>
              <c:pt idx="3253">
                <c:v>0.3848879728474708</c:v>
              </c:pt>
              <c:pt idx="3254">
                <c:v>0.3972867229065384</c:v>
              </c:pt>
              <c:pt idx="3255">
                <c:v>0.2927507980805736</c:v>
              </c:pt>
              <c:pt idx="3256">
                <c:v>0.31046172972090447</c:v>
              </c:pt>
              <c:pt idx="3257">
                <c:v>0.3819828061997782</c:v>
              </c:pt>
              <c:pt idx="3258">
                <c:v>0.366242019896602</c:v>
              </c:pt>
              <c:pt idx="3259">
                <c:v>0.1782279996621046</c:v>
              </c:pt>
              <c:pt idx="3260">
                <c:v>0.11636255070615188</c:v>
              </c:pt>
              <c:pt idx="3261">
                <c:v>0.14774487833912647</c:v>
              </c:pt>
              <c:pt idx="3262">
                <c:v>0.14546213171449052</c:v>
              </c:pt>
              <c:pt idx="3263">
                <c:v>0.10631629375760646</c:v>
              </c:pt>
              <c:pt idx="3264">
                <c:v>0.15504425897847166</c:v>
              </c:pt>
              <c:pt idx="3265">
                <c:v>0.5521720592999619</c:v>
              </c:pt>
              <c:pt idx="3266">
                <c:v>0.561254828492803</c:v>
              </c:pt>
              <c:pt idx="3267">
                <c:v>0.4753324404797527</c:v>
              </c:pt>
              <c:pt idx="3268">
                <c:v>0.5148260480236325</c:v>
              </c:pt>
              <c:pt idx="3269">
                <c:v>0.5135862600256449</c:v>
              </c:pt>
              <c:pt idx="3270">
                <c:v>0.26743939681181317</c:v>
              </c:pt>
              <c:pt idx="3271">
                <c:v>0.29779189148450874</c:v>
              </c:pt>
              <c:pt idx="3272">
                <c:v>0.2838098752806442</c:v>
              </c:pt>
              <c:pt idx="3273">
                <c:v>0.2739183340276678</c:v>
              </c:pt>
              <c:pt idx="3274">
                <c:v>6.950322830470401E-07</c:v>
              </c:pt>
              <c:pt idx="3275">
                <c:v>0.27623042638710843</c:v>
              </c:pt>
              <c:pt idx="3276">
                <c:v>0.16881340069498782</c:v>
              </c:pt>
              <c:pt idx="3277">
                <c:v>0.09701636856477036</c:v>
              </c:pt>
              <c:pt idx="3278">
                <c:v>0.09470021891147687</c:v>
              </c:pt>
              <c:pt idx="3279">
                <c:v>0.11979359390338834</c:v>
              </c:pt>
              <c:pt idx="3280">
                <c:v>0.15901610490615298</c:v>
              </c:pt>
              <c:pt idx="3281">
                <c:v>0.24925926692429679</c:v>
              </c:pt>
              <c:pt idx="3282">
                <c:v>0.2155550537363252</c:v>
              </c:pt>
              <c:pt idx="3283">
                <c:v>0.10283150578788301</c:v>
              </c:pt>
              <c:pt idx="3284">
                <c:v>0.10481420002127875</c:v>
              </c:pt>
              <c:pt idx="3285">
                <c:v>0.11618371921234626</c:v>
              </c:pt>
              <c:pt idx="3286">
                <c:v>0.14032158904301556</c:v>
              </c:pt>
              <c:pt idx="3287">
                <c:v>0.43441393764550623</c:v>
              </c:pt>
              <c:pt idx="3288">
                <c:v>0.45418660287292456</c:v>
              </c:pt>
              <c:pt idx="3289">
                <c:v>0.44856483029277944</c:v>
              </c:pt>
              <c:pt idx="3290">
                <c:v>0.47419882043992045</c:v>
              </c:pt>
              <c:pt idx="3291">
                <c:v>0.395900069163236</c:v>
              </c:pt>
              <c:pt idx="3292">
                <c:v>0.046496970876428165</c:v>
              </c:pt>
              <c:pt idx="3293">
                <c:v>0.08699335899565418</c:v>
              </c:pt>
              <c:pt idx="3294">
                <c:v>0.11850763889949109</c:v>
              </c:pt>
              <c:pt idx="3295">
                <c:v>0.1356839734145213</c:v>
              </c:pt>
              <c:pt idx="3296">
                <c:v>0.04695699593067182</c:v>
              </c:pt>
              <c:pt idx="3297">
                <c:v>0.2541631767282625</c:v>
              </c:pt>
              <c:pt idx="3298">
                <c:v>0.2830474127598354</c:v>
              </c:pt>
              <c:pt idx="3299">
                <c:v>3.0117173246419213E-07</c:v>
              </c:pt>
              <c:pt idx="3300">
                <c:v>0.3024991351485159</c:v>
              </c:pt>
              <c:pt idx="3301">
                <c:v>0.24166838873893223</c:v>
              </c:pt>
              <c:pt idx="3302">
                <c:v>5.422925155065533E-07</c:v>
              </c:pt>
              <c:pt idx="3303">
                <c:v>0.017165171220970596</c:v>
              </c:pt>
              <c:pt idx="3304">
                <c:v>4.699328467270911E-07</c:v>
              </c:pt>
              <c:pt idx="3305">
                <c:v>0.2650579257851043</c:v>
              </c:pt>
              <c:pt idx="3306">
                <c:v>0.40192903971801275</c:v>
              </c:pt>
              <c:pt idx="3307">
                <c:v>0.44742952665951496</c:v>
              </c:pt>
              <c:pt idx="3308">
                <c:v>0.11678331553938129</c:v>
              </c:pt>
              <c:pt idx="3309">
                <c:v>0.01775434418743752</c:v>
              </c:pt>
              <c:pt idx="3310">
                <c:v>6.23779382484064E-07</c:v>
              </c:pt>
              <c:pt idx="3311">
                <c:v>4.7669864119916203E-07</c:v>
              </c:pt>
              <c:pt idx="3312">
                <c:v>0.28930253039000386</c:v>
              </c:pt>
              <c:pt idx="3313">
                <c:v>0.3200139425774008</c:v>
              </c:pt>
              <c:pt idx="3314">
                <c:v>0.32007707489744863</c:v>
              </c:pt>
              <c:pt idx="3315">
                <c:v>0.3147633220002502</c:v>
              </c:pt>
              <c:pt idx="3316">
                <c:v>0.1028791360583089</c:v>
              </c:pt>
              <c:pt idx="3317">
                <c:v>0.11474256761840354</c:v>
              </c:pt>
              <c:pt idx="3318">
                <c:v>0.11187964402896647</c:v>
              </c:pt>
              <c:pt idx="3319">
                <c:v>0.4020576401276934</c:v>
              </c:pt>
              <c:pt idx="3320">
                <c:v>0.4036447591135227</c:v>
              </c:pt>
              <c:pt idx="3321">
                <c:v>0.19020573548050226</c:v>
              </c:pt>
              <c:pt idx="3322">
                <c:v>0.16458903718607706</c:v>
              </c:pt>
              <c:pt idx="3323">
                <c:v>0.1316907944652988</c:v>
              </c:pt>
              <c:pt idx="3324">
                <c:v>0.4041110086847782</c:v>
              </c:pt>
              <c:pt idx="3325">
                <c:v>0.35425589336542296</c:v>
              </c:pt>
              <c:pt idx="3326">
                <c:v>0.55647428031889</c:v>
              </c:pt>
              <c:pt idx="3327">
                <c:v>0.3706784670735206</c:v>
              </c:pt>
              <c:pt idx="3328">
                <c:v>0.2887146389080161</c:v>
              </c:pt>
              <c:pt idx="3329">
                <c:v>0.2997975265630031</c:v>
              </c:pt>
              <c:pt idx="3330">
                <c:v>0.5248203062110883</c:v>
              </c:pt>
              <c:pt idx="3331">
                <c:v>0.3928726377819145</c:v>
              </c:pt>
              <c:pt idx="3332">
                <c:v>0.08730203664004833</c:v>
              </c:pt>
              <c:pt idx="3333">
                <c:v>0.057831712905709806</c:v>
              </c:pt>
              <c:pt idx="3334">
                <c:v>0.08865966724584336</c:v>
              </c:pt>
              <c:pt idx="3335">
                <c:v>0.40700672189269776</c:v>
              </c:pt>
              <c:pt idx="3336">
                <c:v>0.4054083604302094</c:v>
              </c:pt>
              <c:pt idx="3337">
                <c:v>0.40540111606248974</c:v>
              </c:pt>
              <c:pt idx="3338">
                <c:v>0.2915308448779054</c:v>
              </c:pt>
              <c:pt idx="3339">
                <c:v>0.40501881467510875</c:v>
              </c:pt>
              <c:pt idx="3340">
                <c:v>0.428308820347582</c:v>
              </c:pt>
              <c:pt idx="3341">
                <c:v>0.42054907800448094</c:v>
              </c:pt>
              <c:pt idx="3342">
                <c:v>0.3096347171504185</c:v>
              </c:pt>
              <c:pt idx="3343">
                <c:v>0.27954251537206687</c:v>
              </c:pt>
              <c:pt idx="3344">
                <c:v>0.2654191258332411</c:v>
              </c:pt>
              <c:pt idx="3345">
                <c:v>0.3149219702824791</c:v>
              </c:pt>
              <c:pt idx="3346">
                <c:v>0.49721634901912914</c:v>
              </c:pt>
              <c:pt idx="3347">
                <c:v>0.4906188045439016</c:v>
              </c:pt>
              <c:pt idx="3348">
                <c:v>0.49818792563943093</c:v>
              </c:pt>
              <c:pt idx="3349">
                <c:v>0.42412685611759376</c:v>
              </c:pt>
              <c:pt idx="3350">
                <c:v>0.4231127904345001</c:v>
              </c:pt>
              <c:pt idx="3351">
                <c:v>0.4783433054682928</c:v>
              </c:pt>
              <c:pt idx="3352">
                <c:v>0.2625986969549296</c:v>
              </c:pt>
              <c:pt idx="3353">
                <c:v>0.22189728444226034</c:v>
              </c:pt>
              <c:pt idx="3354">
                <c:v>0.2098851117312116</c:v>
              </c:pt>
              <c:pt idx="3355">
                <c:v>0.4993601311132787</c:v>
              </c:pt>
              <c:pt idx="3356">
                <c:v>0.4064928925818104</c:v>
              </c:pt>
              <c:pt idx="3357">
                <c:v>0.4042520196360876</c:v>
              </c:pt>
              <c:pt idx="3358">
                <c:v>0.03678318181096035</c:v>
              </c:pt>
              <c:pt idx="3359">
                <c:v>3.5934458971512457E-07</c:v>
              </c:pt>
              <c:pt idx="3360">
                <c:v>0.04195609321358042</c:v>
              </c:pt>
              <c:pt idx="3361">
                <c:v>2.7674580954402473E-07</c:v>
              </c:pt>
              <c:pt idx="3362">
                <c:v>0.402928594534318</c:v>
              </c:pt>
              <c:pt idx="3363">
                <c:v>0.41820430829323973</c:v>
              </c:pt>
              <c:pt idx="3364">
                <c:v>0.3624991968763917</c:v>
              </c:pt>
              <c:pt idx="3365">
                <c:v>0.35046392532239956</c:v>
              </c:pt>
              <c:pt idx="3366">
                <c:v>0.3151006771754864</c:v>
              </c:pt>
              <c:pt idx="3367">
                <c:v>0.13794736465007965</c:v>
              </c:pt>
              <c:pt idx="3368">
                <c:v>0.05062141085251216</c:v>
              </c:pt>
              <c:pt idx="3369">
                <c:v>0.23693448521102228</c:v>
              </c:pt>
              <c:pt idx="3370">
                <c:v>0.5148475640769237</c:v>
              </c:pt>
              <c:pt idx="3371">
                <c:v>0.51782909754827</c:v>
              </c:pt>
              <c:pt idx="3372">
                <c:v>0.32722317637601595</c:v>
              </c:pt>
              <c:pt idx="3373">
                <c:v>0.37053266104632143</c:v>
              </c:pt>
              <c:pt idx="3374">
                <c:v>0.33630792111719965</c:v>
              </c:pt>
              <c:pt idx="3375">
                <c:v>0.40127974552927187</c:v>
              </c:pt>
              <c:pt idx="3376">
                <c:v>0.4049391617401985</c:v>
              </c:pt>
              <c:pt idx="3377">
                <c:v>0.38083277465993404</c:v>
              </c:pt>
              <c:pt idx="3378">
                <c:v>0.4260025217500107</c:v>
              </c:pt>
              <c:pt idx="3379">
                <c:v>0.42538507813019827</c:v>
              </c:pt>
              <c:pt idx="3380">
                <c:v>0.45945755680726974</c:v>
              </c:pt>
              <c:pt idx="3381">
                <c:v>0.4278802831639262</c:v>
              </c:pt>
              <c:pt idx="3382">
                <c:v>0.30400727553527007</c:v>
              </c:pt>
              <c:pt idx="3383">
                <c:v>0.47247585277496607</c:v>
              </c:pt>
              <c:pt idx="3384">
                <c:v>0.16972164403205897</c:v>
              </c:pt>
              <c:pt idx="3385">
                <c:v>0.17096873987316205</c:v>
              </c:pt>
              <c:pt idx="3386">
                <c:v>0.35055855889958787</c:v>
              </c:pt>
              <c:pt idx="3387">
                <c:v>0.35181925864931496</c:v>
              </c:pt>
              <c:pt idx="3388">
                <c:v>0.343139851526259</c:v>
              </c:pt>
              <c:pt idx="3389">
                <c:v>0.3762963847981446</c:v>
              </c:pt>
              <c:pt idx="3390">
                <c:v>0.3946048381325822</c:v>
              </c:pt>
              <c:pt idx="3391">
                <c:v>0.40610831330671315</c:v>
              </c:pt>
              <c:pt idx="3392">
                <c:v>0.13624474147320834</c:v>
              </c:pt>
              <c:pt idx="3393">
                <c:v>0.23544789766606924</c:v>
              </c:pt>
              <c:pt idx="3394">
                <c:v>0.2906329004427599</c:v>
              </c:pt>
              <c:pt idx="3395">
                <c:v>0.3424453680063401</c:v>
              </c:pt>
              <c:pt idx="3396">
                <c:v>0.293776064864837</c:v>
              </c:pt>
              <c:pt idx="3397">
                <c:v>0.22806776272061696</c:v>
              </c:pt>
              <c:pt idx="3398">
                <c:v>0.049908690960185034</c:v>
              </c:pt>
              <c:pt idx="3399">
                <c:v>0.2746116999551046</c:v>
              </c:pt>
              <c:pt idx="3400">
                <c:v>0.23688246390199147</c:v>
              </c:pt>
              <c:pt idx="3401">
                <c:v>0.23442735144362645</c:v>
              </c:pt>
              <c:pt idx="3402">
                <c:v>0.06101197437816699</c:v>
              </c:pt>
              <c:pt idx="3403">
                <c:v>0.08761043433639043</c:v>
              </c:pt>
              <c:pt idx="3404">
                <c:v>7.368856838964809E-07</c:v>
              </c:pt>
              <c:pt idx="3405">
                <c:v>0.020082834894949907</c:v>
              </c:pt>
              <c:pt idx="3406">
                <c:v>2.2506779809751387E-07</c:v>
              </c:pt>
              <c:pt idx="3407">
                <c:v>8.584943230375718E-08</c:v>
              </c:pt>
              <c:pt idx="3408">
                <c:v>0.014390422922578895</c:v>
              </c:pt>
              <c:pt idx="3409">
                <c:v>0.4793897406504707</c:v>
              </c:pt>
              <c:pt idx="3410">
                <c:v>0.4880981113742315</c:v>
              </c:pt>
              <c:pt idx="3411">
                <c:v>0.47840071681830326</c:v>
              </c:pt>
              <c:pt idx="3412">
                <c:v>0.12992479107626478</c:v>
              </c:pt>
              <c:pt idx="3413">
                <c:v>0.20743069650080742</c:v>
              </c:pt>
              <c:pt idx="3414">
                <c:v>0.14449221688347513</c:v>
              </c:pt>
              <c:pt idx="3415">
                <c:v>0.3211247888476861</c:v>
              </c:pt>
              <c:pt idx="3416">
                <c:v>0.29305089426965536</c:v>
              </c:pt>
              <c:pt idx="3417">
                <c:v>0.13337469796888374</c:v>
              </c:pt>
              <c:pt idx="3418">
                <c:v>0.13738124860844678</c:v>
              </c:pt>
              <c:pt idx="3419">
                <c:v>0.13334898655277247</c:v>
              </c:pt>
              <c:pt idx="3420">
                <c:v>0.12024859141375085</c:v>
              </c:pt>
              <c:pt idx="3421">
                <c:v>0.3376857582964315</c:v>
              </c:pt>
              <c:pt idx="3422">
                <c:v>0.29224959345967544</c:v>
              </c:pt>
              <c:pt idx="3423">
                <c:v>0.10500658445889184</c:v>
              </c:pt>
              <c:pt idx="3424">
                <c:v>0.13360425157780667</c:v>
              </c:pt>
              <c:pt idx="3425">
                <c:v>0.030121109520697447</c:v>
              </c:pt>
              <c:pt idx="3426">
                <c:v>0.025482320021171435</c:v>
              </c:pt>
              <c:pt idx="3427">
                <c:v>0.02489536619668361</c:v>
              </c:pt>
              <c:pt idx="3428">
                <c:v>0.0380888979798364</c:v>
              </c:pt>
              <c:pt idx="3429">
                <c:v>0.2595050802024006</c:v>
              </c:pt>
              <c:pt idx="3430">
                <c:v>0.17784069129117608</c:v>
              </c:pt>
              <c:pt idx="3431">
                <c:v>0.23503408421865382</c:v>
              </c:pt>
              <c:pt idx="3432">
                <c:v>0.2284261239155531</c:v>
              </c:pt>
              <c:pt idx="3433">
                <c:v>0.1952807065574223</c:v>
              </c:pt>
              <c:pt idx="3434">
                <c:v>0.18820671846434095</c:v>
              </c:pt>
              <c:pt idx="3435">
                <c:v>0.16470635432642727</c:v>
              </c:pt>
              <c:pt idx="3436">
                <c:v>0.2761288003248455</c:v>
              </c:pt>
              <c:pt idx="3437">
                <c:v>0.3074100912178351</c:v>
              </c:pt>
              <c:pt idx="3438">
                <c:v>0.25342596343112767</c:v>
              </c:pt>
              <c:pt idx="3439">
                <c:v>0.31727199729761013</c:v>
              </c:pt>
              <c:pt idx="3440">
                <c:v>0.3204127271367498</c:v>
              </c:pt>
              <c:pt idx="3441">
                <c:v>0.09557231544747744</c:v>
              </c:pt>
              <c:pt idx="3442">
                <c:v>0.4019820397196083</c:v>
              </c:pt>
              <c:pt idx="3443">
                <c:v>0.37706065015972423</c:v>
              </c:pt>
              <c:pt idx="3444">
                <c:v>0.13354779151273144</c:v>
              </c:pt>
              <c:pt idx="3445">
                <c:v>0.12522976390067445</c:v>
              </c:pt>
              <c:pt idx="3446">
                <c:v>0.1370103239358698</c:v>
              </c:pt>
              <c:pt idx="3447">
                <c:v>0.06931663975789712</c:v>
              </c:pt>
              <c:pt idx="3448">
                <c:v>0.20237028896452267</c:v>
              </c:pt>
              <c:pt idx="3449">
                <c:v>0.20535563402853224</c:v>
              </c:pt>
              <c:pt idx="3450">
                <c:v>0.14766709607319514</c:v>
              </c:pt>
              <c:pt idx="3451">
                <c:v>0.27850118217927655</c:v>
              </c:pt>
              <c:pt idx="3452">
                <c:v>0.33408367137237494</c:v>
              </c:pt>
              <c:pt idx="3453">
                <c:v>4.75468279594389E-07</c:v>
              </c:pt>
              <c:pt idx="3454">
                <c:v>0.10493901950915582</c:v>
              </c:pt>
              <c:pt idx="3455">
                <c:v>0.2537336996380384</c:v>
              </c:pt>
              <c:pt idx="3456">
                <c:v>0.2348094433944683</c:v>
              </c:pt>
              <c:pt idx="3457">
                <c:v>0.16425470200898756</c:v>
              </c:pt>
              <c:pt idx="3458">
                <c:v>0.2961577901655616</c:v>
              </c:pt>
              <c:pt idx="3459">
                <c:v>0.20264691531157603</c:v>
              </c:pt>
              <c:pt idx="3460">
                <c:v>0.30538919541783976</c:v>
              </c:pt>
              <c:pt idx="3461">
                <c:v>0.0362380476511225</c:v>
              </c:pt>
              <c:pt idx="3462">
                <c:v>0.212507205733802</c:v>
              </c:pt>
              <c:pt idx="3463">
                <c:v>0.16164344002310022</c:v>
              </c:pt>
              <c:pt idx="3464">
                <c:v>0.1547149535404842</c:v>
              </c:pt>
              <c:pt idx="3465">
                <c:v>0.09513374365920378</c:v>
              </c:pt>
              <c:pt idx="3466">
                <c:v>0.11021945632473615</c:v>
              </c:pt>
              <c:pt idx="3467">
                <c:v>0.15014980686995372</c:v>
              </c:pt>
              <c:pt idx="3468">
                <c:v>0.3753654452608117</c:v>
              </c:pt>
              <c:pt idx="3469">
                <c:v>0.3704007249118522</c:v>
              </c:pt>
              <c:pt idx="3470">
                <c:v>0.3752135496228728</c:v>
              </c:pt>
              <c:pt idx="3471">
                <c:v>0.35455226459946676</c:v>
              </c:pt>
              <c:pt idx="3472">
                <c:v>0.3033365798610903</c:v>
              </c:pt>
              <c:pt idx="3473">
                <c:v>0.137811257500799</c:v>
              </c:pt>
              <c:pt idx="3474">
                <c:v>0.1823346335847889</c:v>
              </c:pt>
              <c:pt idx="3475">
                <c:v>0.3502911950041717</c:v>
              </c:pt>
              <c:pt idx="3476">
                <c:v>0.256248069222255</c:v>
              </c:pt>
              <c:pt idx="3477">
                <c:v>0.2266830392030484</c:v>
              </c:pt>
              <c:pt idx="3478">
                <c:v>0.2354689704090648</c:v>
              </c:pt>
              <c:pt idx="3479">
                <c:v>0.23985783088134116</c:v>
              </c:pt>
              <c:pt idx="3480">
                <c:v>0.03897829092113842</c:v>
              </c:pt>
              <c:pt idx="3481">
                <c:v>0.20491793058351426</c:v>
              </c:pt>
              <c:pt idx="3482">
                <c:v>0.34564331039474294</c:v>
              </c:pt>
              <c:pt idx="3483">
                <c:v>0.11958073905715924</c:v>
              </c:pt>
              <c:pt idx="3484">
                <c:v>0.18386645495310822</c:v>
              </c:pt>
              <c:pt idx="3485">
                <c:v>0.22295345122685964</c:v>
              </c:pt>
              <c:pt idx="3486">
                <c:v>0.19421368483743326</c:v>
              </c:pt>
              <c:pt idx="3487">
                <c:v>0.2268554813407592</c:v>
              </c:pt>
              <c:pt idx="3488">
                <c:v>0.03871041838993278</c:v>
              </c:pt>
              <c:pt idx="3489">
                <c:v>0.39092237650756934</c:v>
              </c:pt>
              <c:pt idx="3490">
                <c:v>0.3444708675105402</c:v>
              </c:pt>
              <c:pt idx="3491">
                <c:v>0.3437959154680674</c:v>
              </c:pt>
              <c:pt idx="3492">
                <c:v>0.2085835384624855</c:v>
              </c:pt>
              <c:pt idx="3493">
                <c:v>0.23637059158116086</c:v>
              </c:pt>
              <c:pt idx="3494">
                <c:v>0.18551508976785275</c:v>
              </c:pt>
              <c:pt idx="3495">
                <c:v>0.20594635643477227</c:v>
              </c:pt>
              <c:pt idx="3496">
                <c:v>0.157367857681046</c:v>
              </c:pt>
              <c:pt idx="3497">
                <c:v>0.1521127935534625</c:v>
              </c:pt>
              <c:pt idx="3498">
                <c:v>0.22653465038773324</c:v>
              </c:pt>
              <c:pt idx="3499">
                <c:v>0.14979547438366786</c:v>
              </c:pt>
              <c:pt idx="3500">
                <c:v>0.20817340711618537</c:v>
              </c:pt>
              <c:pt idx="3501">
                <c:v>0.2793068311888257</c:v>
              </c:pt>
              <c:pt idx="3502">
                <c:v>5.948189022325395E-07</c:v>
              </c:pt>
              <c:pt idx="3503">
                <c:v>0.00141311213427659</c:v>
              </c:pt>
              <c:pt idx="3504">
                <c:v>5.466849187367381E-07</c:v>
              </c:pt>
              <c:pt idx="3505">
                <c:v>6.255329121512383E-07</c:v>
              </c:pt>
              <c:pt idx="3506">
                <c:v>6.384918672850327E-07</c:v>
              </c:pt>
              <c:pt idx="3507">
                <c:v>0.2261733117689679</c:v>
              </c:pt>
              <c:pt idx="3508">
                <c:v>0.25033763774901596</c:v>
              </c:pt>
              <c:pt idx="3509">
                <c:v>0.23454824081775325</c:v>
              </c:pt>
              <c:pt idx="3510">
                <c:v>0.28153355719489</c:v>
              </c:pt>
              <c:pt idx="3511">
                <c:v>0.3896213837111565</c:v>
              </c:pt>
              <c:pt idx="3512">
                <c:v>0.21222077963176103</c:v>
              </c:pt>
              <c:pt idx="3513">
                <c:v>6.483598438526139E-07</c:v>
              </c:pt>
              <c:pt idx="3514">
                <c:v>0.0020652674544192158</c:v>
              </c:pt>
              <c:pt idx="3515">
                <c:v>0.431115228667283</c:v>
              </c:pt>
              <c:pt idx="3516">
                <c:v>0.035760336624728786</c:v>
              </c:pt>
              <c:pt idx="3517">
                <c:v>0.05859973307481688</c:v>
              </c:pt>
              <c:pt idx="3518">
                <c:v>0.5101278639287999</c:v>
              </c:pt>
              <c:pt idx="3519">
                <c:v>0.3092699461554189</c:v>
              </c:pt>
              <c:pt idx="3520">
                <c:v>0.31738601378919956</c:v>
              </c:pt>
              <c:pt idx="3521">
                <c:v>0.34812767111761955</c:v>
              </c:pt>
              <c:pt idx="3522">
                <c:v>0.2925928450116429</c:v>
              </c:pt>
              <c:pt idx="3523">
                <c:v>0.40483484703932515</c:v>
              </c:pt>
              <c:pt idx="3524">
                <c:v>0.383498823703662</c:v>
              </c:pt>
              <c:pt idx="3525">
                <c:v>0.37351803750163737</c:v>
              </c:pt>
              <c:pt idx="3526">
                <c:v>0.2193334427779024</c:v>
              </c:pt>
              <c:pt idx="3527">
                <c:v>0.21952602716891062</c:v>
              </c:pt>
              <c:pt idx="3528">
                <c:v>0.28376027726541997</c:v>
              </c:pt>
              <c:pt idx="3529">
                <c:v>0.3134973960974512</c:v>
              </c:pt>
              <c:pt idx="3530">
                <c:v>0.31088537418970613</c:v>
              </c:pt>
              <c:pt idx="3531">
                <c:v>0.17021530920943215</c:v>
              </c:pt>
              <c:pt idx="3532">
                <c:v>0.2333199091353721</c:v>
              </c:pt>
              <c:pt idx="3533">
                <c:v>0.21217196859260962</c:v>
              </c:pt>
              <c:pt idx="3534">
                <c:v>0.3477469520647003</c:v>
              </c:pt>
              <c:pt idx="3535">
                <c:v>0.1931201213801889</c:v>
              </c:pt>
              <c:pt idx="3536">
                <c:v>0.20673611452367907</c:v>
              </c:pt>
              <c:pt idx="3537">
                <c:v>0.19889285011003058</c:v>
              </c:pt>
              <c:pt idx="3538">
                <c:v>0.1661634806566642</c:v>
              </c:pt>
              <c:pt idx="3539">
                <c:v>0.3037761827526033</c:v>
              </c:pt>
              <c:pt idx="3540">
                <c:v>0.41396872917006944</c:v>
              </c:pt>
              <c:pt idx="3541">
                <c:v>0.26100630925202145</c:v>
              </c:pt>
              <c:pt idx="3542">
                <c:v>0.28394709727378714</c:v>
              </c:pt>
              <c:pt idx="3543">
                <c:v>0.00336343233991447</c:v>
              </c:pt>
              <c:pt idx="3544">
                <c:v>0.3156410300273547</c:v>
              </c:pt>
              <c:pt idx="3545">
                <c:v>0.47477766164878044</c:v>
              </c:pt>
              <c:pt idx="3546">
                <c:v>0.4771254505170733</c:v>
              </c:pt>
              <c:pt idx="3547">
                <c:v>0.21195253865305683</c:v>
              </c:pt>
              <c:pt idx="3548">
                <c:v>0.29868946469883306</c:v>
              </c:pt>
              <c:pt idx="3549">
                <c:v>0.2020415181289989</c:v>
              </c:pt>
              <c:pt idx="3550">
                <c:v>0.167278475619232</c:v>
              </c:pt>
              <c:pt idx="3551">
                <c:v>0.46161403523348943</c:v>
              </c:pt>
              <c:pt idx="3552">
                <c:v>0.3009109255156677</c:v>
              </c:pt>
              <c:pt idx="3553">
                <c:v>0.2890595143023168</c:v>
              </c:pt>
              <c:pt idx="3554">
                <c:v>0.38026927526070714</c:v>
              </c:pt>
              <c:pt idx="3555">
                <c:v>0.2570647326121979</c:v>
              </c:pt>
              <c:pt idx="3556">
                <c:v>0.20929841678846678</c:v>
              </c:pt>
              <c:pt idx="3557">
                <c:v>0.11970938578075274</c:v>
              </c:pt>
              <c:pt idx="3558">
                <c:v>0.27702006302951593</c:v>
              </c:pt>
              <c:pt idx="3559">
                <c:v>0.23800864050254134</c:v>
              </c:pt>
              <c:pt idx="3560">
                <c:v>0.18613320879909587</c:v>
              </c:pt>
              <c:pt idx="3561">
                <c:v>0.002475349155769079</c:v>
              </c:pt>
              <c:pt idx="3562">
                <c:v>0.2048845442843531</c:v>
              </c:pt>
              <c:pt idx="3563">
                <c:v>0.11844736458213284</c:v>
              </c:pt>
              <c:pt idx="3564">
                <c:v>0.1364227794229198</c:v>
              </c:pt>
              <c:pt idx="3565">
                <c:v>0.34501158120856656</c:v>
              </c:pt>
              <c:pt idx="3566">
                <c:v>0.22707701175150907</c:v>
              </c:pt>
              <c:pt idx="3567">
                <c:v>0.23371587346226014</c:v>
              </c:pt>
              <c:pt idx="3568">
                <c:v>0.049586557812391775</c:v>
              </c:pt>
              <c:pt idx="3569">
                <c:v>0.1701012949286145</c:v>
              </c:pt>
              <c:pt idx="3570">
                <c:v>0.37394237423766663</c:v>
              </c:pt>
              <c:pt idx="3571">
                <c:v>0.3904967527592355</c:v>
              </c:pt>
              <c:pt idx="3572">
                <c:v>0.13104810967104072</c:v>
              </c:pt>
              <c:pt idx="3573">
                <c:v>0.19961018217068122</c:v>
              </c:pt>
              <c:pt idx="3574">
                <c:v>5.530165517899526E-07</c:v>
              </c:pt>
              <c:pt idx="3575">
                <c:v>0.048254152592264635</c:v>
              </c:pt>
              <c:pt idx="3576">
                <c:v>0.20407914841138936</c:v>
              </c:pt>
              <c:pt idx="3577">
                <c:v>0.21789935609837996</c:v>
              </c:pt>
            </c:numLit>
          </c:yVal>
        </c:ser>
        <c:ser>
          <c:idx val="2"/>
          <c:order val="2"/>
          <c:tx>
            <c:v>Half interval</c:v>
          </c:tx>
          <c:spPr>
            <a:ln xmlns:a="http://schemas.openxmlformats.org/drawingml/2006/main" w="0">
              <a:noFill/>
            </a:ln>
          </c:spPr>
          <c:marker>
            <c:symbol val="circle"/>
            <c:size val="3"/>
            <c:spPr>
              <a:solidFill xmlns:a="http://schemas.openxmlformats.org/drawingml/2006/main">
                <a:srgbClr val="38816B"/>
              </a:solidFill>
            </c:spPr>
          </c:marker>
          <c:xVal>
            <c:numLit>
              <c:formatCode>General</c:formatCode>
              <c:ptCount val="3578"/>
              <c:pt idx="0">
                <c:v>0.624664578949162</c:v>
              </c:pt>
              <c:pt idx="1">
                <c:v>0.5656218308036228</c:v>
              </c:pt>
              <c:pt idx="2">
                <c:v>0.5214983704754884</c:v>
              </c:pt>
              <c:pt idx="3">
                <c:v>0.5439229322434942</c:v>
              </c:pt>
              <c:pt idx="4">
                <c:v>0.5292919130137476</c:v>
              </c:pt>
              <c:pt idx="5">
                <c:v>0.5517624076785917</c:v>
              </c:pt>
              <c:pt idx="6">
                <c:v>0.5628405632428751</c:v>
              </c:pt>
              <c:pt idx="7">
                <c:v>0.5451632092895476</c:v>
              </c:pt>
              <c:pt idx="8">
                <c:v>0.8895903621316835</c:v>
              </c:pt>
              <c:pt idx="9">
                <c:v>0.8937597912563483</c:v>
              </c:pt>
              <c:pt idx="10">
                <c:v>0.9107473471334404</c:v>
              </c:pt>
              <c:pt idx="11">
                <c:v>0.8884688716495297</c:v>
              </c:pt>
              <c:pt idx="12">
                <c:v>0.9081976155713012</c:v>
              </c:pt>
              <c:pt idx="13">
                <c:v>0.9112331351302106</c:v>
              </c:pt>
              <c:pt idx="14">
                <c:v>0.8869375241893679</c:v>
              </c:pt>
              <c:pt idx="15">
                <c:v>0.8822831331694406</c:v>
              </c:pt>
              <c:pt idx="16">
                <c:v>0.4178447274825216</c:v>
              </c:pt>
              <c:pt idx="17">
                <c:v>0.44351596233992685</c:v>
              </c:pt>
              <c:pt idx="18">
                <c:v>0.37942305536238136</c:v>
              </c:pt>
              <c:pt idx="19">
                <c:v>0.5140358570564292</c:v>
              </c:pt>
              <c:pt idx="20">
                <c:v>0.5752364179220888</c:v>
              </c:pt>
              <c:pt idx="21">
                <c:v>0.7678362957752117</c:v>
              </c:pt>
              <c:pt idx="22">
                <c:v>0.8013401869984595</c:v>
              </c:pt>
              <c:pt idx="23">
                <c:v>0.7622832078964057</c:v>
              </c:pt>
              <c:pt idx="24">
                <c:v>0.8680119898219418</c:v>
              </c:pt>
              <c:pt idx="25">
                <c:v>0.8662268996969109</c:v>
              </c:pt>
              <c:pt idx="26">
                <c:v>0.8632327046527409</c:v>
              </c:pt>
              <c:pt idx="27">
                <c:v>0.8667297094260877</c:v>
              </c:pt>
              <c:pt idx="28">
                <c:v>0.8169285348125271</c:v>
              </c:pt>
              <c:pt idx="29">
                <c:v>0.8007185930617926</c:v>
              </c:pt>
              <c:pt idx="30">
                <c:v>0.8366109116094096</c:v>
              </c:pt>
              <c:pt idx="31">
                <c:v>0.8295015960852846</c:v>
              </c:pt>
              <c:pt idx="32">
                <c:v>0.8194556696670455</c:v>
              </c:pt>
              <c:pt idx="33">
                <c:v>0.7932237529566282</c:v>
              </c:pt>
              <c:pt idx="34">
                <c:v>0.8678571569474284</c:v>
              </c:pt>
              <c:pt idx="35">
                <c:v>0.8732891367709973</c:v>
              </c:pt>
              <c:pt idx="36">
                <c:v>0.8492608754481635</c:v>
              </c:pt>
              <c:pt idx="37">
                <c:v>0.8545444648471242</c:v>
              </c:pt>
              <c:pt idx="38">
                <c:v>0.9543528263149536</c:v>
              </c:pt>
              <c:pt idx="39">
                <c:v>0.9268598649765674</c:v>
              </c:pt>
              <c:pt idx="40">
                <c:v>0.9436428850107192</c:v>
              </c:pt>
              <c:pt idx="41">
                <c:v>0.9566500352585289</c:v>
              </c:pt>
              <c:pt idx="42">
                <c:v>0.9339462538779207</c:v>
              </c:pt>
              <c:pt idx="43">
                <c:v>0.9489160166499402</c:v>
              </c:pt>
              <c:pt idx="44">
                <c:v>0.94418408426375</c:v>
              </c:pt>
              <c:pt idx="45">
                <c:v>0.8936245972964243</c:v>
              </c:pt>
              <c:pt idx="46">
                <c:v>0.9057048333744157</c:v>
              </c:pt>
              <c:pt idx="47">
                <c:v>0.9071533810937612</c:v>
              </c:pt>
              <c:pt idx="48">
                <c:v>0.9379448514529374</c:v>
              </c:pt>
              <c:pt idx="49">
                <c:v>0.9338946884240276</c:v>
              </c:pt>
              <c:pt idx="50">
                <c:v>0.9453352380960929</c:v>
              </c:pt>
              <c:pt idx="51">
                <c:v>0.8751003512076204</c:v>
              </c:pt>
              <c:pt idx="52">
                <c:v>0.8553177292010302</c:v>
              </c:pt>
              <c:pt idx="53">
                <c:v>0.8802310202080873</c:v>
              </c:pt>
              <c:pt idx="54">
                <c:v>0.906970679688201</c:v>
              </c:pt>
              <c:pt idx="55">
                <c:v>0.9065017898328869</c:v>
              </c:pt>
              <c:pt idx="56">
                <c:v>0.9183310592719829</c:v>
              </c:pt>
              <c:pt idx="57">
                <c:v>0.9184275823692098</c:v>
              </c:pt>
              <c:pt idx="58">
                <c:v>0.8787858022213791</c:v>
              </c:pt>
              <c:pt idx="59">
                <c:v>0.8853232218445017</c:v>
              </c:pt>
              <c:pt idx="60">
                <c:v>0.8834929598760062</c:v>
              </c:pt>
              <c:pt idx="61">
                <c:v>0.8806916460778518</c:v>
              </c:pt>
              <c:pt idx="62">
                <c:v>0.7307942249819117</c:v>
              </c:pt>
              <c:pt idx="63">
                <c:v>0.7256260796146212</c:v>
              </c:pt>
              <c:pt idx="64">
                <c:v>0.7334594647462452</c:v>
              </c:pt>
              <c:pt idx="65">
                <c:v>0.8716083328089398</c:v>
              </c:pt>
              <c:pt idx="66">
                <c:v>0.8962248685793041</c:v>
              </c:pt>
              <c:pt idx="67">
                <c:v>0.9092414060617798</c:v>
              </c:pt>
              <c:pt idx="68">
                <c:v>0.9079624309951001</c:v>
              </c:pt>
              <c:pt idx="69">
                <c:v>0.9164235154237068</c:v>
              </c:pt>
              <c:pt idx="70">
                <c:v>0.882287245773576</c:v>
              </c:pt>
              <c:pt idx="71">
                <c:v>0.870205121323574</c:v>
              </c:pt>
              <c:pt idx="72">
                <c:v>0.8809201592800137</c:v>
              </c:pt>
              <c:pt idx="73">
                <c:v>0.8780933594090212</c:v>
              </c:pt>
              <c:pt idx="74">
                <c:v>0.8802396829283107</c:v>
              </c:pt>
              <c:pt idx="75">
                <c:v>0.9114382976254641</c:v>
              </c:pt>
              <c:pt idx="76">
                <c:v>0.8210782489517683</c:v>
              </c:pt>
              <c:pt idx="77">
                <c:v>0.8254921315045538</c:v>
              </c:pt>
              <c:pt idx="78">
                <c:v>0.8368840093862344</c:v>
              </c:pt>
              <c:pt idx="79">
                <c:v>0.7968385648860029</c:v>
              </c:pt>
              <c:pt idx="80">
                <c:v>0.7746637163753025</c:v>
              </c:pt>
              <c:pt idx="81">
                <c:v>0.7815406800242809</c:v>
              </c:pt>
              <c:pt idx="82">
                <c:v>0.7523520035397073</c:v>
              </c:pt>
              <c:pt idx="83">
                <c:v>0.9659646793622274</c:v>
              </c:pt>
              <c:pt idx="84">
                <c:v>0.9689985607971812</c:v>
              </c:pt>
              <c:pt idx="85">
                <c:v>0.9571560857211622</c:v>
              </c:pt>
              <c:pt idx="86">
                <c:v>0.9808218538947248</c:v>
              </c:pt>
              <c:pt idx="87">
                <c:v>0.9848613680852765</c:v>
              </c:pt>
              <c:pt idx="88">
                <c:v>0.9902997114016712</c:v>
              </c:pt>
              <c:pt idx="89">
                <c:v>0.9703015676313091</c:v>
              </c:pt>
              <c:pt idx="90">
                <c:v>0.9845942249301447</c:v>
              </c:pt>
              <c:pt idx="91">
                <c:v>0.9791963897705321</c:v>
              </c:pt>
              <c:pt idx="92">
                <c:v>0.9568119477829238</c:v>
              </c:pt>
              <c:pt idx="93">
                <c:v>0.9152567139454558</c:v>
              </c:pt>
              <c:pt idx="94">
                <c:v>0.9175326312704579</c:v>
              </c:pt>
              <c:pt idx="95">
                <c:v>0.9207258598478498</c:v>
              </c:pt>
              <c:pt idx="96">
                <c:v>0.9336973001450259</c:v>
              </c:pt>
              <c:pt idx="97">
                <c:v>0.8657257936322967</c:v>
              </c:pt>
              <c:pt idx="98">
                <c:v>0.42100105380817154</c:v>
              </c:pt>
              <c:pt idx="99">
                <c:v>0.5193862950944781</c:v>
              </c:pt>
              <c:pt idx="100">
                <c:v>0.5130701608739836</c:v>
              </c:pt>
              <c:pt idx="101">
                <c:v>0.5129598072724696</c:v>
              </c:pt>
              <c:pt idx="102">
                <c:v>0.45136373339907293</c:v>
              </c:pt>
              <c:pt idx="103">
                <c:v>0.8977198287740009</c:v>
              </c:pt>
              <c:pt idx="104">
                <c:v>0.8909912459819513</c:v>
              </c:pt>
              <c:pt idx="105">
                <c:v>0.659826755523905</c:v>
              </c:pt>
              <c:pt idx="106">
                <c:v>0.9170651565590571</c:v>
              </c:pt>
              <c:pt idx="107">
                <c:v>0.9047704878364529</c:v>
              </c:pt>
              <c:pt idx="108">
                <c:v>0.9173114667627025</c:v>
              </c:pt>
              <c:pt idx="109">
                <c:v>0.9635093940370559</c:v>
              </c:pt>
              <c:pt idx="110">
                <c:v>0.9568094792504915</c:v>
              </c:pt>
              <c:pt idx="111">
                <c:v>0.9756417458789081</c:v>
              </c:pt>
              <c:pt idx="112">
                <c:v>0.9685744975438298</c:v>
              </c:pt>
              <c:pt idx="113">
                <c:v>0.6716231722175139</c:v>
              </c:pt>
              <c:pt idx="114">
                <c:v>0.5140913282409245</c:v>
              </c:pt>
              <c:pt idx="115">
                <c:v>0.5141624580022633</c:v>
              </c:pt>
              <c:pt idx="116">
                <c:v>0.9749709914462755</c:v>
              </c:pt>
              <c:pt idx="117">
                <c:v>0.9854050436077526</c:v>
              </c:pt>
              <c:pt idx="118">
                <c:v>0.9851230254267926</c:v>
              </c:pt>
              <c:pt idx="119">
                <c:v>0.9411897421681347</c:v>
              </c:pt>
              <c:pt idx="120">
                <c:v>0.9373008746666562</c:v>
              </c:pt>
              <c:pt idx="121">
                <c:v>0.9416581618579034</c:v>
              </c:pt>
              <c:pt idx="122">
                <c:v>0.9426063542287356</c:v>
              </c:pt>
              <c:pt idx="123">
                <c:v>0.944907253609093</c:v>
              </c:pt>
              <c:pt idx="124">
                <c:v>0.920476473896582</c:v>
              </c:pt>
              <c:pt idx="125">
                <c:v>0.9014342305855013</c:v>
              </c:pt>
              <c:pt idx="126">
                <c:v>0.900401367337631</c:v>
              </c:pt>
              <c:pt idx="127">
                <c:v>0.888013892409959</c:v>
              </c:pt>
              <c:pt idx="128">
                <c:v>0.4838374287320106</c:v>
              </c:pt>
              <c:pt idx="129">
                <c:v>0.5217904333616179</c:v>
              </c:pt>
              <c:pt idx="130">
                <c:v>0.4817807427460603</c:v>
              </c:pt>
              <c:pt idx="131">
                <c:v>0.5768610845367461</c:v>
              </c:pt>
              <c:pt idx="132">
                <c:v>0.44243988588766875</c:v>
              </c:pt>
              <c:pt idx="133">
                <c:v>0.44447510608969676</c:v>
              </c:pt>
              <c:pt idx="134">
                <c:v>0.8842704327666419</c:v>
              </c:pt>
              <c:pt idx="135">
                <c:v>0.9291856110957587</c:v>
              </c:pt>
              <c:pt idx="136">
                <c:v>0.9052016031475455</c:v>
              </c:pt>
              <c:pt idx="137">
                <c:v>0.7220345736844903</c:v>
              </c:pt>
              <c:pt idx="138">
                <c:v>0.7349044305566848</c:v>
              </c:pt>
              <c:pt idx="139">
                <c:v>0.739510817248015</c:v>
              </c:pt>
              <c:pt idx="140">
                <c:v>0.7041985386066651</c:v>
              </c:pt>
              <c:pt idx="141">
                <c:v>0.6831073404479637</c:v>
              </c:pt>
              <c:pt idx="142">
                <c:v>0.957413793777216</c:v>
              </c:pt>
              <c:pt idx="143">
                <c:v>0.9586845619937218</c:v>
              </c:pt>
              <c:pt idx="144">
                <c:v>0.8955344221227941</c:v>
              </c:pt>
              <c:pt idx="145">
                <c:v>0.9212621426273578</c:v>
              </c:pt>
              <c:pt idx="146">
                <c:v>0.891274488710014</c:v>
              </c:pt>
              <c:pt idx="147">
                <c:v>0.6657799305611335</c:v>
              </c:pt>
              <c:pt idx="148">
                <c:v>0.6735374858863435</c:v>
              </c:pt>
              <c:pt idx="149">
                <c:v>0.9790197383717736</c:v>
              </c:pt>
              <c:pt idx="150">
                <c:v>0.9953025711553909</c:v>
              </c:pt>
              <c:pt idx="151">
                <c:v>0.9831491025675156</c:v>
              </c:pt>
              <c:pt idx="152">
                <c:v>0.9961639712353493</c:v>
              </c:pt>
              <c:pt idx="153">
                <c:v>0.9159114170925661</c:v>
              </c:pt>
              <c:pt idx="154">
                <c:v>0.9189971565340288</c:v>
              </c:pt>
              <c:pt idx="155">
                <c:v>0.9321087252597582</c:v>
              </c:pt>
              <c:pt idx="156">
                <c:v>0.9388258393872982</c:v>
              </c:pt>
              <c:pt idx="157">
                <c:v>0.9541166032607602</c:v>
              </c:pt>
              <c:pt idx="158">
                <c:v>0.9590198195170306</c:v>
              </c:pt>
              <c:pt idx="159">
                <c:v>0.9578791062820129</c:v>
              </c:pt>
              <c:pt idx="160">
                <c:v>0.9722989453288933</c:v>
              </c:pt>
              <c:pt idx="161">
                <c:v>0.9704226870905162</c:v>
              </c:pt>
              <c:pt idx="162">
                <c:v>0.9540790783800674</c:v>
              </c:pt>
              <c:pt idx="163">
                <c:v>0.9503041651636963</c:v>
              </c:pt>
              <c:pt idx="164">
                <c:v>0.9532270572397941</c:v>
              </c:pt>
              <c:pt idx="165">
                <c:v>0.49449554183732763</c:v>
              </c:pt>
              <c:pt idx="166">
                <c:v>1.0086113307692128</c:v>
              </c:pt>
              <c:pt idx="167">
                <c:v>1.0149592042364313</c:v>
              </c:pt>
              <c:pt idx="168">
                <c:v>1.0134635733614086</c:v>
              </c:pt>
              <c:pt idx="169">
                <c:v>0.940380591960772</c:v>
              </c:pt>
              <c:pt idx="170">
                <c:v>0.9277024818518854</c:v>
              </c:pt>
              <c:pt idx="171">
                <c:v>0.9377478979824226</c:v>
              </c:pt>
              <c:pt idx="172">
                <c:v>0.9390325301714411</c:v>
              </c:pt>
              <c:pt idx="173">
                <c:v>0.9257783561978278</c:v>
              </c:pt>
              <c:pt idx="174">
                <c:v>0.9540280810533501</c:v>
              </c:pt>
              <c:pt idx="175">
                <c:v>0.9525658273642873</c:v>
              </c:pt>
              <c:pt idx="176">
                <c:v>0.947539189633778</c:v>
              </c:pt>
              <c:pt idx="177">
                <c:v>0.9480766931609902</c:v>
              </c:pt>
              <c:pt idx="178">
                <c:v>0.95544885610015</c:v>
              </c:pt>
              <c:pt idx="179">
                <c:v>0.9502573839412414</c:v>
              </c:pt>
              <c:pt idx="180">
                <c:v>0.904918215464538</c:v>
              </c:pt>
              <c:pt idx="181">
                <c:v>0.9066119921407614</c:v>
              </c:pt>
              <c:pt idx="182">
                <c:v>0.9039029774262252</c:v>
              </c:pt>
              <c:pt idx="183">
                <c:v>0.9430653309414114</c:v>
              </c:pt>
              <c:pt idx="184">
                <c:v>0.9212692000017246</c:v>
              </c:pt>
              <c:pt idx="185">
                <c:v>0.9433733479184123</c:v>
              </c:pt>
              <c:pt idx="186">
                <c:v>0.9317077304918829</c:v>
              </c:pt>
              <c:pt idx="187">
                <c:v>0.8299678752450773</c:v>
              </c:pt>
              <c:pt idx="188">
                <c:v>0.8373038949304824</c:v>
              </c:pt>
              <c:pt idx="189">
                <c:v>0.8347399158865043</c:v>
              </c:pt>
              <c:pt idx="190">
                <c:v>0.9458393264877645</c:v>
              </c:pt>
              <c:pt idx="191">
                <c:v>0.960952625329695</c:v>
              </c:pt>
              <c:pt idx="192">
                <c:v>0.9917999768691249</c:v>
              </c:pt>
              <c:pt idx="193">
                <c:v>0.9905245651270719</c:v>
              </c:pt>
              <c:pt idx="194">
                <c:v>0.9266106674011007</c:v>
              </c:pt>
              <c:pt idx="195">
                <c:v>0.9241229778738228</c:v>
              </c:pt>
              <c:pt idx="196">
                <c:v>0.9161177952345213</c:v>
              </c:pt>
              <c:pt idx="197">
                <c:v>0.9273886105164396</c:v>
              </c:pt>
              <c:pt idx="198">
                <c:v>0.9742464904681761</c:v>
              </c:pt>
              <c:pt idx="199">
                <c:v>1.0003172686216342</c:v>
              </c:pt>
              <c:pt idx="200">
                <c:v>1.0099121078470246</c:v>
              </c:pt>
              <c:pt idx="201">
                <c:v>1.0117196370851707</c:v>
              </c:pt>
              <c:pt idx="202">
                <c:v>0.98397537069484</c:v>
              </c:pt>
              <c:pt idx="203">
                <c:v>0.9910355291103605</c:v>
              </c:pt>
              <c:pt idx="204">
                <c:v>0.996474219607663</c:v>
              </c:pt>
              <c:pt idx="205">
                <c:v>0.986998298066444</c:v>
              </c:pt>
              <c:pt idx="206">
                <c:v>0.9881845358908369</c:v>
              </c:pt>
              <c:pt idx="207">
                <c:v>0.9382894396063024</c:v>
              </c:pt>
              <c:pt idx="208">
                <c:v>0.9455206664376208</c:v>
              </c:pt>
              <c:pt idx="209">
                <c:v>0.7408703514754427</c:v>
              </c:pt>
              <c:pt idx="210">
                <c:v>0.9964604183413908</c:v>
              </c:pt>
              <c:pt idx="211">
                <c:v>0.9960531182182216</c:v>
              </c:pt>
              <c:pt idx="212">
                <c:v>0.9249888963319918</c:v>
              </c:pt>
              <c:pt idx="213">
                <c:v>0.9418465643593696</c:v>
              </c:pt>
              <c:pt idx="214">
                <c:v>0.9399175777896701</c:v>
              </c:pt>
              <c:pt idx="215">
                <c:v>0.9413618658481758</c:v>
              </c:pt>
              <c:pt idx="216">
                <c:v>1.0120624659068354</c:v>
              </c:pt>
              <c:pt idx="217">
                <c:v>1.0072491893068616</c:v>
              </c:pt>
              <c:pt idx="218">
                <c:v>1.0127472304348242</c:v>
              </c:pt>
              <c:pt idx="219">
                <c:v>1.0128244452366801</c:v>
              </c:pt>
              <c:pt idx="220">
                <c:v>0.9788397340030381</c:v>
              </c:pt>
              <c:pt idx="221">
                <c:v>0.9362745682168515</c:v>
              </c:pt>
              <c:pt idx="222">
                <c:v>0.9056891038236002</c:v>
              </c:pt>
              <c:pt idx="223">
                <c:v>0.9225107817907315</c:v>
              </c:pt>
              <c:pt idx="224">
                <c:v>0.9998598570963912</c:v>
              </c:pt>
              <c:pt idx="225">
                <c:v>0.987085561509596</c:v>
              </c:pt>
              <c:pt idx="226">
                <c:v>0.9576567830187748</c:v>
              </c:pt>
              <c:pt idx="227">
                <c:v>0.9825629520452381</c:v>
              </c:pt>
              <c:pt idx="228">
                <c:v>0.9870450095204485</c:v>
              </c:pt>
              <c:pt idx="229">
                <c:v>1.0043333990991683</c:v>
              </c:pt>
              <c:pt idx="230">
                <c:v>0.9959836455780271</c:v>
              </c:pt>
              <c:pt idx="231">
                <c:v>0.9973204572204647</c:v>
              </c:pt>
              <c:pt idx="232">
                <c:v>0.9783708352024653</c:v>
              </c:pt>
              <c:pt idx="233">
                <c:v>0.9731435392267136</c:v>
              </c:pt>
              <c:pt idx="234">
                <c:v>0.9845404382601072</c:v>
              </c:pt>
              <c:pt idx="235">
                <c:v>0.9701391727980927</c:v>
              </c:pt>
              <c:pt idx="236">
                <c:v>0.9952668810635168</c:v>
              </c:pt>
              <c:pt idx="237">
                <c:v>0.9853227380406614</c:v>
              </c:pt>
              <c:pt idx="238">
                <c:v>0.9794264655847786</c:v>
              </c:pt>
              <c:pt idx="239">
                <c:v>0.9739384978049521</c:v>
              </c:pt>
              <c:pt idx="240">
                <c:v>0.9733084875776576</c:v>
              </c:pt>
              <c:pt idx="241">
                <c:v>0.9721111858896472</c:v>
              </c:pt>
              <c:pt idx="242">
                <c:v>0.9281024467189117</c:v>
              </c:pt>
              <c:pt idx="243">
                <c:v>0.9197773142839499</c:v>
              </c:pt>
              <c:pt idx="244">
                <c:v>1.0053302829664255</c:v>
              </c:pt>
              <c:pt idx="245">
                <c:v>1.0005559275122358</c:v>
              </c:pt>
              <c:pt idx="246">
                <c:v>0.9896352594783221</c:v>
              </c:pt>
              <c:pt idx="247">
                <c:v>1.0148146022873998</c:v>
              </c:pt>
              <c:pt idx="248">
                <c:v>0.5230827240816364</c:v>
              </c:pt>
              <c:pt idx="249">
                <c:v>0.6730304978347422</c:v>
              </c:pt>
              <c:pt idx="250">
                <c:v>0.5606325414143012</c:v>
              </c:pt>
              <c:pt idx="251">
                <c:v>0.9557555877532556</c:v>
              </c:pt>
              <c:pt idx="252">
                <c:v>0.9581203972136614</c:v>
              </c:pt>
              <c:pt idx="253">
                <c:v>0.9585271097628638</c:v>
              </c:pt>
              <c:pt idx="254">
                <c:v>0.9548227777238725</c:v>
              </c:pt>
              <c:pt idx="255">
                <c:v>0.6037292807464357</c:v>
              </c:pt>
              <c:pt idx="256">
                <c:v>1.0168945839389993</c:v>
              </c:pt>
              <c:pt idx="257">
                <c:v>1.0100128300386855</c:v>
              </c:pt>
              <c:pt idx="258">
                <c:v>1.0080184118813886</c:v>
              </c:pt>
              <c:pt idx="259">
                <c:v>0.9514556057424903</c:v>
              </c:pt>
              <c:pt idx="260">
                <c:v>0.9064586744295094</c:v>
              </c:pt>
              <c:pt idx="261">
                <c:v>0.9158734843510714</c:v>
              </c:pt>
              <c:pt idx="262">
                <c:v>0.9245244369303772</c:v>
              </c:pt>
              <c:pt idx="263">
                <c:v>0.9777654087847005</c:v>
              </c:pt>
              <c:pt idx="264">
                <c:v>0.9735229588917581</c:v>
              </c:pt>
              <c:pt idx="265">
                <c:v>0.6815263508234845</c:v>
              </c:pt>
              <c:pt idx="266">
                <c:v>1.0283676373581339</c:v>
              </c:pt>
              <c:pt idx="267">
                <c:v>1.0202506614933087</c:v>
              </c:pt>
              <c:pt idx="268">
                <c:v>1.0263281925333794</c:v>
              </c:pt>
              <c:pt idx="269">
                <c:v>0.9278785600403057</c:v>
              </c:pt>
              <c:pt idx="270">
                <c:v>0.9291879135910637</c:v>
              </c:pt>
              <c:pt idx="271">
                <c:v>0.9493685058303645</c:v>
              </c:pt>
              <c:pt idx="272">
                <c:v>0.9825295465696597</c:v>
              </c:pt>
              <c:pt idx="273">
                <c:v>0.9832589263771296</c:v>
              </c:pt>
              <c:pt idx="274">
                <c:v>0.9708725103311098</c:v>
              </c:pt>
              <c:pt idx="275">
                <c:v>0.9819646825481021</c:v>
              </c:pt>
              <c:pt idx="276">
                <c:v>1.0147210554278283</c:v>
              </c:pt>
              <c:pt idx="277">
                <c:v>1.0241456464784648</c:v>
              </c:pt>
              <c:pt idx="278">
                <c:v>1.0127785964199503</c:v>
              </c:pt>
              <c:pt idx="279">
                <c:v>0.1958048110830711</c:v>
              </c:pt>
              <c:pt idx="280">
                <c:v>0.25962133178067226</c:v>
              </c:pt>
              <c:pt idx="281">
                <c:v>0.2518974693836565</c:v>
              </c:pt>
              <c:pt idx="282">
                <c:v>0.25067626521536607</c:v>
              </c:pt>
              <c:pt idx="283">
                <c:v>1.0022399760085061</c:v>
              </c:pt>
              <c:pt idx="284">
                <c:v>0.9973103746288962</c:v>
              </c:pt>
              <c:pt idx="285">
                <c:v>0.97782872462495</c:v>
              </c:pt>
              <c:pt idx="286">
                <c:v>0.6875701702175205</c:v>
              </c:pt>
              <c:pt idx="287">
                <c:v>0.6868932397787847</c:v>
              </c:pt>
              <c:pt idx="288">
                <c:v>0.6951304105592447</c:v>
              </c:pt>
              <c:pt idx="289">
                <c:v>0.7458174862389413</c:v>
              </c:pt>
              <c:pt idx="290">
                <c:v>0.7864408958068482</c:v>
              </c:pt>
              <c:pt idx="291">
                <c:v>0.7942777504573575</c:v>
              </c:pt>
              <c:pt idx="292">
                <c:v>0.9573776358212818</c:v>
              </c:pt>
              <c:pt idx="293">
                <c:v>0.9613864737307971</c:v>
              </c:pt>
              <c:pt idx="294">
                <c:v>0.9685551940470036</c:v>
              </c:pt>
              <c:pt idx="295">
                <c:v>1.0010662493389269</c:v>
              </c:pt>
              <c:pt idx="296">
                <c:v>0.8162810432794998</c:v>
              </c:pt>
              <c:pt idx="297">
                <c:v>0.8123105201748058</c:v>
              </c:pt>
              <c:pt idx="298">
                <c:v>0.806688979000023</c:v>
              </c:pt>
              <c:pt idx="299">
                <c:v>0.9269363795348688</c:v>
              </c:pt>
              <c:pt idx="300">
                <c:v>0.9040848329009576</c:v>
              </c:pt>
              <c:pt idx="301">
                <c:v>0.9443636497456885</c:v>
              </c:pt>
              <c:pt idx="302">
                <c:v>0.992355469694812</c:v>
              </c:pt>
              <c:pt idx="303">
                <c:v>0.9960950589107177</c:v>
              </c:pt>
              <c:pt idx="304">
                <c:v>0.991599863672176</c:v>
              </c:pt>
              <c:pt idx="305">
                <c:v>0.9894019337769476</c:v>
              </c:pt>
              <c:pt idx="306">
                <c:v>0.9169330299524453</c:v>
              </c:pt>
              <c:pt idx="307">
                <c:v>0.9181110818693605</c:v>
              </c:pt>
              <c:pt idx="308">
                <c:v>0.9151472201214826</c:v>
              </c:pt>
              <c:pt idx="309">
                <c:v>0.8133144129257265</c:v>
              </c:pt>
              <c:pt idx="310">
                <c:v>0.9449379660185678</c:v>
              </c:pt>
              <c:pt idx="311">
                <c:v>0.8844355441759829</c:v>
              </c:pt>
              <c:pt idx="312">
                <c:v>0.9532795236095982</c:v>
              </c:pt>
              <c:pt idx="313">
                <c:v>0.956431934193351</c:v>
              </c:pt>
              <c:pt idx="314">
                <c:v>0.9454464808978554</c:v>
              </c:pt>
              <c:pt idx="315">
                <c:v>0.9392567824871747</c:v>
              </c:pt>
              <c:pt idx="316">
                <c:v>0.9973595860460843</c:v>
              </c:pt>
              <c:pt idx="317">
                <c:v>0.9890866418564984</c:v>
              </c:pt>
              <c:pt idx="318">
                <c:v>0.9940429853205465</c:v>
              </c:pt>
              <c:pt idx="319">
                <c:v>0.9757153373717574</c:v>
              </c:pt>
              <c:pt idx="320">
                <c:v>0.9350777001799336</c:v>
              </c:pt>
              <c:pt idx="321">
                <c:v>0.9284876490141353</c:v>
              </c:pt>
              <c:pt idx="322">
                <c:v>0.925155652251731</c:v>
              </c:pt>
              <c:pt idx="323">
                <c:v>0.9676404453078039</c:v>
              </c:pt>
              <c:pt idx="324">
                <c:v>0.9807045279114103</c:v>
              </c:pt>
              <c:pt idx="325">
                <c:v>0.9758060952184825</c:v>
              </c:pt>
              <c:pt idx="326">
                <c:v>0.9623363475669747</c:v>
              </c:pt>
              <c:pt idx="327">
                <c:v>0.9637886063245478</c:v>
              </c:pt>
              <c:pt idx="328">
                <c:v>0.9796769588490668</c:v>
              </c:pt>
              <c:pt idx="329">
                <c:v>0.8866026199789616</c:v>
              </c:pt>
              <c:pt idx="330">
                <c:v>0.9569868306670206</c:v>
              </c:pt>
              <c:pt idx="331">
                <c:v>0.9306440849180044</c:v>
              </c:pt>
              <c:pt idx="332">
                <c:v>0.9291758379045665</c:v>
              </c:pt>
              <c:pt idx="333">
                <c:v>0.9467115454234758</c:v>
              </c:pt>
              <c:pt idx="334">
                <c:v>0.731556224863223</c:v>
              </c:pt>
              <c:pt idx="335">
                <c:v>0.7261374496663641</c:v>
              </c:pt>
              <c:pt idx="336">
                <c:v>0.9289235190513927</c:v>
              </c:pt>
              <c:pt idx="337">
                <c:v>0.9205326395522399</c:v>
              </c:pt>
              <c:pt idx="338">
                <c:v>0.7893930325428842</c:v>
              </c:pt>
              <c:pt idx="339">
                <c:v>0.7698960685058608</c:v>
              </c:pt>
              <c:pt idx="340">
                <c:v>0.7838318749352756</c:v>
              </c:pt>
              <c:pt idx="341">
                <c:v>0.943236508030097</c:v>
              </c:pt>
              <c:pt idx="342">
                <c:v>0.9308928054788147</c:v>
              </c:pt>
              <c:pt idx="343">
                <c:v>0.9421307512104883</c:v>
              </c:pt>
              <c:pt idx="344">
                <c:v>0.9393597406575696</c:v>
              </c:pt>
              <c:pt idx="345">
                <c:v>0.9342305656370194</c:v>
              </c:pt>
              <c:pt idx="346">
                <c:v>0.868627330908583</c:v>
              </c:pt>
              <c:pt idx="347">
                <c:v>0.9288435770482119</c:v>
              </c:pt>
              <c:pt idx="348">
                <c:v>0.8006165978062681</c:v>
              </c:pt>
              <c:pt idx="349">
                <c:v>0.8385464568885324</c:v>
              </c:pt>
              <c:pt idx="350">
                <c:v>0.8408310279468736</c:v>
              </c:pt>
              <c:pt idx="351">
                <c:v>0.9717033199285372</c:v>
              </c:pt>
              <c:pt idx="352">
                <c:v>0.9675694126869993</c:v>
              </c:pt>
              <c:pt idx="353">
                <c:v>0.9703526102929487</c:v>
              </c:pt>
              <c:pt idx="354">
                <c:v>0.9296111158315832</c:v>
              </c:pt>
              <c:pt idx="355">
                <c:v>0.9300522080915504</c:v>
              </c:pt>
              <c:pt idx="356">
                <c:v>0.6946609994081709</c:v>
              </c:pt>
              <c:pt idx="357">
                <c:v>0.9517741838985245</c:v>
              </c:pt>
              <c:pt idx="358">
                <c:v>0.947300763960077</c:v>
              </c:pt>
              <c:pt idx="359">
                <c:v>0.9437427289917734</c:v>
              </c:pt>
              <c:pt idx="360">
                <c:v>0.9471266632324312</c:v>
              </c:pt>
              <c:pt idx="361">
                <c:v>0.959433109793865</c:v>
              </c:pt>
              <c:pt idx="362">
                <c:v>0.9237683204433719</c:v>
              </c:pt>
              <c:pt idx="363">
                <c:v>0.9523393463110492</c:v>
              </c:pt>
              <c:pt idx="364">
                <c:v>0.9388851058249943</c:v>
              </c:pt>
              <c:pt idx="365">
                <c:v>0.9708334557819129</c:v>
              </c:pt>
              <c:pt idx="366">
                <c:v>0.9765385037037558</c:v>
              </c:pt>
              <c:pt idx="367">
                <c:v>0.9942425799762563</c:v>
              </c:pt>
              <c:pt idx="368">
                <c:v>0.9782464690631796</c:v>
              </c:pt>
              <c:pt idx="369">
                <c:v>0.957229896486593</c:v>
              </c:pt>
              <c:pt idx="370">
                <c:v>0.8350122216397725</c:v>
              </c:pt>
              <c:pt idx="371">
                <c:v>0.8641698039461682</c:v>
              </c:pt>
              <c:pt idx="372">
                <c:v>0.865337731888809</c:v>
              </c:pt>
              <c:pt idx="373">
                <c:v>0.8823962795136688</c:v>
              </c:pt>
              <c:pt idx="374">
                <c:v>0.8703604128308885</c:v>
              </c:pt>
              <c:pt idx="375">
                <c:v>0.8654137388640613</c:v>
              </c:pt>
              <c:pt idx="376">
                <c:v>0.8407977242964855</c:v>
              </c:pt>
              <c:pt idx="377">
                <c:v>0.8477997930769079</c:v>
              </c:pt>
              <c:pt idx="378">
                <c:v>0.9217970152909263</c:v>
              </c:pt>
              <c:pt idx="379">
                <c:v>0.920716311659741</c:v>
              </c:pt>
              <c:pt idx="380">
                <c:v>0.936263517935893</c:v>
              </c:pt>
              <c:pt idx="381">
                <c:v>0.6629226030124481</c:v>
              </c:pt>
              <c:pt idx="382">
                <c:v>0.9843094448104492</c:v>
              </c:pt>
              <c:pt idx="383">
                <c:v>0.94125298933345</c:v>
              </c:pt>
              <c:pt idx="384">
                <c:v>0.926009398642548</c:v>
              </c:pt>
              <c:pt idx="385">
                <c:v>0.9367754191729012</c:v>
              </c:pt>
              <c:pt idx="386">
                <c:v>0.9171187687718751</c:v>
              </c:pt>
              <c:pt idx="387">
                <c:v>0.9741819650467779</c:v>
              </c:pt>
              <c:pt idx="388">
                <c:v>0.961295731994819</c:v>
              </c:pt>
              <c:pt idx="389">
                <c:v>0.9827576695701337</c:v>
              </c:pt>
              <c:pt idx="390">
                <c:v>0.9874691859918452</c:v>
              </c:pt>
              <c:pt idx="391">
                <c:v>0.9863520681720481</c:v>
              </c:pt>
              <c:pt idx="392">
                <c:v>0.9213206667274823</c:v>
              </c:pt>
              <c:pt idx="393">
                <c:v>0.9350080224076669</c:v>
              </c:pt>
              <c:pt idx="394">
                <c:v>0.9183826560643583</c:v>
              </c:pt>
              <c:pt idx="395">
                <c:v>0.9068176237926298</c:v>
              </c:pt>
              <c:pt idx="396">
                <c:v>0.902914465380058</c:v>
              </c:pt>
              <c:pt idx="397">
                <c:v>0.9738380305936034</c:v>
              </c:pt>
              <c:pt idx="398">
                <c:v>0.9533074099482687</c:v>
              </c:pt>
              <c:pt idx="399">
                <c:v>0.9579558629016854</c:v>
              </c:pt>
              <c:pt idx="400">
                <c:v>0.9596473120979352</c:v>
              </c:pt>
              <c:pt idx="401">
                <c:v>0.9124933031176056</c:v>
              </c:pt>
              <c:pt idx="402">
                <c:v>0.938532971403748</c:v>
              </c:pt>
              <c:pt idx="403">
                <c:v>0.9348069732102264</c:v>
              </c:pt>
              <c:pt idx="404">
                <c:v>0.6957504058780303</c:v>
              </c:pt>
              <c:pt idx="405">
                <c:v>0.9064698625593661</c:v>
              </c:pt>
              <c:pt idx="406">
                <c:v>0.9136353400873242</c:v>
              </c:pt>
              <c:pt idx="407">
                <c:v>0.9474963442820415</c:v>
              </c:pt>
              <c:pt idx="408">
                <c:v>0.9410873723340022</c:v>
              </c:pt>
              <c:pt idx="409">
                <c:v>0.9613116149033205</c:v>
              </c:pt>
              <c:pt idx="410">
                <c:v>0.9596671547152651</c:v>
              </c:pt>
              <c:pt idx="411">
                <c:v>0.9676717558994319</c:v>
              </c:pt>
              <c:pt idx="412">
                <c:v>0.9708277390910678</c:v>
              </c:pt>
              <c:pt idx="413">
                <c:v>0.9346531174456835</c:v>
              </c:pt>
              <c:pt idx="414">
                <c:v>0.9269355129330829</c:v>
              </c:pt>
              <c:pt idx="415">
                <c:v>0.9279771565174797</c:v>
              </c:pt>
              <c:pt idx="416">
                <c:v>0.9005859228452969</c:v>
              </c:pt>
              <c:pt idx="417">
                <c:v>0.941319963968974</c:v>
              </c:pt>
              <c:pt idx="418">
                <c:v>0.9465976753262467</c:v>
              </c:pt>
              <c:pt idx="419">
                <c:v>0.9453755770619128</c:v>
              </c:pt>
              <c:pt idx="420">
                <c:v>0.9462141052181066</c:v>
              </c:pt>
              <c:pt idx="421">
                <c:v>0.9455887950625421</c:v>
              </c:pt>
              <c:pt idx="422">
                <c:v>0.9748105693607327</c:v>
              </c:pt>
              <c:pt idx="423">
                <c:v>0.9490450419157154</c:v>
              </c:pt>
              <c:pt idx="424">
                <c:v>0.9311836336559776</c:v>
              </c:pt>
              <c:pt idx="425">
                <c:v>1.0176808982651309</c:v>
              </c:pt>
              <c:pt idx="426">
                <c:v>1.0162089781470482</c:v>
              </c:pt>
              <c:pt idx="427">
                <c:v>1.020328099366714</c:v>
              </c:pt>
              <c:pt idx="428">
                <c:v>1.0056775788815873</c:v>
              </c:pt>
              <c:pt idx="429">
                <c:v>1.0147955429422613</c:v>
              </c:pt>
              <c:pt idx="430">
                <c:v>1.0020272987111967</c:v>
              </c:pt>
              <c:pt idx="431">
                <c:v>1.0047897693429597</c:v>
              </c:pt>
              <c:pt idx="432">
                <c:v>1.0170754417095975</c:v>
              </c:pt>
              <c:pt idx="433">
                <c:v>0.9520393977450985</c:v>
              </c:pt>
              <c:pt idx="434">
                <c:v>0.9637917986903719</c:v>
              </c:pt>
              <c:pt idx="435">
                <c:v>1.0166651620900817</c:v>
              </c:pt>
              <c:pt idx="436">
                <c:v>0.9423891951130701</c:v>
              </c:pt>
              <c:pt idx="437">
                <c:v>0.9512167971943325</c:v>
              </c:pt>
              <c:pt idx="438">
                <c:v>0.9595955371226098</c:v>
              </c:pt>
              <c:pt idx="439">
                <c:v>0.9504352903893007</c:v>
              </c:pt>
              <c:pt idx="440">
                <c:v>0.9574452560345281</c:v>
              </c:pt>
              <c:pt idx="441">
                <c:v>0.9624510745823686</c:v>
              </c:pt>
              <c:pt idx="442">
                <c:v>0.9523824177315153</c:v>
              </c:pt>
              <c:pt idx="443">
                <c:v>0.9711619067652493</c:v>
              </c:pt>
              <c:pt idx="444">
                <c:v>0.8861451554966804</c:v>
              </c:pt>
              <c:pt idx="445">
                <c:v>0.89713787537815</c:v>
              </c:pt>
              <c:pt idx="446">
                <c:v>0.9549886001139513</c:v>
              </c:pt>
              <c:pt idx="447">
                <c:v>0.9758058762422288</c:v>
              </c:pt>
              <c:pt idx="448">
                <c:v>0.9762602793569026</c:v>
              </c:pt>
              <c:pt idx="449">
                <c:v>0.9871546073680368</c:v>
              </c:pt>
              <c:pt idx="450">
                <c:v>0.9902113429697728</c:v>
              </c:pt>
              <c:pt idx="451">
                <c:v>0.9961874804246019</c:v>
              </c:pt>
              <c:pt idx="452">
                <c:v>0.9991503171851212</c:v>
              </c:pt>
              <c:pt idx="453">
                <c:v>0.9663146758482845</c:v>
              </c:pt>
              <c:pt idx="454">
                <c:v>0.966523809787604</c:v>
              </c:pt>
              <c:pt idx="455">
                <c:v>0.9730042497047379</c:v>
              </c:pt>
              <c:pt idx="456">
                <c:v>0.977074484296832</c:v>
              </c:pt>
              <c:pt idx="457">
                <c:v>1.009856570366802</c:v>
              </c:pt>
              <c:pt idx="458">
                <c:v>1.0008856518706792</c:v>
              </c:pt>
              <c:pt idx="459">
                <c:v>0.9805294761082461</c:v>
              </c:pt>
              <c:pt idx="460">
                <c:v>0.9805213634857904</c:v>
              </c:pt>
              <c:pt idx="461">
                <c:v>0.986833718998078</c:v>
              </c:pt>
              <c:pt idx="462">
                <c:v>0.9416960154760582</c:v>
              </c:pt>
              <c:pt idx="463">
                <c:v>0.9401610030684749</c:v>
              </c:pt>
              <c:pt idx="464">
                <c:v>0.9875439293791638</c:v>
              </c:pt>
              <c:pt idx="465">
                <c:v>0.7430193847713168</c:v>
              </c:pt>
              <c:pt idx="466">
                <c:v>0.6680115010407116</c:v>
              </c:pt>
              <c:pt idx="467">
                <c:v>0.9873036573252865</c:v>
              </c:pt>
              <c:pt idx="468">
                <c:v>0.4334773050247557</c:v>
              </c:pt>
              <c:pt idx="469">
                <c:v>0.9891717092283618</c:v>
              </c:pt>
              <c:pt idx="470">
                <c:v>0.9249269898399286</c:v>
              </c:pt>
              <c:pt idx="471">
                <c:v>0.915379925069442</c:v>
              </c:pt>
              <c:pt idx="472">
                <c:v>0.7952009979841447</c:v>
              </c:pt>
              <c:pt idx="473">
                <c:v>0.999174140831855</c:v>
              </c:pt>
              <c:pt idx="474">
                <c:v>1.0022128603369478</c:v>
              </c:pt>
              <c:pt idx="475">
                <c:v>0.9981196220168184</c:v>
              </c:pt>
              <c:pt idx="476">
                <c:v>1.002572208149871</c:v>
              </c:pt>
              <c:pt idx="477">
                <c:v>1.0004145887728342</c:v>
              </c:pt>
              <c:pt idx="478">
                <c:v>1.0165985956113712</c:v>
              </c:pt>
              <c:pt idx="479">
                <c:v>1.0183020319225302</c:v>
              </c:pt>
              <c:pt idx="480">
                <c:v>1.0002638590358668</c:v>
              </c:pt>
              <c:pt idx="481">
                <c:v>0.971221106075204</c:v>
              </c:pt>
              <c:pt idx="482">
                <c:v>0.9589990659025841</c:v>
              </c:pt>
              <c:pt idx="483">
                <c:v>0.9697336163966178</c:v>
              </c:pt>
              <c:pt idx="484">
                <c:v>0.9513877505679205</c:v>
              </c:pt>
              <c:pt idx="485">
                <c:v>0.913792298257723</c:v>
              </c:pt>
              <c:pt idx="486">
                <c:v>0.9655220002554977</c:v>
              </c:pt>
              <c:pt idx="487">
                <c:v>0.9751632754090832</c:v>
              </c:pt>
              <c:pt idx="488">
                <c:v>0.968979002139592</c:v>
              </c:pt>
              <c:pt idx="489">
                <c:v>0.9319348724456126</c:v>
              </c:pt>
              <c:pt idx="490">
                <c:v>0.9260458761375867</c:v>
              </c:pt>
              <c:pt idx="491">
                <c:v>0.9247890748859604</c:v>
              </c:pt>
              <c:pt idx="492">
                <c:v>1.0139157585689362</c:v>
              </c:pt>
              <c:pt idx="493">
                <c:v>1.0177063144267597</c:v>
              </c:pt>
              <c:pt idx="494">
                <c:v>1.0214148544190653</c:v>
              </c:pt>
              <c:pt idx="495">
                <c:v>1.0331179295586161</c:v>
              </c:pt>
              <c:pt idx="496">
                <c:v>1.0313238696709193</c:v>
              </c:pt>
              <c:pt idx="497">
                <c:v>0.9941582044938556</c:v>
              </c:pt>
              <c:pt idx="498">
                <c:v>0.9958179249789603</c:v>
              </c:pt>
              <c:pt idx="499">
                <c:v>0.7016334289456749</c:v>
              </c:pt>
              <c:pt idx="500">
                <c:v>1.0416493474184831</c:v>
              </c:pt>
              <c:pt idx="501">
                <c:v>1.0231794332008386</c:v>
              </c:pt>
              <c:pt idx="502">
                <c:v>1.0415015797690659</c:v>
              </c:pt>
              <c:pt idx="503">
                <c:v>0.9647917002009846</c:v>
              </c:pt>
              <c:pt idx="504">
                <c:v>0.9500878307576226</c:v>
              </c:pt>
              <c:pt idx="505">
                <c:v>0.962486506584295</c:v>
              </c:pt>
              <c:pt idx="506">
                <c:v>0.9794458450229404</c:v>
              </c:pt>
              <c:pt idx="507">
                <c:v>0.9651563229597884</c:v>
              </c:pt>
              <c:pt idx="508">
                <c:v>0.966916914340362</c:v>
              </c:pt>
              <c:pt idx="509">
                <c:v>1.0070521676300819</c:v>
              </c:pt>
              <c:pt idx="510">
                <c:v>0.9741539513229873</c:v>
              </c:pt>
              <c:pt idx="511">
                <c:v>0.9842955558431568</c:v>
              </c:pt>
              <c:pt idx="512">
                <c:v>0.9612808543993223</c:v>
              </c:pt>
              <c:pt idx="513">
                <c:v>0.9633982089888573</c:v>
              </c:pt>
              <c:pt idx="514">
                <c:v>0.9742683985404439</c:v>
              </c:pt>
              <c:pt idx="515">
                <c:v>0.9687586506120309</c:v>
              </c:pt>
              <c:pt idx="516">
                <c:v>0.9256439115751842</c:v>
              </c:pt>
              <c:pt idx="517">
                <c:v>1.026158032979802</c:v>
              </c:pt>
              <c:pt idx="518">
                <c:v>1.0354367185581326</c:v>
              </c:pt>
              <c:pt idx="519">
                <c:v>1.0259430519706656</c:v>
              </c:pt>
              <c:pt idx="520">
                <c:v>1.035084452196653</c:v>
              </c:pt>
              <c:pt idx="521">
                <c:v>1.0194308799267149</c:v>
              </c:pt>
              <c:pt idx="522">
                <c:v>0.97785770528121</c:v>
              </c:pt>
              <c:pt idx="523">
                <c:v>0.9825771905971274</c:v>
              </c:pt>
              <c:pt idx="524">
                <c:v>0.9690886394101756</c:v>
              </c:pt>
              <c:pt idx="525">
                <c:v>0.9888589975844526</c:v>
              </c:pt>
              <c:pt idx="526">
                <c:v>0.9954246582972959</c:v>
              </c:pt>
              <c:pt idx="527">
                <c:v>0.9936653053266598</c:v>
              </c:pt>
              <c:pt idx="528">
                <c:v>1.0140590117102883</c:v>
              </c:pt>
              <c:pt idx="529">
                <c:v>0.958043371573539</c:v>
              </c:pt>
              <c:pt idx="530">
                <c:v>0.9634498152589867</c:v>
              </c:pt>
              <c:pt idx="531">
                <c:v>0.4968141475269073</c:v>
              </c:pt>
              <c:pt idx="532">
                <c:v>0.9138292966905996</c:v>
              </c:pt>
              <c:pt idx="533">
                <c:v>0.9705528037535112</c:v>
              </c:pt>
              <c:pt idx="534">
                <c:v>0.9562791946962819</c:v>
              </c:pt>
              <c:pt idx="535">
                <c:v>0.9554648649202968</c:v>
              </c:pt>
              <c:pt idx="536">
                <c:v>0.9502039313497364</c:v>
              </c:pt>
              <c:pt idx="537">
                <c:v>1.0201774333061462</c:v>
              </c:pt>
              <c:pt idx="538">
                <c:v>1.0226456529902304</c:v>
              </c:pt>
              <c:pt idx="539">
                <c:v>1.032267508870591</c:v>
              </c:pt>
              <c:pt idx="540">
                <c:v>0.9783229102518789</c:v>
              </c:pt>
              <c:pt idx="541">
                <c:v>0.9776791093477354</c:v>
              </c:pt>
              <c:pt idx="542">
                <c:v>1.0299105295475803</c:v>
              </c:pt>
              <c:pt idx="543">
                <c:v>1.023409317370896</c:v>
              </c:pt>
              <c:pt idx="544">
                <c:v>1.040879191371562</c:v>
              </c:pt>
              <c:pt idx="545">
                <c:v>0.9653270264736892</c:v>
              </c:pt>
              <c:pt idx="546">
                <c:v>0.9748060666510268</c:v>
              </c:pt>
              <c:pt idx="547">
                <c:v>0.9752609277257235</c:v>
              </c:pt>
              <c:pt idx="548">
                <c:v>0.9643525996725543</c:v>
              </c:pt>
              <c:pt idx="549">
                <c:v>0.9762668920956789</c:v>
              </c:pt>
              <c:pt idx="550">
                <c:v>0.5776067132544259</c:v>
              </c:pt>
              <c:pt idx="551">
                <c:v>0.6498820202067653</c:v>
              </c:pt>
              <c:pt idx="552">
                <c:v>0.6226305000106529</c:v>
              </c:pt>
              <c:pt idx="553">
                <c:v>0.8590813349722117</c:v>
              </c:pt>
              <c:pt idx="554">
                <c:v>0.8747750779209965</c:v>
              </c:pt>
              <c:pt idx="555">
                <c:v>0.8330352634655075</c:v>
              </c:pt>
              <c:pt idx="556">
                <c:v>0.8020634825363104</c:v>
              </c:pt>
              <c:pt idx="557">
                <c:v>0.8657243898058808</c:v>
              </c:pt>
              <c:pt idx="558">
                <c:v>0.8309105757242065</c:v>
              </c:pt>
              <c:pt idx="559">
                <c:v>0.8593056885640487</c:v>
              </c:pt>
              <c:pt idx="560">
                <c:v>0.7557423353697162</c:v>
              </c:pt>
              <c:pt idx="561">
                <c:v>0.7751727092722962</c:v>
              </c:pt>
              <c:pt idx="562">
                <c:v>0.9815349199920832</c:v>
              </c:pt>
              <c:pt idx="563">
                <c:v>0.8691669058403132</c:v>
              </c:pt>
              <c:pt idx="564">
                <c:v>1.0024214380188279</c:v>
              </c:pt>
              <c:pt idx="565">
                <c:v>1.0290976387391513</c:v>
              </c:pt>
              <c:pt idx="566">
                <c:v>1.002794361682864</c:v>
              </c:pt>
              <c:pt idx="567">
                <c:v>1.0015410888359844</c:v>
              </c:pt>
              <c:pt idx="568">
                <c:v>1.00958621884836</c:v>
              </c:pt>
              <c:pt idx="569">
                <c:v>0.9929932275377183</c:v>
              </c:pt>
              <c:pt idx="570">
                <c:v>0.8540703445734199</c:v>
              </c:pt>
              <c:pt idx="571">
                <c:v>0.8622195107961395</c:v>
              </c:pt>
              <c:pt idx="572">
                <c:v>0.9667824832120867</c:v>
              </c:pt>
              <c:pt idx="573">
                <c:v>0.9691215898961538</c:v>
              </c:pt>
              <c:pt idx="574">
                <c:v>0.9736488595769637</c:v>
              </c:pt>
              <c:pt idx="575">
                <c:v>0.9593679052137881</c:v>
              </c:pt>
              <c:pt idx="576">
                <c:v>0.909629676986436</c:v>
              </c:pt>
              <c:pt idx="577">
                <c:v>0.7891726683077721</c:v>
              </c:pt>
              <c:pt idx="578">
                <c:v>0.7090159343573764</c:v>
              </c:pt>
              <c:pt idx="579">
                <c:v>0.7835172439833022</c:v>
              </c:pt>
              <c:pt idx="580">
                <c:v>0.725496986196617</c:v>
              </c:pt>
              <c:pt idx="581">
                <c:v>0.8560481659775387</c:v>
              </c:pt>
              <c:pt idx="582">
                <c:v>0.8456717129605287</c:v>
              </c:pt>
              <c:pt idx="583">
                <c:v>0.7999173566946155</c:v>
              </c:pt>
              <c:pt idx="584">
                <c:v>0.8313956994457941</c:v>
              </c:pt>
              <c:pt idx="585">
                <c:v>0.9059803688691576</c:v>
              </c:pt>
              <c:pt idx="586">
                <c:v>0.8950215239239836</c:v>
              </c:pt>
              <c:pt idx="587">
                <c:v>0.8737677644168871</c:v>
              </c:pt>
              <c:pt idx="588">
                <c:v>0.8672732630623403</c:v>
              </c:pt>
              <c:pt idx="589">
                <c:v>0.957342706015851</c:v>
              </c:pt>
              <c:pt idx="590">
                <c:v>1.0187103396182564</c:v>
              </c:pt>
              <c:pt idx="591">
                <c:v>1.008905247685962</c:v>
              </c:pt>
              <c:pt idx="592">
                <c:v>1.0206714699976545</c:v>
              </c:pt>
              <c:pt idx="593">
                <c:v>1.0342277475623813</c:v>
              </c:pt>
              <c:pt idx="594">
                <c:v>1.0211728411943422</c:v>
              </c:pt>
              <c:pt idx="595">
                <c:v>0.9753488133071607</c:v>
              </c:pt>
              <c:pt idx="596">
                <c:v>0.9729293180352979</c:v>
              </c:pt>
              <c:pt idx="597">
                <c:v>0.9773258285495366</c:v>
              </c:pt>
              <c:pt idx="598">
                <c:v>0.9487077527140283</c:v>
              </c:pt>
              <c:pt idx="599">
                <c:v>0.9798500472204905</c:v>
              </c:pt>
              <c:pt idx="600">
                <c:v>0.9861434875797688</c:v>
              </c:pt>
              <c:pt idx="601">
                <c:v>0.9308078256487099</c:v>
              </c:pt>
              <c:pt idx="602">
                <c:v>0.9626142165503453</c:v>
              </c:pt>
              <c:pt idx="603">
                <c:v>0.9082574818597169</c:v>
              </c:pt>
              <c:pt idx="604">
                <c:v>0.5173937099764095</c:v>
              </c:pt>
              <c:pt idx="605">
                <c:v>0.6420102747453181</c:v>
              </c:pt>
              <c:pt idx="606">
                <c:v>0.6792429838109565</c:v>
              </c:pt>
              <c:pt idx="607">
                <c:v>0.9323843165794415</c:v>
              </c:pt>
              <c:pt idx="608">
                <c:v>0.7455313922899675</c:v>
              </c:pt>
              <c:pt idx="609">
                <c:v>0.8521139583592741</c:v>
              </c:pt>
              <c:pt idx="610">
                <c:v>1.0404262447374353</c:v>
              </c:pt>
              <c:pt idx="611">
                <c:v>0.9721242256830502</c:v>
              </c:pt>
              <c:pt idx="612">
                <c:v>0.9611248248406301</c:v>
              </c:pt>
              <c:pt idx="613">
                <c:v>0.9995344295379119</c:v>
              </c:pt>
              <c:pt idx="614">
                <c:v>0.9970404535308999</c:v>
              </c:pt>
              <c:pt idx="615">
                <c:v>1.034604073776669</c:v>
              </c:pt>
              <c:pt idx="616">
                <c:v>1.03310357331337</c:v>
              </c:pt>
              <c:pt idx="617">
                <c:v>0.9563895586407616</c:v>
              </c:pt>
              <c:pt idx="618">
                <c:v>0.9802424140572802</c:v>
              </c:pt>
              <c:pt idx="619">
                <c:v>1.0082120234286136</c:v>
              </c:pt>
              <c:pt idx="620">
                <c:v>1.0079730272779</c:v>
              </c:pt>
              <c:pt idx="621">
                <c:v>0.9870787443821705</c:v>
              </c:pt>
              <c:pt idx="622">
                <c:v>1.0063613921066474</c:v>
              </c:pt>
              <c:pt idx="623">
                <c:v>1.010528493067725</c:v>
              </c:pt>
              <c:pt idx="624">
                <c:v>0.6652150390910103</c:v>
              </c:pt>
              <c:pt idx="625">
                <c:v>0.5824488557408953</c:v>
              </c:pt>
              <c:pt idx="626">
                <c:v>0.9930538138160531</c:v>
              </c:pt>
              <c:pt idx="627">
                <c:v>0.9951125414990053</c:v>
              </c:pt>
              <c:pt idx="628">
                <c:v>0.9877371930448342</c:v>
              </c:pt>
              <c:pt idx="629">
                <c:v>0.5932979983983531</c:v>
              </c:pt>
              <c:pt idx="630">
                <c:v>0.7080241112760834</c:v>
              </c:pt>
              <c:pt idx="631">
                <c:v>0.8689388634745608</c:v>
              </c:pt>
              <c:pt idx="632">
                <c:v>0.8568152720523804</c:v>
              </c:pt>
              <c:pt idx="633">
                <c:v>0.7992648350967658</c:v>
              </c:pt>
              <c:pt idx="634">
                <c:v>0.8319201147357812</c:v>
              </c:pt>
              <c:pt idx="635">
                <c:v>0.8898064109330962</c:v>
              </c:pt>
              <c:pt idx="636">
                <c:v>0.8977389081077984</c:v>
              </c:pt>
              <c:pt idx="637">
                <c:v>0.7680149739403346</c:v>
              </c:pt>
              <c:pt idx="638">
                <c:v>0.7783127029658494</c:v>
              </c:pt>
              <c:pt idx="639">
                <c:v>0.8936840257304792</c:v>
              </c:pt>
              <c:pt idx="640">
                <c:v>0.7307945379099127</c:v>
              </c:pt>
              <c:pt idx="641">
                <c:v>0.7083826536523152</c:v>
              </c:pt>
              <c:pt idx="642">
                <c:v>0.7136675161982164</c:v>
              </c:pt>
              <c:pt idx="643">
                <c:v>0.8834825505819752</c:v>
              </c:pt>
              <c:pt idx="644">
                <c:v>0.9011622532787797</c:v>
              </c:pt>
              <c:pt idx="645">
                <c:v>0.7479898736672317</c:v>
              </c:pt>
              <c:pt idx="646">
                <c:v>0.9513816345152345</c:v>
              </c:pt>
              <c:pt idx="647">
                <c:v>0.9400215622720796</c:v>
              </c:pt>
              <c:pt idx="648">
                <c:v>0.7281806253474005</c:v>
              </c:pt>
              <c:pt idx="649">
                <c:v>0.8098919124460825</c:v>
              </c:pt>
              <c:pt idx="650">
                <c:v>0.8066330557858336</c:v>
              </c:pt>
              <c:pt idx="651">
                <c:v>0.8119847164657656</c:v>
              </c:pt>
              <c:pt idx="652">
                <c:v>0.8123739988225843</c:v>
              </c:pt>
              <c:pt idx="653">
                <c:v>1.0148785522963029</c:v>
              </c:pt>
              <c:pt idx="654">
                <c:v>0.9926435529917165</c:v>
              </c:pt>
              <c:pt idx="655">
                <c:v>0.7230952158404059</c:v>
              </c:pt>
              <c:pt idx="656">
                <c:v>0.9445734174150962</c:v>
              </c:pt>
              <c:pt idx="657">
                <c:v>0.76424501621013</c:v>
              </c:pt>
              <c:pt idx="658">
                <c:v>0.756424073082397</c:v>
              </c:pt>
              <c:pt idx="659">
                <c:v>0.710842913464641</c:v>
              </c:pt>
              <c:pt idx="660">
                <c:v>0.7755002712809537</c:v>
              </c:pt>
              <c:pt idx="661">
                <c:v>1.0051290831531452</c:v>
              </c:pt>
              <c:pt idx="662">
                <c:v>1.0084344085843393</c:v>
              </c:pt>
              <c:pt idx="663">
                <c:v>0.9429776751679859</c:v>
              </c:pt>
              <c:pt idx="664">
                <c:v>1.0114461352963342</c:v>
              </c:pt>
              <c:pt idx="665">
                <c:v>0.9533217620900447</c:v>
              </c:pt>
              <c:pt idx="666">
                <c:v>0.5798744347643396</c:v>
              </c:pt>
              <c:pt idx="667">
                <c:v>0.7256864316753107</c:v>
              </c:pt>
              <c:pt idx="668">
                <c:v>0.6871845029418608</c:v>
              </c:pt>
              <c:pt idx="669">
                <c:v>0.36574952890941104</c:v>
              </c:pt>
              <c:pt idx="670">
                <c:v>0.4018699746157349</c:v>
              </c:pt>
              <c:pt idx="671">
                <c:v>0.36517130817696086</c:v>
              </c:pt>
              <c:pt idx="672">
                <c:v>0.44397203518342143</c:v>
              </c:pt>
              <c:pt idx="673">
                <c:v>0.3750480149647751</c:v>
              </c:pt>
              <c:pt idx="674">
                <c:v>0.8216771146949977</c:v>
              </c:pt>
              <c:pt idx="675">
                <c:v>0.8573078493227008</c:v>
              </c:pt>
              <c:pt idx="676">
                <c:v>0.8482066907126207</c:v>
              </c:pt>
              <c:pt idx="677">
                <c:v>0.8346250307129184</c:v>
              </c:pt>
              <c:pt idx="678">
                <c:v>0.8959393072979305</c:v>
              </c:pt>
              <c:pt idx="679">
                <c:v>0.845276657255503</c:v>
              </c:pt>
              <c:pt idx="680">
                <c:v>0.9900448536607538</c:v>
              </c:pt>
              <c:pt idx="681">
                <c:v>0.9845589249973856</c:v>
              </c:pt>
              <c:pt idx="682">
                <c:v>0.9939594942930202</c:v>
              </c:pt>
              <c:pt idx="683">
                <c:v>0.9588434614222489</c:v>
              </c:pt>
              <c:pt idx="684">
                <c:v>0.973899574789135</c:v>
              </c:pt>
              <c:pt idx="685">
                <c:v>0.8676850819311116</c:v>
              </c:pt>
              <c:pt idx="686">
                <c:v>0.8894635860119534</c:v>
              </c:pt>
              <c:pt idx="687">
                <c:v>0.6898365801670818</c:v>
              </c:pt>
              <c:pt idx="688">
                <c:v>0.6976571511084905</c:v>
              </c:pt>
              <c:pt idx="689">
                <c:v>0.9571552801244125</c:v>
              </c:pt>
              <c:pt idx="690">
                <c:v>0.9702989834990069</c:v>
              </c:pt>
              <c:pt idx="691">
                <c:v>0.9622048449108035</c:v>
              </c:pt>
              <c:pt idx="692">
                <c:v>0.9526368903146415</c:v>
              </c:pt>
              <c:pt idx="693">
                <c:v>0.9710562191587829</c:v>
              </c:pt>
              <c:pt idx="694">
                <c:v>0.9524451270260652</c:v>
              </c:pt>
              <c:pt idx="695">
                <c:v>0.9519914712150441</c:v>
              </c:pt>
              <c:pt idx="696">
                <c:v>0.9808447640145685</c:v>
              </c:pt>
              <c:pt idx="697">
                <c:v>0.8782704566106552</c:v>
              </c:pt>
              <c:pt idx="698">
                <c:v>0.9062932281866802</c:v>
              </c:pt>
              <c:pt idx="699">
                <c:v>0.9113861376866578</c:v>
              </c:pt>
              <c:pt idx="700">
                <c:v>0.9188185249125093</c:v>
              </c:pt>
              <c:pt idx="701">
                <c:v>0.9276089135038673</c:v>
              </c:pt>
              <c:pt idx="702">
                <c:v>0.9375967308516148</c:v>
              </c:pt>
              <c:pt idx="703">
                <c:v>0.9402883950756287</c:v>
              </c:pt>
              <c:pt idx="704">
                <c:v>0.9402347383383496</c:v>
              </c:pt>
              <c:pt idx="705">
                <c:v>0.8777859750762739</c:v>
              </c:pt>
              <c:pt idx="706">
                <c:v>0.8604244827990447</c:v>
              </c:pt>
              <c:pt idx="707">
                <c:v>0.8894277577946429</c:v>
              </c:pt>
              <c:pt idx="708">
                <c:v>0.8827866787155361</c:v>
              </c:pt>
              <c:pt idx="709">
                <c:v>0.9373745934503565</c:v>
              </c:pt>
              <c:pt idx="710">
                <c:v>0.9306984447898631</c:v>
              </c:pt>
              <c:pt idx="711">
                <c:v>0.9430716926036631</c:v>
              </c:pt>
              <c:pt idx="712">
                <c:v>0.9285751627813579</c:v>
              </c:pt>
              <c:pt idx="713">
                <c:v>0.9216570971658594</c:v>
              </c:pt>
              <c:pt idx="714">
                <c:v>0.9728612480448944</c:v>
              </c:pt>
              <c:pt idx="715">
                <c:v>0.9691050745723101</c:v>
              </c:pt>
              <c:pt idx="716">
                <c:v>0.8672366275921748</c:v>
              </c:pt>
              <c:pt idx="717">
                <c:v>0.8727687403982665</c:v>
              </c:pt>
              <c:pt idx="718">
                <c:v>0.9255125563966218</c:v>
              </c:pt>
              <c:pt idx="719">
                <c:v>0.9731030428201539</c:v>
              </c:pt>
              <c:pt idx="720">
                <c:v>0.9116783186493284</c:v>
              </c:pt>
              <c:pt idx="721">
                <c:v>0.9023179660567048</c:v>
              </c:pt>
              <c:pt idx="722">
                <c:v>0.8987094420315669</c:v>
              </c:pt>
              <c:pt idx="723">
                <c:v>0.9130254049855607</c:v>
              </c:pt>
              <c:pt idx="724">
                <c:v>0.8876541705107002</c:v>
              </c:pt>
              <c:pt idx="725">
                <c:v>0.9005640646574499</c:v>
              </c:pt>
              <c:pt idx="726">
                <c:v>0.9024219917298769</c:v>
              </c:pt>
              <c:pt idx="727">
                <c:v>0.8803567802272904</c:v>
              </c:pt>
              <c:pt idx="728">
                <c:v>0.9375966956515194</c:v>
              </c:pt>
              <c:pt idx="729">
                <c:v>1.0026240305959861</c:v>
              </c:pt>
              <c:pt idx="730">
                <c:v>1.013663900668848</c:v>
              </c:pt>
              <c:pt idx="731">
                <c:v>1.0090851233079292</c:v>
              </c:pt>
              <c:pt idx="732">
                <c:v>1.007413769994913</c:v>
              </c:pt>
              <c:pt idx="733">
                <c:v>1.0014319043077824</c:v>
              </c:pt>
              <c:pt idx="734">
                <c:v>1.0157728271480202</c:v>
              </c:pt>
              <c:pt idx="735">
                <c:v>1.021176505984508</c:v>
              </c:pt>
              <c:pt idx="736">
                <c:v>1.0261760325555687</c:v>
              </c:pt>
              <c:pt idx="737">
                <c:v>1.0159443699658746</c:v>
              </c:pt>
              <c:pt idx="738">
                <c:v>1.0284576253702649</c:v>
              </c:pt>
              <c:pt idx="739">
                <c:v>1.03891724447798</c:v>
              </c:pt>
              <c:pt idx="740">
                <c:v>1.0360147622670521</c:v>
              </c:pt>
              <c:pt idx="741">
                <c:v>0.9405644889622536</c:v>
              </c:pt>
              <c:pt idx="742">
                <c:v>0.9403584168579793</c:v>
              </c:pt>
              <c:pt idx="743">
                <c:v>0.9129304584552649</c:v>
              </c:pt>
              <c:pt idx="744">
                <c:v>0.9124300041964365</c:v>
              </c:pt>
              <c:pt idx="745">
                <c:v>0.9687679565239351</c:v>
              </c:pt>
              <c:pt idx="746">
                <c:v>0.8783496204340798</c:v>
              </c:pt>
              <c:pt idx="747">
                <c:v>0.884808546570728</c:v>
              </c:pt>
              <c:pt idx="748">
                <c:v>0.9461761224252371</c:v>
              </c:pt>
              <c:pt idx="749">
                <c:v>0.9587929501708407</c:v>
              </c:pt>
              <c:pt idx="750">
                <c:v>0.9477826881752734</c:v>
              </c:pt>
              <c:pt idx="751">
                <c:v>0.9687869396241638</c:v>
              </c:pt>
              <c:pt idx="752">
                <c:v>0.9668489275527057</c:v>
              </c:pt>
              <c:pt idx="753">
                <c:v>0.9600729169942849</c:v>
              </c:pt>
              <c:pt idx="754">
                <c:v>1.0089760096894733</c:v>
              </c:pt>
              <c:pt idx="755">
                <c:v>1.01952446427856</c:v>
              </c:pt>
              <c:pt idx="756">
                <c:v>0.9362392534793644</c:v>
              </c:pt>
              <c:pt idx="757">
                <c:v>0.9492874878231651</c:v>
              </c:pt>
              <c:pt idx="758">
                <c:v>1.0122696852054385</c:v>
              </c:pt>
              <c:pt idx="759">
                <c:v>0.9336414729333102</c:v>
              </c:pt>
              <c:pt idx="760">
                <c:v>1.0082761675336125</c:v>
              </c:pt>
              <c:pt idx="761">
                <c:v>0.9704336218293111</c:v>
              </c:pt>
              <c:pt idx="762">
                <c:v>0.9648664793267736</c:v>
              </c:pt>
              <c:pt idx="763">
                <c:v>0.9701031104817616</c:v>
              </c:pt>
              <c:pt idx="764">
                <c:v>0.9881174999311216</c:v>
              </c:pt>
              <c:pt idx="765">
                <c:v>0.9797609504095451</c:v>
              </c:pt>
              <c:pt idx="766">
                <c:v>0.9937175555709898</c:v>
              </c:pt>
              <c:pt idx="767">
                <c:v>1.001217397415937</c:v>
              </c:pt>
              <c:pt idx="768">
                <c:v>0.981269225127556</c:v>
              </c:pt>
              <c:pt idx="769">
                <c:v>0.9875638756169055</c:v>
              </c:pt>
              <c:pt idx="770">
                <c:v>0.9824904194131586</c:v>
              </c:pt>
              <c:pt idx="771">
                <c:v>0.9896039820301138</c:v>
              </c:pt>
              <c:pt idx="772">
                <c:v>0.9886547200994956</c:v>
              </c:pt>
              <c:pt idx="773">
                <c:v>0.9853277580139217</c:v>
              </c:pt>
              <c:pt idx="774">
                <c:v>0.9284874157222658</c:v>
              </c:pt>
              <c:pt idx="775">
                <c:v>0.9398000790656904</c:v>
              </c:pt>
              <c:pt idx="776">
                <c:v>1.0215197106692553</c:v>
              </c:pt>
              <c:pt idx="777">
                <c:v>1.012842215786596</c:v>
              </c:pt>
              <c:pt idx="778">
                <c:v>1.022131769287533</c:v>
              </c:pt>
              <c:pt idx="779">
                <c:v>0.9570560545715985</c:v>
              </c:pt>
              <c:pt idx="780">
                <c:v>0.9582834156929675</c:v>
              </c:pt>
              <c:pt idx="781">
                <c:v>0.9599970753969705</c:v>
              </c:pt>
              <c:pt idx="782">
                <c:v>0.9693531418680225</c:v>
              </c:pt>
              <c:pt idx="783">
                <c:v>0.9627442119746025</c:v>
              </c:pt>
              <c:pt idx="784">
                <c:v>0.9692116294821232</c:v>
              </c:pt>
              <c:pt idx="785">
                <c:v>0.9734043381293754</c:v>
              </c:pt>
              <c:pt idx="786">
                <c:v>0.9629105659039359</c:v>
              </c:pt>
              <c:pt idx="787">
                <c:v>0.9646211678780916</c:v>
              </c:pt>
              <c:pt idx="788">
                <c:v>0.9193981613987</c:v>
              </c:pt>
              <c:pt idx="789">
                <c:v>0.9236731588229525</c:v>
              </c:pt>
              <c:pt idx="790">
                <c:v>0.9056025704342281</c:v>
              </c:pt>
              <c:pt idx="791">
                <c:v>0.8404229343007769</c:v>
              </c:pt>
              <c:pt idx="792">
                <c:v>0.973865661040189</c:v>
              </c:pt>
              <c:pt idx="793">
                <c:v>0.971012491333667</c:v>
              </c:pt>
              <c:pt idx="794">
                <c:v>0.9868449838048436</c:v>
              </c:pt>
              <c:pt idx="795">
                <c:v>0.969719723469606</c:v>
              </c:pt>
              <c:pt idx="796">
                <c:v>0.7761388131031648</c:v>
              </c:pt>
              <c:pt idx="797">
                <c:v>0.8233071751923438</c:v>
              </c:pt>
              <c:pt idx="798">
                <c:v>0.8187073268535114</c:v>
              </c:pt>
              <c:pt idx="799">
                <c:v>0.8237871749553457</c:v>
              </c:pt>
              <c:pt idx="800">
                <c:v>0.823561012139921</c:v>
              </c:pt>
              <c:pt idx="801">
                <c:v>0.9974913205938374</c:v>
              </c:pt>
              <c:pt idx="802">
                <c:v>0.9973404295940179</c:v>
              </c:pt>
              <c:pt idx="803">
                <c:v>0.9479589728410889</c:v>
              </c:pt>
              <c:pt idx="804">
                <c:v>0.9486011492932551</c:v>
              </c:pt>
              <c:pt idx="805">
                <c:v>0.9482432421503049</c:v>
              </c:pt>
              <c:pt idx="806">
                <c:v>0.9485970559554625</c:v>
              </c:pt>
              <c:pt idx="807">
                <c:v>0.6769408327892693</c:v>
              </c:pt>
              <c:pt idx="808">
                <c:v>0.6908332087088309</c:v>
              </c:pt>
              <c:pt idx="809">
                <c:v>0.6957622072375433</c:v>
              </c:pt>
              <c:pt idx="810">
                <c:v>0.9694618178812827</c:v>
              </c:pt>
              <c:pt idx="811">
                <c:v>0.8962715774973699</c:v>
              </c:pt>
              <c:pt idx="812">
                <c:v>0.9929650786776919</c:v>
              </c:pt>
              <c:pt idx="813">
                <c:v>0.9906612532526716</c:v>
              </c:pt>
              <c:pt idx="814">
                <c:v>0.885726086755955</c:v>
              </c:pt>
              <c:pt idx="815">
                <c:v>0.8907515195664542</c:v>
              </c:pt>
              <c:pt idx="816">
                <c:v>0.9404199497110497</c:v>
              </c:pt>
              <c:pt idx="817">
                <c:v>0.9320265106043583</c:v>
              </c:pt>
              <c:pt idx="818">
                <c:v>0.9448464726593889</c:v>
              </c:pt>
              <c:pt idx="819">
                <c:v>0.9443248892157426</c:v>
              </c:pt>
              <c:pt idx="820">
                <c:v>0.9784387350746576</c:v>
              </c:pt>
              <c:pt idx="821">
                <c:v>0.8606936701664222</c:v>
              </c:pt>
              <c:pt idx="822">
                <c:v>0.9396089573644812</c:v>
              </c:pt>
              <c:pt idx="823">
                <c:v>0.9436431435264421</c:v>
              </c:pt>
              <c:pt idx="824">
                <c:v>0.9730567474069355</c:v>
              </c:pt>
              <c:pt idx="825">
                <c:v>0.9609284070570598</c:v>
              </c:pt>
              <c:pt idx="826">
                <c:v>0.8871897106415564</c:v>
              </c:pt>
              <c:pt idx="827">
                <c:v>0.9490098733855363</c:v>
              </c:pt>
              <c:pt idx="828">
                <c:v>0.9539638966898862</c:v>
              </c:pt>
              <c:pt idx="829">
                <c:v>0.737486380488553</c:v>
              </c:pt>
              <c:pt idx="830">
                <c:v>0.7767118204410327</c:v>
              </c:pt>
              <c:pt idx="831">
                <c:v>0.9002676114646995</c:v>
              </c:pt>
              <c:pt idx="832">
                <c:v>1.021167228372522</c:v>
              </c:pt>
              <c:pt idx="833">
                <c:v>1.0386969975365956</c:v>
              </c:pt>
              <c:pt idx="834">
                <c:v>1.0393582453262555</c:v>
              </c:pt>
              <c:pt idx="835">
                <c:v>1.0017170887433982</c:v>
              </c:pt>
              <c:pt idx="836">
                <c:v>0.9523538383108285</c:v>
              </c:pt>
              <c:pt idx="837">
                <c:v>0.9548219023522122</c:v>
              </c:pt>
              <c:pt idx="838">
                <c:v>0.9578587442460632</c:v>
              </c:pt>
              <c:pt idx="839">
                <c:v>0.9710215898457893</c:v>
              </c:pt>
              <c:pt idx="840">
                <c:v>0.9759977993330549</c:v>
              </c:pt>
              <c:pt idx="841">
                <c:v>0.9468944494522237</c:v>
              </c:pt>
              <c:pt idx="842">
                <c:v>0.9525574936293172</c:v>
              </c:pt>
              <c:pt idx="843">
                <c:v>0.9527373971151415</c:v>
              </c:pt>
              <c:pt idx="844">
                <c:v>0.9774551313324432</c:v>
              </c:pt>
              <c:pt idx="845">
                <c:v>1.022724476382842</c:v>
              </c:pt>
              <c:pt idx="846">
                <c:v>1.0225308876188293</c:v>
              </c:pt>
              <c:pt idx="847">
                <c:v>1.0139634507647017</c:v>
              </c:pt>
              <c:pt idx="848">
                <c:v>0.9954367347020305</c:v>
              </c:pt>
              <c:pt idx="849">
                <c:v>0.998522006846672</c:v>
              </c:pt>
              <c:pt idx="850">
                <c:v>0.946770513856418</c:v>
              </c:pt>
              <c:pt idx="851">
                <c:v>0.9389527847130685</c:v>
              </c:pt>
              <c:pt idx="852">
                <c:v>1.0412211901176924</c:v>
              </c:pt>
              <c:pt idx="853">
                <c:v>0.8051922352581793</c:v>
              </c:pt>
              <c:pt idx="854">
                <c:v>0.7976373467257731</c:v>
              </c:pt>
              <c:pt idx="855">
                <c:v>1.0060894786966925</c:v>
              </c:pt>
              <c:pt idx="856">
                <c:v>0.9990653825236921</c:v>
              </c:pt>
              <c:pt idx="857">
                <c:v>1.009075673871273</c:v>
              </c:pt>
              <c:pt idx="858">
                <c:v>0.9465925599021862</c:v>
              </c:pt>
              <c:pt idx="859">
                <c:v>0.7082907848615152</c:v>
              </c:pt>
              <c:pt idx="860">
                <c:v>0.7363930059463182</c:v>
              </c:pt>
              <c:pt idx="861">
                <c:v>0.9600934196087525</c:v>
              </c:pt>
              <c:pt idx="862">
                <c:v>0.959115349974015</c:v>
              </c:pt>
              <c:pt idx="863">
                <c:v>0.9584022601146287</c:v>
              </c:pt>
              <c:pt idx="864">
                <c:v>0.920142717449215</c:v>
              </c:pt>
              <c:pt idx="865">
                <c:v>0.9278037073396966</c:v>
              </c:pt>
              <c:pt idx="866">
                <c:v>0.9408360874436728</c:v>
              </c:pt>
              <c:pt idx="867">
                <c:v>1.0021285981660435</c:v>
              </c:pt>
              <c:pt idx="868">
                <c:v>0.9086320450669432</c:v>
              </c:pt>
              <c:pt idx="869">
                <c:v>0.9170790110985932</c:v>
              </c:pt>
              <c:pt idx="870">
                <c:v>0.9104017098155823</c:v>
              </c:pt>
              <c:pt idx="871">
                <c:v>1.0231005877351906</c:v>
              </c:pt>
              <c:pt idx="872">
                <c:v>1.034410969267169</c:v>
              </c:pt>
              <c:pt idx="873">
                <c:v>0.9940243898915999</c:v>
              </c:pt>
              <c:pt idx="874">
                <c:v>1.0022751419892924</c:v>
              </c:pt>
              <c:pt idx="875">
                <c:v>0.9253100910754585</c:v>
              </c:pt>
              <c:pt idx="876">
                <c:v>0.9541989983845989</c:v>
              </c:pt>
              <c:pt idx="877">
                <c:v>0.9542232262117404</c:v>
              </c:pt>
              <c:pt idx="878">
                <c:v>0.9542116239088102</c:v>
              </c:pt>
              <c:pt idx="879">
                <c:v>0.9613316146137514</c:v>
              </c:pt>
              <c:pt idx="880">
                <c:v>0.9406295169722283</c:v>
              </c:pt>
              <c:pt idx="881">
                <c:v>0.9417096931185533</c:v>
              </c:pt>
              <c:pt idx="882">
                <c:v>0.9432757901978392</c:v>
              </c:pt>
              <c:pt idx="883">
                <c:v>0.9881067122322942</c:v>
              </c:pt>
              <c:pt idx="884">
                <c:v>0.9672811302261733</c:v>
              </c:pt>
              <c:pt idx="885">
                <c:v>0.9557838413016759</c:v>
              </c:pt>
              <c:pt idx="886">
                <c:v>0.9719094431945441</c:v>
              </c:pt>
              <c:pt idx="887">
                <c:v>0.9733517508152718</c:v>
              </c:pt>
              <c:pt idx="888">
                <c:v>0.8035763648259331</c:v>
              </c:pt>
              <c:pt idx="889">
                <c:v>0.8560896909386094</c:v>
              </c:pt>
              <c:pt idx="890">
                <c:v>0.8612503288297393</c:v>
              </c:pt>
              <c:pt idx="891">
                <c:v>0.9770455129167936</c:v>
              </c:pt>
              <c:pt idx="892">
                <c:v>0.9276360774581299</c:v>
              </c:pt>
              <c:pt idx="893">
                <c:v>0.9290056054767959</c:v>
              </c:pt>
              <c:pt idx="894">
                <c:v>0.9306961054821596</c:v>
              </c:pt>
              <c:pt idx="895">
                <c:v>0.8502468227711615</c:v>
              </c:pt>
              <c:pt idx="896">
                <c:v>1.040072488984572</c:v>
              </c:pt>
              <c:pt idx="897">
                <c:v>0.958814033583022</c:v>
              </c:pt>
              <c:pt idx="898">
                <c:v>0.9212220203413114</c:v>
              </c:pt>
              <c:pt idx="899">
                <c:v>0.8710326705456606</c:v>
              </c:pt>
              <c:pt idx="900">
                <c:v>0.9513314654157452</c:v>
              </c:pt>
              <c:pt idx="901">
                <c:v>0.7978608468879583</c:v>
              </c:pt>
              <c:pt idx="902">
                <c:v>0.9542294704539651</c:v>
              </c:pt>
              <c:pt idx="903">
                <c:v>0.9069691347931281</c:v>
              </c:pt>
              <c:pt idx="904">
                <c:v>0.905594755282654</c:v>
              </c:pt>
              <c:pt idx="905">
                <c:v>0.9899244972027014</c:v>
              </c:pt>
              <c:pt idx="906">
                <c:v>0.9343751463272939</c:v>
              </c:pt>
              <c:pt idx="907">
                <c:v>0.9286862791577166</c:v>
              </c:pt>
              <c:pt idx="908">
                <c:v>0.690247914689021</c:v>
              </c:pt>
              <c:pt idx="909">
                <c:v>0.983203846657081</c:v>
              </c:pt>
              <c:pt idx="910">
                <c:v>1.0188435593603757</c:v>
              </c:pt>
              <c:pt idx="911">
                <c:v>1.0090932039164038</c:v>
              </c:pt>
              <c:pt idx="912">
                <c:v>0.9550493819005414</c:v>
              </c:pt>
              <c:pt idx="913">
                <c:v>0.911122442118679</c:v>
              </c:pt>
              <c:pt idx="914">
                <c:v>0.9286940677545121</c:v>
              </c:pt>
              <c:pt idx="915">
                <c:v>0.9746718098061274</c:v>
              </c:pt>
              <c:pt idx="916">
                <c:v>0.9862368454664234</c:v>
              </c:pt>
              <c:pt idx="917">
                <c:v>0.8048315513753445</c:v>
              </c:pt>
              <c:pt idx="918">
                <c:v>0.807771410551458</c:v>
              </c:pt>
              <c:pt idx="919">
                <c:v>0.7949480501762036</c:v>
              </c:pt>
              <c:pt idx="920">
                <c:v>0.8143411402273433</c:v>
              </c:pt>
              <c:pt idx="921">
                <c:v>0.511173590597558</c:v>
              </c:pt>
              <c:pt idx="922">
                <c:v>0.4842429051090472</c:v>
              </c:pt>
              <c:pt idx="923">
                <c:v>0.5015220051833376</c:v>
              </c:pt>
              <c:pt idx="924">
                <c:v>0.3767726329043589</c:v>
              </c:pt>
              <c:pt idx="925">
                <c:v>0.7795365443394018</c:v>
              </c:pt>
              <c:pt idx="926">
                <c:v>0.9490799039950254</c:v>
              </c:pt>
              <c:pt idx="927">
                <c:v>0.9475315390933944</c:v>
              </c:pt>
              <c:pt idx="928">
                <c:v>0.8726487361097907</c:v>
              </c:pt>
              <c:pt idx="929">
                <c:v>0.8818232016255712</c:v>
              </c:pt>
              <c:pt idx="930">
                <c:v>0.7765215721990631</c:v>
              </c:pt>
              <c:pt idx="931">
                <c:v>0.758172736011983</c:v>
              </c:pt>
              <c:pt idx="932">
                <c:v>0.7181793751981648</c:v>
              </c:pt>
              <c:pt idx="933">
                <c:v>0.743243813118818</c:v>
              </c:pt>
              <c:pt idx="934">
                <c:v>0.5816474945799461</c:v>
              </c:pt>
              <c:pt idx="935">
                <c:v>0.8132434607370602</c:v>
              </c:pt>
              <c:pt idx="936">
                <c:v>0.7603261947001451</c:v>
              </c:pt>
              <c:pt idx="937">
                <c:v>0.7974837740868636</c:v>
              </c:pt>
              <c:pt idx="938">
                <c:v>0.7891748846222716</c:v>
              </c:pt>
              <c:pt idx="939">
                <c:v>0.6724779576825206</c:v>
              </c:pt>
              <c:pt idx="940">
                <c:v>0.7589633365909001</c:v>
              </c:pt>
              <c:pt idx="941">
                <c:v>0.9923517237754608</c:v>
              </c:pt>
              <c:pt idx="942">
                <c:v>0.9611379650786502</c:v>
              </c:pt>
              <c:pt idx="943">
                <c:v>0.9465489765853181</c:v>
              </c:pt>
              <c:pt idx="944">
                <c:v>0.785867601723194</c:v>
              </c:pt>
              <c:pt idx="945">
                <c:v>0.9234464877020424</c:v>
              </c:pt>
              <c:pt idx="946">
                <c:v>1.0030828184694427</c:v>
              </c:pt>
              <c:pt idx="947">
                <c:v>0.905554417204325</c:v>
              </c:pt>
              <c:pt idx="948">
                <c:v>0.9035887920666386</c:v>
              </c:pt>
              <c:pt idx="949">
                <c:v>0.8957936479700608</c:v>
              </c:pt>
              <c:pt idx="950">
                <c:v>0.835592469485655</c:v>
              </c:pt>
              <c:pt idx="951">
                <c:v>0.8955911697930086</c:v>
              </c:pt>
              <c:pt idx="952">
                <c:v>0.8710847525973983</c:v>
              </c:pt>
              <c:pt idx="953">
                <c:v>0.8726858913260281</c:v>
              </c:pt>
              <c:pt idx="954">
                <c:v>0.8709634015105846</c:v>
              </c:pt>
              <c:pt idx="955">
                <c:v>0.8679750611651251</c:v>
              </c:pt>
              <c:pt idx="956">
                <c:v>0.9829510499388951</c:v>
              </c:pt>
              <c:pt idx="957">
                <c:v>0.9048464927791274</c:v>
              </c:pt>
              <c:pt idx="958">
                <c:v>0.9048463382466809</c:v>
              </c:pt>
              <c:pt idx="959">
                <c:v>0.9383573667791228</c:v>
              </c:pt>
              <c:pt idx="960">
                <c:v>0.9398304720687453</c:v>
              </c:pt>
              <c:pt idx="961">
                <c:v>0.9261529226861536</c:v>
              </c:pt>
              <c:pt idx="962">
                <c:v>0.9293301471364187</c:v>
              </c:pt>
              <c:pt idx="963">
                <c:v>0.8747055830964461</c:v>
              </c:pt>
              <c:pt idx="964">
                <c:v>0.9002338401055344</c:v>
              </c:pt>
              <c:pt idx="965">
                <c:v>0.8570734690708449</c:v>
              </c:pt>
              <c:pt idx="966">
                <c:v>0.9714016331832178</c:v>
              </c:pt>
              <c:pt idx="967">
                <c:v>0.9711053172617868</c:v>
              </c:pt>
              <c:pt idx="968">
                <c:v>0.9268477747224002</c:v>
              </c:pt>
              <c:pt idx="969">
                <c:v>0.9118074648887904</c:v>
              </c:pt>
              <c:pt idx="970">
                <c:v>0.9048457983581656</c:v>
              </c:pt>
              <c:pt idx="971">
                <c:v>0.9068227729936649</c:v>
              </c:pt>
              <c:pt idx="972">
                <c:v>0.6187920706824879</c:v>
              </c:pt>
              <c:pt idx="973">
                <c:v>0.6054418708619865</c:v>
              </c:pt>
              <c:pt idx="974">
                <c:v>0.5942435257630958</c:v>
              </c:pt>
              <c:pt idx="975">
                <c:v>0.9293158959984019</c:v>
              </c:pt>
              <c:pt idx="976">
                <c:v>0.9156894624628769</c:v>
              </c:pt>
              <c:pt idx="977">
                <c:v>0.9127700825608547</c:v>
              </c:pt>
              <c:pt idx="978">
                <c:v>0.9855498498431102</c:v>
              </c:pt>
              <c:pt idx="979">
                <c:v>0.5743010927121198</c:v>
              </c:pt>
              <c:pt idx="980">
                <c:v>0.6535549350993733</c:v>
              </c:pt>
              <c:pt idx="981">
                <c:v>0.9854310074064484</c:v>
              </c:pt>
              <c:pt idx="982">
                <c:v>0.9043759771017805</c:v>
              </c:pt>
              <c:pt idx="983">
                <c:v>0.8851386537722552</c:v>
              </c:pt>
              <c:pt idx="984">
                <c:v>0.9518191925462235</c:v>
              </c:pt>
              <c:pt idx="985">
                <c:v>0.9509440938979995</c:v>
              </c:pt>
              <c:pt idx="986">
                <c:v>0.9452102786313048</c:v>
              </c:pt>
              <c:pt idx="987">
                <c:v>1.0363850676954942</c:v>
              </c:pt>
              <c:pt idx="988">
                <c:v>1.0320828397406046</c:v>
              </c:pt>
              <c:pt idx="989">
                <c:v>1.0310745300462596</c:v>
              </c:pt>
              <c:pt idx="990">
                <c:v>1.0369872722727307</c:v>
              </c:pt>
              <c:pt idx="991">
                <c:v>1.0197861769621763</c:v>
              </c:pt>
              <c:pt idx="992">
                <c:v>1.0171596660902738</c:v>
              </c:pt>
              <c:pt idx="993">
                <c:v>1.0284478250692193</c:v>
              </c:pt>
              <c:pt idx="994">
                <c:v>1.0050055439945027</c:v>
              </c:pt>
              <c:pt idx="995">
                <c:v>0.8925290199526803</c:v>
              </c:pt>
              <c:pt idx="996">
                <c:v>0.936788954759278</c:v>
              </c:pt>
              <c:pt idx="997">
                <c:v>0.9238184606360536</c:v>
              </c:pt>
              <c:pt idx="998">
                <c:v>0.9238069591394255</c:v>
              </c:pt>
              <c:pt idx="999">
                <c:v>1.00957681814439</c:v>
              </c:pt>
              <c:pt idx="1000">
                <c:v>1.0098747128719536</c:v>
              </c:pt>
              <c:pt idx="1001">
                <c:v>1.0085909383532474</c:v>
              </c:pt>
              <c:pt idx="1002">
                <c:v>1.0195889997483263</c:v>
              </c:pt>
              <c:pt idx="1003">
                <c:v>0.9729341374804672</c:v>
              </c:pt>
              <c:pt idx="1004">
                <c:v>0.9757546998389026</c:v>
              </c:pt>
              <c:pt idx="1005">
                <c:v>0.9842564654373064</c:v>
              </c:pt>
              <c:pt idx="1006">
                <c:v>0.9231882195459636</c:v>
              </c:pt>
              <c:pt idx="1007">
                <c:v>0.912524726103105</c:v>
              </c:pt>
              <c:pt idx="1008">
                <c:v>0.906090282101003</c:v>
              </c:pt>
              <c:pt idx="1009">
                <c:v>0.9617246185092538</c:v>
              </c:pt>
              <c:pt idx="1010">
                <c:v>0.9990832826694795</c:v>
              </c:pt>
              <c:pt idx="1011">
                <c:v>0.9768030484175839</c:v>
              </c:pt>
              <c:pt idx="1012">
                <c:v>0.9729526716128087</c:v>
              </c:pt>
              <c:pt idx="1013">
                <c:v>0.9647038462867065</c:v>
              </c:pt>
              <c:pt idx="1014">
                <c:v>0.9747848175275988</c:v>
              </c:pt>
              <c:pt idx="1015">
                <c:v>0.9728407277372738</c:v>
              </c:pt>
              <c:pt idx="1016">
                <c:v>0.9544918232971895</c:v>
              </c:pt>
              <c:pt idx="1017">
                <c:v>0.93635298148026</c:v>
              </c:pt>
              <c:pt idx="1018">
                <c:v>0.9730751806461445</c:v>
              </c:pt>
              <c:pt idx="1019">
                <c:v>0.9734128466655856</c:v>
              </c:pt>
              <c:pt idx="1020">
                <c:v>0.9731301361315329</c:v>
              </c:pt>
              <c:pt idx="1021">
                <c:v>0.9734989154887371</c:v>
              </c:pt>
              <c:pt idx="1022">
                <c:v>0.988548095220821</c:v>
              </c:pt>
              <c:pt idx="1023">
                <c:v>0.9889856276195456</c:v>
              </c:pt>
              <c:pt idx="1024">
                <c:v>0.9903655900219812</c:v>
              </c:pt>
              <c:pt idx="1025">
                <c:v>0.9645509910254292</c:v>
              </c:pt>
              <c:pt idx="1026">
                <c:v>0.9155278719192639</c:v>
              </c:pt>
              <c:pt idx="1027">
                <c:v>0.6139106483739794</c:v>
              </c:pt>
              <c:pt idx="1028">
                <c:v>0.9966420705629417</c:v>
              </c:pt>
              <c:pt idx="1029">
                <c:v>0.9961653555976111</c:v>
              </c:pt>
              <c:pt idx="1030">
                <c:v>1.0016880652228497</c:v>
              </c:pt>
              <c:pt idx="1031">
                <c:v>0.9640204372611858</c:v>
              </c:pt>
              <c:pt idx="1032">
                <c:v>1.0155911687806343</c:v>
              </c:pt>
              <c:pt idx="1033">
                <c:v>0.9672475703010942</c:v>
              </c:pt>
              <c:pt idx="1034">
                <c:v>1.037811908372258</c:v>
              </c:pt>
              <c:pt idx="1035">
                <c:v>1.0418107853999747</c:v>
              </c:pt>
              <c:pt idx="1036">
                <c:v>0.9748925606028142</c:v>
              </c:pt>
              <c:pt idx="1037">
                <c:v>0.9819965880079036</c:v>
              </c:pt>
              <c:pt idx="1038">
                <c:v>0.9761214681018445</c:v>
              </c:pt>
              <c:pt idx="1039">
                <c:v>0.5544966217908164</c:v>
              </c:pt>
              <c:pt idx="1040">
                <c:v>0.952156523385957</c:v>
              </c:pt>
              <c:pt idx="1041">
                <c:v>0.9872854782478746</c:v>
              </c:pt>
              <c:pt idx="1042">
                <c:v>0.9833205682855736</c:v>
              </c:pt>
              <c:pt idx="1043">
                <c:v>0.941587788754148</c:v>
              </c:pt>
              <c:pt idx="1044">
                <c:v>0.9400703981427053</c:v>
              </c:pt>
              <c:pt idx="1045">
                <c:v>0.876671966883752</c:v>
              </c:pt>
              <c:pt idx="1046">
                <c:v>0.8584003803408214</c:v>
              </c:pt>
              <c:pt idx="1047">
                <c:v>0.840502998974656</c:v>
              </c:pt>
              <c:pt idx="1048">
                <c:v>0.6860695928043166</c:v>
              </c:pt>
              <c:pt idx="1049">
                <c:v>0.664168047685389</c:v>
              </c:pt>
              <c:pt idx="1050">
                <c:v>0.6921912295557231</c:v>
              </c:pt>
              <c:pt idx="1051">
                <c:v>0.9054250928932092</c:v>
              </c:pt>
              <c:pt idx="1052">
                <c:v>0.9049949342609866</c:v>
              </c:pt>
              <c:pt idx="1053">
                <c:v>0.9995969126814628</c:v>
              </c:pt>
              <c:pt idx="1054">
                <c:v>0.9688599747304455</c:v>
              </c:pt>
              <c:pt idx="1055">
                <c:v>0.9716539299748885</c:v>
              </c:pt>
              <c:pt idx="1056">
                <c:v>0.966126925886709</c:v>
              </c:pt>
              <c:pt idx="1057">
                <c:v>0.8645025030234376</c:v>
              </c:pt>
              <c:pt idx="1058">
                <c:v>0.9297584224287185</c:v>
              </c:pt>
              <c:pt idx="1059">
                <c:v>0.9432696958743438</c:v>
              </c:pt>
              <c:pt idx="1060">
                <c:v>0.9471657193297832</c:v>
              </c:pt>
              <c:pt idx="1061">
                <c:v>0.9554058372372695</c:v>
              </c:pt>
              <c:pt idx="1062">
                <c:v>0.9383978595607241</c:v>
              </c:pt>
              <c:pt idx="1063">
                <c:v>0.9597945658918793</c:v>
              </c:pt>
              <c:pt idx="1064">
                <c:v>0.950410680084636</c:v>
              </c:pt>
              <c:pt idx="1065">
                <c:v>0.9597681001339405</c:v>
              </c:pt>
              <c:pt idx="1066">
                <c:v>0.9323601351868164</c:v>
              </c:pt>
              <c:pt idx="1067">
                <c:v>0.9048463344440619</c:v>
              </c:pt>
              <c:pt idx="1068">
                <c:v>0.9551243052095849</c:v>
              </c:pt>
              <c:pt idx="1069">
                <c:v>0.9460616588633296</c:v>
              </c:pt>
              <c:pt idx="1070">
                <c:v>0.9608749149395233</c:v>
              </c:pt>
              <c:pt idx="1071">
                <c:v>0.9729126511042083</c:v>
              </c:pt>
              <c:pt idx="1072">
                <c:v>0.9645322819662687</c:v>
              </c:pt>
              <c:pt idx="1073">
                <c:v>0.9559081866101615</c:v>
              </c:pt>
              <c:pt idx="1074">
                <c:v>0.9396770970367936</c:v>
              </c:pt>
              <c:pt idx="1075">
                <c:v>0.9225730157861852</c:v>
              </c:pt>
              <c:pt idx="1076">
                <c:v>0.9274337564296395</c:v>
              </c:pt>
              <c:pt idx="1077">
                <c:v>0.8315894924170583</c:v>
              </c:pt>
              <c:pt idx="1078">
                <c:v>0.8217242945955741</c:v>
              </c:pt>
              <c:pt idx="1079">
                <c:v>0.8692134614025835</c:v>
              </c:pt>
              <c:pt idx="1080">
                <c:v>0.9401992140139428</c:v>
              </c:pt>
              <c:pt idx="1081">
                <c:v>0.949626718270847</c:v>
              </c:pt>
              <c:pt idx="1082">
                <c:v>0.9503345810923065</c:v>
              </c:pt>
              <c:pt idx="1083">
                <c:v>0.9485314472634118</c:v>
              </c:pt>
              <c:pt idx="1084">
                <c:v>0.9617023765486926</c:v>
              </c:pt>
              <c:pt idx="1085">
                <c:v>0.9468047195643328</c:v>
              </c:pt>
              <c:pt idx="1086">
                <c:v>0.9570312315703898</c:v>
              </c:pt>
              <c:pt idx="1087">
                <c:v>0.9990245274781384</c:v>
              </c:pt>
              <c:pt idx="1088">
                <c:v>0.8353464856238068</c:v>
              </c:pt>
              <c:pt idx="1089">
                <c:v>0.8404223731091809</c:v>
              </c:pt>
              <c:pt idx="1090">
                <c:v>0.9542600862251385</c:v>
              </c:pt>
              <c:pt idx="1091">
                <c:v>0.4113746137512734</c:v>
              </c:pt>
              <c:pt idx="1092">
                <c:v>1.0144031381264624</c:v>
              </c:pt>
              <c:pt idx="1093">
                <c:v>0.37626487745142023</c:v>
              </c:pt>
              <c:pt idx="1094">
                <c:v>0.3811017104542741</c:v>
              </c:pt>
              <c:pt idx="1095">
                <c:v>0.951780193362975</c:v>
              </c:pt>
              <c:pt idx="1096">
                <c:v>1.0223881649177244</c:v>
              </c:pt>
              <c:pt idx="1097">
                <c:v>1.0060489052181703</c:v>
              </c:pt>
              <c:pt idx="1098">
                <c:v>0.984820927731051</c:v>
              </c:pt>
              <c:pt idx="1099">
                <c:v>0.9794072815204576</c:v>
              </c:pt>
              <c:pt idx="1100">
                <c:v>0.9856121307403821</c:v>
              </c:pt>
              <c:pt idx="1101">
                <c:v>0.9995424078083038</c:v>
              </c:pt>
              <c:pt idx="1102">
                <c:v>0.99857806044652</c:v>
              </c:pt>
              <c:pt idx="1103">
                <c:v>0.9579541612396373</c:v>
              </c:pt>
              <c:pt idx="1104">
                <c:v>1.0415216001732401</c:v>
              </c:pt>
              <c:pt idx="1105">
                <c:v>1.0413534816944003</c:v>
              </c:pt>
              <c:pt idx="1106">
                <c:v>0.964531329101386</c:v>
              </c:pt>
              <c:pt idx="1107">
                <c:v>0.9330338772555977</c:v>
              </c:pt>
              <c:pt idx="1108">
                <c:v>1.0245034836793825</c:v>
              </c:pt>
              <c:pt idx="1109">
                <c:v>1.0142476753203464</c:v>
              </c:pt>
              <c:pt idx="1110">
                <c:v>0.6411280309365575</c:v>
              </c:pt>
              <c:pt idx="1111">
                <c:v>0.8005787020982053</c:v>
              </c:pt>
              <c:pt idx="1112">
                <c:v>0.8161945506557658</c:v>
              </c:pt>
              <c:pt idx="1113">
                <c:v>0.8568829461890615</c:v>
              </c:pt>
              <c:pt idx="1114">
                <c:v>1.0042537332954942</c:v>
              </c:pt>
              <c:pt idx="1115">
                <c:v>1.0359078501301642</c:v>
              </c:pt>
              <c:pt idx="1116">
                <c:v>1.0140778661835708</c:v>
              </c:pt>
              <c:pt idx="1117">
                <c:v>0.9833104044522759</c:v>
              </c:pt>
              <c:pt idx="1118">
                <c:v>0.9885893402568083</c:v>
              </c:pt>
              <c:pt idx="1119">
                <c:v>0.9870038217075557</c:v>
              </c:pt>
              <c:pt idx="1120">
                <c:v>0.7830667451547361</c:v>
              </c:pt>
              <c:pt idx="1121">
                <c:v>0.7978072719507432</c:v>
              </c:pt>
              <c:pt idx="1122">
                <c:v>0.815599310225446</c:v>
              </c:pt>
              <c:pt idx="1123">
                <c:v>0.9777476967104991</c:v>
              </c:pt>
              <c:pt idx="1124">
                <c:v>0.8293628203923805</c:v>
              </c:pt>
              <c:pt idx="1125">
                <c:v>0.9848237144987955</c:v>
              </c:pt>
              <c:pt idx="1126">
                <c:v>0.92869831678213</c:v>
              </c:pt>
              <c:pt idx="1127">
                <c:v>0.9799024494707126</c:v>
              </c:pt>
              <c:pt idx="1128">
                <c:v>0.9830665589827092</c:v>
              </c:pt>
              <c:pt idx="1129">
                <c:v>0.9637115055638477</c:v>
              </c:pt>
              <c:pt idx="1130">
                <c:v>0.994903913034249</c:v>
              </c:pt>
              <c:pt idx="1131">
                <c:v>0.9971116791709734</c:v>
              </c:pt>
              <c:pt idx="1132">
                <c:v>0.9860785635321203</c:v>
              </c:pt>
              <c:pt idx="1133">
                <c:v>0.97035773379846</c:v>
              </c:pt>
              <c:pt idx="1134">
                <c:v>1.014046943031032</c:v>
              </c:pt>
              <c:pt idx="1135">
                <c:v>0.8307117006954772</c:v>
              </c:pt>
              <c:pt idx="1136">
                <c:v>0.9431333716788595</c:v>
              </c:pt>
              <c:pt idx="1137">
                <c:v>0.9545877716290047</c:v>
              </c:pt>
              <c:pt idx="1138">
                <c:v>0.8378738045436679</c:v>
              </c:pt>
              <c:pt idx="1139">
                <c:v>0.8295937549696324</c:v>
              </c:pt>
              <c:pt idx="1140">
                <c:v>0.902319193295237</c:v>
              </c:pt>
              <c:pt idx="1141">
                <c:v>0.890533336065204</c:v>
              </c:pt>
              <c:pt idx="1142">
                <c:v>1.0178981604599528</c:v>
              </c:pt>
              <c:pt idx="1143">
                <c:v>1.0301186150637636</c:v>
              </c:pt>
              <c:pt idx="1144">
                <c:v>1.0291582401947728</c:v>
              </c:pt>
              <c:pt idx="1145">
                <c:v>1.025697525313886</c:v>
              </c:pt>
              <c:pt idx="1146">
                <c:v>1.0288311163396948</c:v>
              </c:pt>
              <c:pt idx="1147">
                <c:v>0.9014973497757659</c:v>
              </c:pt>
              <c:pt idx="1148">
                <c:v>0.9691498233873322</c:v>
              </c:pt>
              <c:pt idx="1149">
                <c:v>0.8466335263477418</c:v>
              </c:pt>
              <c:pt idx="1150">
                <c:v>0.7742117819583617</c:v>
              </c:pt>
              <c:pt idx="1151">
                <c:v>0.7479917643413945</c:v>
              </c:pt>
              <c:pt idx="1152">
                <c:v>0.9812993980754698</c:v>
              </c:pt>
              <c:pt idx="1153">
                <c:v>0.922339699080251</c:v>
              </c:pt>
              <c:pt idx="1154">
                <c:v>0.921472579677442</c:v>
              </c:pt>
              <c:pt idx="1155">
                <c:v>0.8522538517871823</c:v>
              </c:pt>
              <c:pt idx="1156">
                <c:v>0.9241562000742161</c:v>
              </c:pt>
              <c:pt idx="1157">
                <c:v>0.9286717635951621</c:v>
              </c:pt>
              <c:pt idx="1158">
                <c:v>0.9257266114398184</c:v>
              </c:pt>
              <c:pt idx="1159">
                <c:v>0.9366065308401506</c:v>
              </c:pt>
              <c:pt idx="1160">
                <c:v>1.0254488552789238</c:v>
              </c:pt>
              <c:pt idx="1161">
                <c:v>1.0359858663106216</c:v>
              </c:pt>
              <c:pt idx="1162">
                <c:v>1.0371573569245918</c:v>
              </c:pt>
              <c:pt idx="1163">
                <c:v>1.037293436511187</c:v>
              </c:pt>
              <c:pt idx="1164">
                <c:v>0.9577602874872085</c:v>
              </c:pt>
              <c:pt idx="1165">
                <c:v>0.9723110177778277</c:v>
              </c:pt>
              <c:pt idx="1166">
                <c:v>1.039835613399947</c:v>
              </c:pt>
              <c:pt idx="1167">
                <c:v>0.9389970051985564</c:v>
              </c:pt>
              <c:pt idx="1168">
                <c:v>0.9240147373180306</c:v>
              </c:pt>
              <c:pt idx="1169">
                <c:v>0.9979859002336251</c:v>
              </c:pt>
              <c:pt idx="1170">
                <c:v>1.0221259146783</c:v>
              </c:pt>
              <c:pt idx="1171">
                <c:v>0.9747285445781574</c:v>
              </c:pt>
              <c:pt idx="1172">
                <c:v>0.978764510313696</c:v>
              </c:pt>
              <c:pt idx="1173">
                <c:v>0.9132603128405501</c:v>
              </c:pt>
              <c:pt idx="1174">
                <c:v>0.9403418817300035</c:v>
              </c:pt>
              <c:pt idx="1175">
                <c:v>0.7245934024502809</c:v>
              </c:pt>
              <c:pt idx="1176">
                <c:v>0.9609263209825415</c:v>
              </c:pt>
              <c:pt idx="1177">
                <c:v>0.3819748693337269</c:v>
              </c:pt>
              <c:pt idx="1178">
                <c:v>0.9683106288433994</c:v>
              </c:pt>
              <c:pt idx="1179">
                <c:v>0.9590557264559115</c:v>
              </c:pt>
              <c:pt idx="1180">
                <c:v>0.9642072287830434</c:v>
              </c:pt>
              <c:pt idx="1181">
                <c:v>1.0226417188335675</c:v>
              </c:pt>
              <c:pt idx="1182">
                <c:v>0.9156583945491473</c:v>
              </c:pt>
              <c:pt idx="1183">
                <c:v>0.9885844801687317</c:v>
              </c:pt>
              <c:pt idx="1184">
                <c:v>0.9846091765369571</c:v>
              </c:pt>
              <c:pt idx="1185">
                <c:v>0.9812044829742551</c:v>
              </c:pt>
              <c:pt idx="1186">
                <c:v>0.8191051329418926</c:v>
              </c:pt>
              <c:pt idx="1187">
                <c:v>0.7908549636565382</c:v>
              </c:pt>
              <c:pt idx="1188">
                <c:v>1.0217037977410508</c:v>
              </c:pt>
              <c:pt idx="1189">
                <c:v>1.029451014628997</c:v>
              </c:pt>
              <c:pt idx="1190">
                <c:v>1.0295592789313184</c:v>
              </c:pt>
              <c:pt idx="1191">
                <c:v>0.8666531464976279</c:v>
              </c:pt>
              <c:pt idx="1192">
                <c:v>0.9576604825172482</c:v>
              </c:pt>
              <c:pt idx="1193">
                <c:v>0.9578717436778645</c:v>
              </c:pt>
              <c:pt idx="1194">
                <c:v>0.991326794462503</c:v>
              </c:pt>
              <c:pt idx="1195">
                <c:v>0.6501865964696022</c:v>
              </c:pt>
              <c:pt idx="1196">
                <c:v>0.7296421528924855</c:v>
              </c:pt>
              <c:pt idx="1197">
                <c:v>0.8911368775750522</c:v>
              </c:pt>
              <c:pt idx="1198">
                <c:v>0.8840343224329367</c:v>
              </c:pt>
              <c:pt idx="1199">
                <c:v>0.8508596424420151</c:v>
              </c:pt>
              <c:pt idx="1200">
                <c:v>0.7712366583692394</c:v>
              </c:pt>
              <c:pt idx="1201">
                <c:v>0.9293597334774936</c:v>
              </c:pt>
              <c:pt idx="1202">
                <c:v>0.9269664340133694</c:v>
              </c:pt>
              <c:pt idx="1203">
                <c:v>0.7758239900278415</c:v>
              </c:pt>
              <c:pt idx="1204">
                <c:v>0.7957894475026364</c:v>
              </c:pt>
              <c:pt idx="1205">
                <c:v>0.8821973686367972</c:v>
              </c:pt>
              <c:pt idx="1206">
                <c:v>0.944196558442869</c:v>
              </c:pt>
              <c:pt idx="1207">
                <c:v>1.0117929196504272</c:v>
              </c:pt>
              <c:pt idx="1208">
                <c:v>1.0046924292202677</c:v>
              </c:pt>
              <c:pt idx="1209">
                <c:v>1.0084444582360625</c:v>
              </c:pt>
              <c:pt idx="1210">
                <c:v>0.8699602030586886</c:v>
              </c:pt>
              <c:pt idx="1211">
                <c:v>0.9619429544087992</c:v>
              </c:pt>
              <c:pt idx="1212">
                <c:v>0.6745461812749184</c:v>
              </c:pt>
              <c:pt idx="1213">
                <c:v>0.6512695726709241</c:v>
              </c:pt>
              <c:pt idx="1214">
                <c:v>0.657496932264373</c:v>
              </c:pt>
              <c:pt idx="1215">
                <c:v>0.9304681505172476</c:v>
              </c:pt>
              <c:pt idx="1216">
                <c:v>0.9048463002001494</c:v>
              </c:pt>
              <c:pt idx="1217">
                <c:v>0.9236107112844717</c:v>
              </c:pt>
              <c:pt idx="1218">
                <c:v>1.003832085808131</c:v>
              </c:pt>
              <c:pt idx="1219">
                <c:v>0.8006454821488779</c:v>
              </c:pt>
              <c:pt idx="1220">
                <c:v>0.9769189989288358</c:v>
              </c:pt>
              <c:pt idx="1221">
                <c:v>0.9745036887855886</c:v>
              </c:pt>
              <c:pt idx="1222">
                <c:v>0.7826312241602753</c:v>
              </c:pt>
              <c:pt idx="1223">
                <c:v>0.8128493758508814</c:v>
              </c:pt>
              <c:pt idx="1224">
                <c:v>0.9716593845583968</c:v>
              </c:pt>
              <c:pt idx="1225">
                <c:v>0.9475146269477254</c:v>
              </c:pt>
              <c:pt idx="1226">
                <c:v>0.8213263222213408</c:v>
              </c:pt>
              <c:pt idx="1227">
                <c:v>1.0279937026175072</c:v>
              </c:pt>
              <c:pt idx="1228">
                <c:v>0.8291011411242477</c:v>
              </c:pt>
              <c:pt idx="1229">
                <c:v>0.9602038999107653</c:v>
              </c:pt>
              <c:pt idx="1230">
                <c:v>0.8117534631235394</c:v>
              </c:pt>
              <c:pt idx="1231">
                <c:v>0.9450165680914453</c:v>
              </c:pt>
              <c:pt idx="1232">
                <c:v>0.9488994257836553</c:v>
              </c:pt>
              <c:pt idx="1233">
                <c:v>0.9500950411911712</c:v>
              </c:pt>
              <c:pt idx="1234">
                <c:v>0.8455492133570787</c:v>
              </c:pt>
              <c:pt idx="1235">
                <c:v>0.9785083923513971</c:v>
              </c:pt>
              <c:pt idx="1236">
                <c:v>1.0116231863032228</c:v>
              </c:pt>
              <c:pt idx="1237">
                <c:v>0.3997494012440906</c:v>
              </c:pt>
              <c:pt idx="1238">
                <c:v>0.9956278210366192</c:v>
              </c:pt>
              <c:pt idx="1239">
                <c:v>0.9308492050842853</c:v>
              </c:pt>
              <c:pt idx="1240">
                <c:v>0.992301780313175</c:v>
              </c:pt>
              <c:pt idx="1241">
                <c:v>1.0102311396932644</c:v>
              </c:pt>
              <c:pt idx="1242">
                <c:v>0.7062965726485041</c:v>
              </c:pt>
              <c:pt idx="1243">
                <c:v>0.9394459479179389</c:v>
              </c:pt>
              <c:pt idx="1244">
                <c:v>0.7466503405435266</c:v>
              </c:pt>
              <c:pt idx="1245">
                <c:v>0.9006885282881867</c:v>
              </c:pt>
              <c:pt idx="1246">
                <c:v>0.5872698737186391</c:v>
              </c:pt>
              <c:pt idx="1247">
                <c:v>0.9890375252667615</c:v>
              </c:pt>
              <c:pt idx="1248">
                <c:v>0.36635413853176174</c:v>
              </c:pt>
              <c:pt idx="1249">
                <c:v>0.3160988549608968</c:v>
              </c:pt>
              <c:pt idx="1250">
                <c:v>0.18838778648839696</c:v>
              </c:pt>
              <c:pt idx="1251">
                <c:v>0.5164111380253499</c:v>
              </c:pt>
              <c:pt idx="1252">
                <c:v>0.43224785046256203</c:v>
              </c:pt>
              <c:pt idx="1253">
                <c:v>0.3316135614969844</c:v>
              </c:pt>
              <c:pt idx="1254">
                <c:v>0.3255820757705103</c:v>
              </c:pt>
              <c:pt idx="1255">
                <c:v>0.5258493606969449</c:v>
              </c:pt>
              <c:pt idx="1256">
                <c:v>0.3954644667257031</c:v>
              </c:pt>
              <c:pt idx="1257">
                <c:v>0.5238807712169095</c:v>
              </c:pt>
              <c:pt idx="1258">
                <c:v>0.8955093006208916</c:v>
              </c:pt>
              <c:pt idx="1259">
                <c:v>0.8816406097431326</c:v>
              </c:pt>
              <c:pt idx="1260">
                <c:v>0.9210102263615314</c:v>
              </c:pt>
              <c:pt idx="1261">
                <c:v>0.9150264830678244</c:v>
              </c:pt>
              <c:pt idx="1262">
                <c:v>0.8921823036541756</c:v>
              </c:pt>
              <c:pt idx="1263">
                <c:v>0.901610709160037</c:v>
              </c:pt>
              <c:pt idx="1264">
                <c:v>0.9133914741803759</c:v>
              </c:pt>
              <c:pt idx="1265">
                <c:v>0.9011733753474046</c:v>
              </c:pt>
              <c:pt idx="1266">
                <c:v>0.35863804923125037</c:v>
              </c:pt>
              <c:pt idx="1267">
                <c:v>0.39045465404567803</c:v>
              </c:pt>
              <c:pt idx="1268">
                <c:v>0.3799633282889123</c:v>
              </c:pt>
              <c:pt idx="1269">
                <c:v>0.4115037641354583</c:v>
              </c:pt>
              <c:pt idx="1270">
                <c:v>0.25044458443651746</c:v>
              </c:pt>
              <c:pt idx="1271">
                <c:v>0.23602715254238366</c:v>
              </c:pt>
              <c:pt idx="1272">
                <c:v>0.1942487281214017</c:v>
              </c:pt>
              <c:pt idx="1273">
                <c:v>0.22358209808690488</c:v>
              </c:pt>
              <c:pt idx="1274">
                <c:v>0.21037254892416252</c:v>
              </c:pt>
              <c:pt idx="1275">
                <c:v>0.08263354780927205</c:v>
              </c:pt>
              <c:pt idx="1276">
                <c:v>0.06988768120563973</c:v>
              </c:pt>
              <c:pt idx="1277">
                <c:v>0.396639008795954</c:v>
              </c:pt>
              <c:pt idx="1278">
                <c:v>0.33881282798433787</c:v>
              </c:pt>
              <c:pt idx="1279">
                <c:v>0.2487485801472275</c:v>
              </c:pt>
              <c:pt idx="1280">
                <c:v>0.19531901209128888</c:v>
              </c:pt>
              <c:pt idx="1281">
                <c:v>0.3418314283205755</c:v>
              </c:pt>
              <c:pt idx="1282">
                <c:v>0.37047113892311984</c:v>
              </c:pt>
              <c:pt idx="1283">
                <c:v>0.3619105732253688</c:v>
              </c:pt>
              <c:pt idx="1284">
                <c:v>0.20084916225739846</c:v>
              </c:pt>
              <c:pt idx="1285">
                <c:v>0.15819309456704184</c:v>
              </c:pt>
              <c:pt idx="1286">
                <c:v>0.16101176764624572</c:v>
              </c:pt>
              <c:pt idx="1287">
                <c:v>0.24514107410274294</c:v>
              </c:pt>
              <c:pt idx="1288">
                <c:v>0.22021311488661371</c:v>
              </c:pt>
              <c:pt idx="1289">
                <c:v>0.27142097073411847</c:v>
              </c:pt>
              <c:pt idx="1290">
                <c:v>0.3778187205164753</c:v>
              </c:pt>
              <c:pt idx="1291">
                <c:v>0.3388061551783296</c:v>
              </c:pt>
              <c:pt idx="1292">
                <c:v>0.3451114192038594</c:v>
              </c:pt>
              <c:pt idx="1293">
                <c:v>0.4019706170105835</c:v>
              </c:pt>
              <c:pt idx="1294">
                <c:v>0.42713158095398296</c:v>
              </c:pt>
              <c:pt idx="1295">
                <c:v>0.5502400081106135</c:v>
              </c:pt>
              <c:pt idx="1296">
                <c:v>0.5173039673914078</c:v>
              </c:pt>
              <c:pt idx="1297">
                <c:v>0.6410131234847186</c:v>
              </c:pt>
              <c:pt idx="1298">
                <c:v>0.5931616757042042</c:v>
              </c:pt>
              <c:pt idx="1299">
                <c:v>0.6010038848928916</c:v>
              </c:pt>
              <c:pt idx="1300">
                <c:v>0.737159476849494</c:v>
              </c:pt>
              <c:pt idx="1301">
                <c:v>0.7274922873990273</c:v>
              </c:pt>
              <c:pt idx="1302">
                <c:v>0.7426437611950537</c:v>
              </c:pt>
              <c:pt idx="1303">
                <c:v>0.7177920793634076</c:v>
              </c:pt>
              <c:pt idx="1304">
                <c:v>0.550020594355875</c:v>
              </c:pt>
              <c:pt idx="1305">
                <c:v>0.5506366191560691</c:v>
              </c:pt>
              <c:pt idx="1306">
                <c:v>0.5501176677850513</c:v>
              </c:pt>
              <c:pt idx="1307">
                <c:v>0.8880154874951912</c:v>
              </c:pt>
              <c:pt idx="1308">
                <c:v>0.9002328868995786</c:v>
              </c:pt>
              <c:pt idx="1309">
                <c:v>0.9208052924517656</c:v>
              </c:pt>
              <c:pt idx="1310">
                <c:v>0.879412759919978</c:v>
              </c:pt>
              <c:pt idx="1311">
                <c:v>0.8878955435881888</c:v>
              </c:pt>
              <c:pt idx="1312">
                <c:v>0.8824757833915946</c:v>
              </c:pt>
              <c:pt idx="1313">
                <c:v>0.8287224509396889</c:v>
              </c:pt>
              <c:pt idx="1314">
                <c:v>0.8437044350574764</c:v>
              </c:pt>
              <c:pt idx="1315">
                <c:v>0.8137996523876068</c:v>
              </c:pt>
              <c:pt idx="1316">
                <c:v>0.8364686649472333</c:v>
              </c:pt>
              <c:pt idx="1317">
                <c:v>0.8614826394797471</c:v>
              </c:pt>
              <c:pt idx="1318">
                <c:v>0.8612107710365248</c:v>
              </c:pt>
              <c:pt idx="1319">
                <c:v>0.8596081262183937</c:v>
              </c:pt>
              <c:pt idx="1320">
                <c:v>0.8287662356963827</c:v>
              </c:pt>
              <c:pt idx="1321">
                <c:v>0.921148184221849</c:v>
              </c:pt>
              <c:pt idx="1322">
                <c:v>0.9692113553988256</c:v>
              </c:pt>
              <c:pt idx="1323">
                <c:v>0.9659954857461687</c:v>
              </c:pt>
              <c:pt idx="1324">
                <c:v>0.9701397714499733</c:v>
              </c:pt>
              <c:pt idx="1325">
                <c:v>0.8448071998968297</c:v>
              </c:pt>
              <c:pt idx="1326">
                <c:v>0.8625946189154129</c:v>
              </c:pt>
              <c:pt idx="1327">
                <c:v>0.8351915473896511</c:v>
              </c:pt>
              <c:pt idx="1328">
                <c:v>0.717935032151093</c:v>
              </c:pt>
              <c:pt idx="1329">
                <c:v>0.7384271090659279</c:v>
              </c:pt>
              <c:pt idx="1330">
                <c:v>0.8245013922558752</c:v>
              </c:pt>
              <c:pt idx="1331">
                <c:v>0.8243876885482946</c:v>
              </c:pt>
              <c:pt idx="1332">
                <c:v>1.02285763581463</c:v>
              </c:pt>
              <c:pt idx="1333">
                <c:v>1.0349697590549163</c:v>
              </c:pt>
              <c:pt idx="1334">
                <c:v>1.0193245571331715</c:v>
              </c:pt>
              <c:pt idx="1335">
                <c:v>1.032745905416818</c:v>
              </c:pt>
              <c:pt idx="1336">
                <c:v>0.8489357537273584</c:v>
              </c:pt>
              <c:pt idx="1337">
                <c:v>0.8503541851344104</c:v>
              </c:pt>
              <c:pt idx="1338">
                <c:v>0.8769861522019277</c:v>
              </c:pt>
              <c:pt idx="1339">
                <c:v>0.8056868267602791</c:v>
              </c:pt>
              <c:pt idx="1340">
                <c:v>0.8054336493178335</c:v>
              </c:pt>
              <c:pt idx="1341">
                <c:v>0.805708969238195</c:v>
              </c:pt>
              <c:pt idx="1342">
                <c:v>0.9943059172003805</c:v>
              </c:pt>
              <c:pt idx="1343">
                <c:v>0.9866939569759142</c:v>
              </c:pt>
              <c:pt idx="1344">
                <c:v>0.9790006718897578</c:v>
              </c:pt>
              <c:pt idx="1345">
                <c:v>0.8160510100722718</c:v>
              </c:pt>
              <c:pt idx="1346">
                <c:v>0.8165284482240436</c:v>
              </c:pt>
              <c:pt idx="1347">
                <c:v>0.8162721776265287</c:v>
              </c:pt>
              <c:pt idx="1348">
                <c:v>0.9038672062757259</c:v>
              </c:pt>
              <c:pt idx="1349">
                <c:v>0.8218738537766326</c:v>
              </c:pt>
              <c:pt idx="1350">
                <c:v>0.8838770799048736</c:v>
              </c:pt>
              <c:pt idx="1351">
                <c:v>0.8832362978139768</c:v>
              </c:pt>
              <c:pt idx="1352">
                <c:v>0.8830198587381678</c:v>
              </c:pt>
              <c:pt idx="1353">
                <c:v>1.0083166335212692</c:v>
              </c:pt>
              <c:pt idx="1354">
                <c:v>1.0091466672981673</c:v>
              </c:pt>
              <c:pt idx="1355">
                <c:v>1.0074220850125595</c:v>
              </c:pt>
              <c:pt idx="1356">
                <c:v>0.9714751950653385</c:v>
              </c:pt>
              <c:pt idx="1357">
                <c:v>0.9756191575435018</c:v>
              </c:pt>
              <c:pt idx="1358">
                <c:v>0.976948431934406</c:v>
              </c:pt>
              <c:pt idx="1359">
                <c:v>0.9115391776666747</c:v>
              </c:pt>
              <c:pt idx="1360">
                <c:v>0.5555430862293327</c:v>
              </c:pt>
              <c:pt idx="1361">
                <c:v>0.43931634263130837</c:v>
              </c:pt>
              <c:pt idx="1362">
                <c:v>0.8442227594347185</c:v>
              </c:pt>
              <c:pt idx="1363">
                <c:v>0.8445184028557773</c:v>
              </c:pt>
              <c:pt idx="1364">
                <c:v>0.9867292870006148</c:v>
              </c:pt>
              <c:pt idx="1365">
                <c:v>0.9918548656784271</c:v>
              </c:pt>
              <c:pt idx="1366">
                <c:v>0.9772693202073053</c:v>
              </c:pt>
              <c:pt idx="1367">
                <c:v>0.5369116558547817</c:v>
              </c:pt>
              <c:pt idx="1368">
                <c:v>0.8766980787079414</c:v>
              </c:pt>
              <c:pt idx="1369">
                <c:v>0.8662565861013266</c:v>
              </c:pt>
              <c:pt idx="1370">
                <c:v>0.8510443396967509</c:v>
              </c:pt>
              <c:pt idx="1371">
                <c:v>0.8664133129368237</c:v>
              </c:pt>
              <c:pt idx="1372">
                <c:v>0.8443148636842098</c:v>
              </c:pt>
              <c:pt idx="1373">
                <c:v>0.8701626730256068</c:v>
              </c:pt>
              <c:pt idx="1374">
                <c:v>0.8543474766793725</c:v>
              </c:pt>
              <c:pt idx="1375">
                <c:v>0.8412096828473279</c:v>
              </c:pt>
              <c:pt idx="1376">
                <c:v>0.9189448188405883</c:v>
              </c:pt>
              <c:pt idx="1377">
                <c:v>0.9055845983346507</c:v>
              </c:pt>
              <c:pt idx="1378">
                <c:v>0.9109680333493163</c:v>
              </c:pt>
              <c:pt idx="1379">
                <c:v>0.27717995016348085</c:v>
              </c:pt>
              <c:pt idx="1380">
                <c:v>0.1825457564784013</c:v>
              </c:pt>
              <c:pt idx="1381">
                <c:v>0.32468039408100346</c:v>
              </c:pt>
              <c:pt idx="1382">
                <c:v>0.4276645355198188</c:v>
              </c:pt>
              <c:pt idx="1383">
                <c:v>0.49358178135923003</c:v>
              </c:pt>
              <c:pt idx="1384">
                <c:v>0.9588360013871273</c:v>
              </c:pt>
              <c:pt idx="1385">
                <c:v>0.9713970502601693</c:v>
              </c:pt>
              <c:pt idx="1386">
                <c:v>0.95998236401038</c:v>
              </c:pt>
              <c:pt idx="1387">
                <c:v>0.9749470608249508</c:v>
              </c:pt>
              <c:pt idx="1388">
                <c:v>0.9586808991572272</c:v>
              </c:pt>
              <c:pt idx="1389">
                <c:v>0.9674983355156035</c:v>
              </c:pt>
              <c:pt idx="1390">
                <c:v>0.9609818626398788</c:v>
              </c:pt>
              <c:pt idx="1391">
                <c:v>0.9605423168362303</c:v>
              </c:pt>
              <c:pt idx="1392">
                <c:v>0.9408863495976733</c:v>
              </c:pt>
              <c:pt idx="1393">
                <c:v>0.9654932304659793</c:v>
              </c:pt>
              <c:pt idx="1394">
                <c:v>0.960543572607204</c:v>
              </c:pt>
              <c:pt idx="1395">
                <c:v>0.8667104514368982</c:v>
              </c:pt>
              <c:pt idx="1396">
                <c:v>0.869134702245168</c:v>
              </c:pt>
              <c:pt idx="1397">
                <c:v>0.8583694541313001</c:v>
              </c:pt>
              <c:pt idx="1398">
                <c:v>0.8649125593054572</c:v>
              </c:pt>
              <c:pt idx="1399">
                <c:v>0.9214684562489147</c:v>
              </c:pt>
              <c:pt idx="1400">
                <c:v>0.8245396237245602</c:v>
              </c:pt>
              <c:pt idx="1401">
                <c:v>0.8460432706706527</c:v>
              </c:pt>
              <c:pt idx="1402">
                <c:v>0.8358827399067973</c:v>
              </c:pt>
              <c:pt idx="1403">
                <c:v>0.8846280609627222</c:v>
              </c:pt>
              <c:pt idx="1404">
                <c:v>0.8811388822510626</c:v>
              </c:pt>
              <c:pt idx="1405">
                <c:v>0.29278687011727506</c:v>
              </c:pt>
              <c:pt idx="1406">
                <c:v>0.6191654551555302</c:v>
              </c:pt>
              <c:pt idx="1407">
                <c:v>0.641041300676233</c:v>
              </c:pt>
              <c:pt idx="1408">
                <c:v>0.5950478419873824</c:v>
              </c:pt>
              <c:pt idx="1409">
                <c:v>0.9787434403802339</c:v>
              </c:pt>
              <c:pt idx="1410">
                <c:v>1.008704068129592</c:v>
              </c:pt>
              <c:pt idx="1411">
                <c:v>0.9248022975240638</c:v>
              </c:pt>
              <c:pt idx="1412">
                <c:v>0.9023321586606322</c:v>
              </c:pt>
              <c:pt idx="1413">
                <c:v>0.8891542470824141</c:v>
              </c:pt>
              <c:pt idx="1414">
                <c:v>0.9456189725699137</c:v>
              </c:pt>
              <c:pt idx="1415">
                <c:v>0.9278744073154123</c:v>
              </c:pt>
              <c:pt idx="1416">
                <c:v>0.9381217746232507</c:v>
              </c:pt>
              <c:pt idx="1417">
                <c:v>0.7843075214514712</c:v>
              </c:pt>
              <c:pt idx="1418">
                <c:v>0.7818070823682034</c:v>
              </c:pt>
              <c:pt idx="1419">
                <c:v>0.7857405304147355</c:v>
              </c:pt>
              <c:pt idx="1420">
                <c:v>1.0548507281045758</c:v>
              </c:pt>
              <c:pt idx="1421">
                <c:v>1.0497443265494522</c:v>
              </c:pt>
              <c:pt idx="1422">
                <c:v>1.0541522739361002</c:v>
              </c:pt>
              <c:pt idx="1423">
                <c:v>0.9746206449794326</c:v>
              </c:pt>
              <c:pt idx="1424">
                <c:v>0.9190191895528125</c:v>
              </c:pt>
              <c:pt idx="1425">
                <c:v>0.8149474373626528</c:v>
              </c:pt>
              <c:pt idx="1426">
                <c:v>0.8077837126657113</c:v>
              </c:pt>
              <c:pt idx="1427">
                <c:v>0.8255619468508956</c:v>
              </c:pt>
              <c:pt idx="1428">
                <c:v>0.8680691057995058</c:v>
              </c:pt>
              <c:pt idx="1429">
                <c:v>0.8750486165898308</c:v>
              </c:pt>
              <c:pt idx="1430">
                <c:v>0.8716823690797424</c:v>
              </c:pt>
              <c:pt idx="1431">
                <c:v>0.8415629109715547</c:v>
              </c:pt>
              <c:pt idx="1432">
                <c:v>0.7752627212484734</c:v>
              </c:pt>
              <c:pt idx="1433">
                <c:v>0.8265999943941074</c:v>
              </c:pt>
              <c:pt idx="1434">
                <c:v>0.8482129603639184</c:v>
              </c:pt>
              <c:pt idx="1435">
                <c:v>0.8463080572295554</c:v>
              </c:pt>
              <c:pt idx="1436">
                <c:v>0.9212322169859616</c:v>
              </c:pt>
              <c:pt idx="1437">
                <c:v>0.8769955989942948</c:v>
              </c:pt>
              <c:pt idx="1438">
                <c:v>0.8897181439445436</c:v>
              </c:pt>
              <c:pt idx="1439">
                <c:v>0.8903562737885261</c:v>
              </c:pt>
              <c:pt idx="1440">
                <c:v>0.8710025524752494</c:v>
              </c:pt>
              <c:pt idx="1441">
                <c:v>0.4967786193510853</c:v>
              </c:pt>
              <c:pt idx="1442">
                <c:v>0.37026273239490964</c:v>
              </c:pt>
              <c:pt idx="1443">
                <c:v>0.8860869860827432</c:v>
              </c:pt>
              <c:pt idx="1444">
                <c:v>0.985045657880559</c:v>
              </c:pt>
              <c:pt idx="1445">
                <c:v>0.9841056490980263</c:v>
              </c:pt>
              <c:pt idx="1446">
                <c:v>0.8309425151440083</c:v>
              </c:pt>
              <c:pt idx="1447">
                <c:v>0.826376527065722</c:v>
              </c:pt>
              <c:pt idx="1448">
                <c:v>0.7986816939054384</c:v>
              </c:pt>
              <c:pt idx="1449">
                <c:v>0.9817592253726075</c:v>
              </c:pt>
              <c:pt idx="1450">
                <c:v>0.9189967735720512</c:v>
              </c:pt>
              <c:pt idx="1451">
                <c:v>0.8466746694142159</c:v>
              </c:pt>
              <c:pt idx="1452">
                <c:v>0.8495637910272212</c:v>
              </c:pt>
              <c:pt idx="1453">
                <c:v>0.9208663946726003</c:v>
              </c:pt>
              <c:pt idx="1454">
                <c:v>0.9266071210618936</c:v>
              </c:pt>
              <c:pt idx="1455">
                <c:v>0.9090364484232032</c:v>
              </c:pt>
              <c:pt idx="1456">
                <c:v>1.0348642868502316</c:v>
              </c:pt>
              <c:pt idx="1457">
                <c:v>1.026789687105743</c:v>
              </c:pt>
              <c:pt idx="1458">
                <c:v>1.015471702541576</c:v>
              </c:pt>
              <c:pt idx="1459">
                <c:v>0.9317342603935443</c:v>
              </c:pt>
              <c:pt idx="1460">
                <c:v>0.9272211103535386</c:v>
              </c:pt>
              <c:pt idx="1461">
                <c:v>0.9253452287641324</c:v>
              </c:pt>
              <c:pt idx="1462">
                <c:v>0.8140628041391695</c:v>
              </c:pt>
              <c:pt idx="1463">
                <c:v>0.8158174093321106</c:v>
              </c:pt>
              <c:pt idx="1464">
                <c:v>0.8305006052826681</c:v>
              </c:pt>
              <c:pt idx="1465">
                <c:v>0.805919868195637</c:v>
              </c:pt>
              <c:pt idx="1466">
                <c:v>0.7987946078579569</c:v>
              </c:pt>
              <c:pt idx="1467">
                <c:v>0.8237502610157106</c:v>
              </c:pt>
              <c:pt idx="1468">
                <c:v>0.8379666750951026</c:v>
              </c:pt>
              <c:pt idx="1469">
                <c:v>0.8541925983220536</c:v>
              </c:pt>
              <c:pt idx="1470">
                <c:v>0.8278905508759203</c:v>
              </c:pt>
              <c:pt idx="1471">
                <c:v>0.9324260671828278</c:v>
              </c:pt>
              <c:pt idx="1472">
                <c:v>0.9268584343822504</c:v>
              </c:pt>
              <c:pt idx="1473">
                <c:v>0.8001010023391785</c:v>
              </c:pt>
              <c:pt idx="1474">
                <c:v>0.8052070898557534</c:v>
              </c:pt>
              <c:pt idx="1475">
                <c:v>0.10662814693616195</c:v>
              </c:pt>
              <c:pt idx="1476">
                <c:v>0.08196528334939711</c:v>
              </c:pt>
              <c:pt idx="1477">
                <c:v>0.14525267860570223</c:v>
              </c:pt>
              <c:pt idx="1478">
                <c:v>0.9175633891295465</c:v>
              </c:pt>
              <c:pt idx="1479">
                <c:v>0.8972051303928684</c:v>
              </c:pt>
              <c:pt idx="1480">
                <c:v>0.9055639554070596</c:v>
              </c:pt>
              <c:pt idx="1481">
                <c:v>0.9295385394019257</c:v>
              </c:pt>
              <c:pt idx="1482">
                <c:v>0.9289807082253122</c:v>
              </c:pt>
              <c:pt idx="1483">
                <c:v>0.9162609159242902</c:v>
              </c:pt>
              <c:pt idx="1484">
                <c:v>0.9151062039382876</c:v>
              </c:pt>
              <c:pt idx="1485">
                <c:v>0.9525238070748713</c:v>
              </c:pt>
              <c:pt idx="1486">
                <c:v>0.9405103562933913</c:v>
              </c:pt>
              <c:pt idx="1487">
                <c:v>0.9146566984110279</c:v>
              </c:pt>
              <c:pt idx="1488">
                <c:v>0.9242330935234542</c:v>
              </c:pt>
              <c:pt idx="1489">
                <c:v>0.948804620617562</c:v>
              </c:pt>
              <c:pt idx="1490">
                <c:v>0.9498628693595171</c:v>
              </c:pt>
              <c:pt idx="1491">
                <c:v>0.9405262943390096</c:v>
              </c:pt>
              <c:pt idx="1492">
                <c:v>0.9353389371210672</c:v>
              </c:pt>
              <c:pt idx="1493">
                <c:v>0.9351383448759015</c:v>
              </c:pt>
              <c:pt idx="1494">
                <c:v>0.5826276377756061</c:v>
              </c:pt>
              <c:pt idx="1495">
                <c:v>0.5814402352620104</c:v>
              </c:pt>
              <c:pt idx="1496">
                <c:v>0.5496419331691722</c:v>
              </c:pt>
              <c:pt idx="1497">
                <c:v>0.9245342567635312</c:v>
              </c:pt>
              <c:pt idx="1498">
                <c:v>1.0257691937197473</c:v>
              </c:pt>
              <c:pt idx="1499">
                <c:v>1.0428350892931921</c:v>
              </c:pt>
              <c:pt idx="1500">
                <c:v>0.9243646810854802</c:v>
              </c:pt>
              <c:pt idx="1501">
                <c:v>0.9248879506072316</c:v>
              </c:pt>
              <c:pt idx="1502">
                <c:v>0.9261391598033334</c:v>
              </c:pt>
              <c:pt idx="1503">
                <c:v>0.9285549661053214</c:v>
              </c:pt>
              <c:pt idx="1504">
                <c:v>0.9300714360300995</c:v>
              </c:pt>
              <c:pt idx="1505">
                <c:v>0.9082037304044007</c:v>
              </c:pt>
              <c:pt idx="1506">
                <c:v>0.9818926705786705</c:v>
              </c:pt>
              <c:pt idx="1507">
                <c:v>0.9873990812572015</c:v>
              </c:pt>
              <c:pt idx="1508">
                <c:v>0.9869630399696204</c:v>
              </c:pt>
              <c:pt idx="1509">
                <c:v>0.46912988612724804</c:v>
              </c:pt>
              <c:pt idx="1510">
                <c:v>0.5061708434495553</c:v>
              </c:pt>
              <c:pt idx="1511">
                <c:v>0.5594787492893242</c:v>
              </c:pt>
              <c:pt idx="1512">
                <c:v>0.6031550984056682</c:v>
              </c:pt>
              <c:pt idx="1513">
                <c:v>0.8692968035995012</c:v>
              </c:pt>
              <c:pt idx="1514">
                <c:v>0.8685202474560574</c:v>
              </c:pt>
              <c:pt idx="1515">
                <c:v>0.8631335027122051</c:v>
              </c:pt>
              <c:pt idx="1516">
                <c:v>0.8694171883472673</c:v>
              </c:pt>
              <c:pt idx="1517">
                <c:v>0.6108776405584136</c:v>
              </c:pt>
              <c:pt idx="1518">
                <c:v>0.8671684225589025</c:v>
              </c:pt>
              <c:pt idx="1519">
                <c:v>0.8721388605469712</c:v>
              </c:pt>
              <c:pt idx="1520">
                <c:v>0.9270837988903307</c:v>
              </c:pt>
              <c:pt idx="1521">
                <c:v>0.9334504609211136</c:v>
              </c:pt>
              <c:pt idx="1522">
                <c:v>0.8893756099148035</c:v>
              </c:pt>
              <c:pt idx="1523">
                <c:v>0.8862673649427424</c:v>
              </c:pt>
              <c:pt idx="1524">
                <c:v>0.5083444748937506</c:v>
              </c:pt>
              <c:pt idx="1525">
                <c:v>0.8891435603394843</c:v>
              </c:pt>
              <c:pt idx="1526">
                <c:v>0.8474798830539592</c:v>
              </c:pt>
              <c:pt idx="1527">
                <c:v>0.8663447136440893</c:v>
              </c:pt>
              <c:pt idx="1528">
                <c:v>0.7472873857654322</c:v>
              </c:pt>
              <c:pt idx="1529">
                <c:v>0.7358467051830249</c:v>
              </c:pt>
              <c:pt idx="1530">
                <c:v>0.7684231531818426</c:v>
              </c:pt>
              <c:pt idx="1531">
                <c:v>0.8051747034446674</c:v>
              </c:pt>
              <c:pt idx="1532">
                <c:v>0.7918430878636129</c:v>
              </c:pt>
              <c:pt idx="1533">
                <c:v>0.8165527346485272</c:v>
              </c:pt>
              <c:pt idx="1534">
                <c:v>0.8943177581541579</c:v>
              </c:pt>
              <c:pt idx="1535">
                <c:v>0.8949770100037446</c:v>
              </c:pt>
              <c:pt idx="1536">
                <c:v>0.8965580332277</c:v>
              </c:pt>
              <c:pt idx="1537">
                <c:v>0.962072187643792</c:v>
              </c:pt>
              <c:pt idx="1538">
                <c:v>0.953797336913802</c:v>
              </c:pt>
              <c:pt idx="1539">
                <c:v>0.9537015057862822</c:v>
              </c:pt>
              <c:pt idx="1540">
                <c:v>0.9524643814137957</c:v>
              </c:pt>
              <c:pt idx="1541">
                <c:v>0.8825802077848884</c:v>
              </c:pt>
              <c:pt idx="1542">
                <c:v>0.8160317657797127</c:v>
              </c:pt>
              <c:pt idx="1543">
                <c:v>0.8494839734913997</c:v>
              </c:pt>
              <c:pt idx="1544">
                <c:v>0.8522385269877101</c:v>
              </c:pt>
              <c:pt idx="1545">
                <c:v>0.8542213119755004</c:v>
              </c:pt>
              <c:pt idx="1546">
                <c:v>0.8107065463972084</c:v>
              </c:pt>
              <c:pt idx="1547">
                <c:v>0.8091534952286243</c:v>
              </c:pt>
              <c:pt idx="1548">
                <c:v>0.8169401849778073</c:v>
              </c:pt>
              <c:pt idx="1549">
                <c:v>0.9928921590293195</c:v>
              </c:pt>
              <c:pt idx="1550">
                <c:v>0.9928829663099744</c:v>
              </c:pt>
              <c:pt idx="1551">
                <c:v>0.9928999520797357</c:v>
              </c:pt>
              <c:pt idx="1552">
                <c:v>1.0045317700186804</c:v>
              </c:pt>
              <c:pt idx="1553">
                <c:v>1.017931561443795</c:v>
              </c:pt>
              <c:pt idx="1554">
                <c:v>1.0071559403187602</c:v>
              </c:pt>
              <c:pt idx="1555">
                <c:v>0.8974186192964394</c:v>
              </c:pt>
              <c:pt idx="1556">
                <c:v>0.9814327668596946</c:v>
              </c:pt>
              <c:pt idx="1557">
                <c:v>0.9791252155614881</c:v>
              </c:pt>
              <c:pt idx="1558">
                <c:v>0.9773681219316901</c:v>
              </c:pt>
              <c:pt idx="1559">
                <c:v>0.6383394058820521</c:v>
              </c:pt>
              <c:pt idx="1560">
                <c:v>0.6563758415774912</c:v>
              </c:pt>
              <c:pt idx="1561">
                <c:v>0.6996789871340987</c:v>
              </c:pt>
              <c:pt idx="1562">
                <c:v>0.9302689019305915</c:v>
              </c:pt>
              <c:pt idx="1563">
                <c:v>0.9396433398719469</c:v>
              </c:pt>
              <c:pt idx="1564">
                <c:v>0.9905309294555937</c:v>
              </c:pt>
              <c:pt idx="1565">
                <c:v>0.9891793048500214</c:v>
              </c:pt>
              <c:pt idx="1566">
                <c:v>0.9869051041069505</c:v>
              </c:pt>
              <c:pt idx="1567">
                <c:v>0.9397986828191842</c:v>
              </c:pt>
              <c:pt idx="1568">
                <c:v>0.9478479747862626</c:v>
              </c:pt>
              <c:pt idx="1569">
                <c:v>0.9461802217142876</c:v>
              </c:pt>
              <c:pt idx="1570">
                <c:v>0.9547138842566472</c:v>
              </c:pt>
              <c:pt idx="1571">
                <c:v>0.9578082258731937</c:v>
              </c:pt>
              <c:pt idx="1572">
                <c:v>0.9577683707195493</c:v>
              </c:pt>
              <c:pt idx="1573">
                <c:v>0.8594296618683976</c:v>
              </c:pt>
              <c:pt idx="1574">
                <c:v>1.0061698856080512</c:v>
              </c:pt>
              <c:pt idx="1575">
                <c:v>0.9962663962560055</c:v>
              </c:pt>
              <c:pt idx="1576">
                <c:v>1.0002317578007178</c:v>
              </c:pt>
              <c:pt idx="1577">
                <c:v>0.8956839371210353</c:v>
              </c:pt>
              <c:pt idx="1578">
                <c:v>0.9058105266779651</c:v>
              </c:pt>
              <c:pt idx="1579">
                <c:v>0.9537850334498317</c:v>
              </c:pt>
              <c:pt idx="1580">
                <c:v>0.9282473459768802</c:v>
              </c:pt>
              <c:pt idx="1581">
                <c:v>0.9277534106605669</c:v>
              </c:pt>
              <c:pt idx="1582">
                <c:v>0.9396371748857814</c:v>
              </c:pt>
              <c:pt idx="1583">
                <c:v>0.5727481938721805</c:v>
              </c:pt>
              <c:pt idx="1584">
                <c:v>0.6057400244096358</c:v>
              </c:pt>
              <c:pt idx="1585">
                <c:v>0.9451454980286299</c:v>
              </c:pt>
              <c:pt idx="1586">
                <c:v>0.9945431148805836</c:v>
              </c:pt>
              <c:pt idx="1587">
                <c:v>1.0035859781140402</c:v>
              </c:pt>
              <c:pt idx="1588">
                <c:v>0.9894911674964109</c:v>
              </c:pt>
              <c:pt idx="1589">
                <c:v>1.0055907438456204</c:v>
              </c:pt>
              <c:pt idx="1590">
                <c:v>0.9247801636999654</c:v>
              </c:pt>
              <c:pt idx="1591">
                <c:v>0.916713632606636</c:v>
              </c:pt>
              <c:pt idx="1592">
                <c:v>0.8962010150675939</c:v>
              </c:pt>
              <c:pt idx="1593">
                <c:v>0.9518295499521241</c:v>
              </c:pt>
              <c:pt idx="1594">
                <c:v>0.9351120227530112</c:v>
              </c:pt>
              <c:pt idx="1595">
                <c:v>0.9377281940368144</c:v>
              </c:pt>
              <c:pt idx="1596">
                <c:v>0.9389952452883711</c:v>
              </c:pt>
              <c:pt idx="1597">
                <c:v>0.9393087008872938</c:v>
              </c:pt>
              <c:pt idx="1598">
                <c:v>0.9508176094305687</c:v>
              </c:pt>
              <c:pt idx="1599">
                <c:v>0.9581398504573694</c:v>
              </c:pt>
              <c:pt idx="1600">
                <c:v>0.7067567089971151</c:v>
              </c:pt>
              <c:pt idx="1601">
                <c:v>0.7031578817950501</c:v>
              </c:pt>
              <c:pt idx="1602">
                <c:v>0.9330485802152451</c:v>
              </c:pt>
              <c:pt idx="1603">
                <c:v>0.9298775855607009</c:v>
              </c:pt>
              <c:pt idx="1604">
                <c:v>0.9418958017103621</c:v>
              </c:pt>
              <c:pt idx="1605">
                <c:v>0.9568307541986608</c:v>
              </c:pt>
              <c:pt idx="1606">
                <c:v>0.961986145695218</c:v>
              </c:pt>
              <c:pt idx="1607">
                <c:v>0.9648142281794165</c:v>
              </c:pt>
              <c:pt idx="1608">
                <c:v>0.9514525379285629</c:v>
              </c:pt>
              <c:pt idx="1609">
                <c:v>0.9618638426555117</c:v>
              </c:pt>
              <c:pt idx="1610">
                <c:v>0.9401912073120419</c:v>
              </c:pt>
              <c:pt idx="1611">
                <c:v>0.9380204837112084</c:v>
              </c:pt>
              <c:pt idx="1612">
                <c:v>0.8959930466887871</c:v>
              </c:pt>
              <c:pt idx="1613">
                <c:v>0.8987344648090313</c:v>
              </c:pt>
              <c:pt idx="1614">
                <c:v>0.9094269499045465</c:v>
              </c:pt>
              <c:pt idx="1615">
                <c:v>0.96334836926881</c:v>
              </c:pt>
              <c:pt idx="1616">
                <c:v>0.9453638105229327</c:v>
              </c:pt>
              <c:pt idx="1617">
                <c:v>0.9488260695807839</c:v>
              </c:pt>
              <c:pt idx="1618">
                <c:v>0.9399149143473248</c:v>
              </c:pt>
              <c:pt idx="1619">
                <c:v>0.9282117192781796</c:v>
              </c:pt>
              <c:pt idx="1620">
                <c:v>0.9285901268906601</c:v>
              </c:pt>
              <c:pt idx="1621">
                <c:v>0.9200422502989297</c:v>
              </c:pt>
              <c:pt idx="1622">
                <c:v>0.9168202801577123</c:v>
              </c:pt>
              <c:pt idx="1623">
                <c:v>1.034333211592868</c:v>
              </c:pt>
              <c:pt idx="1624">
                <c:v>1.0428382121275104</c:v>
              </c:pt>
              <c:pt idx="1625">
                <c:v>0.8842942398958246</c:v>
              </c:pt>
              <c:pt idx="1626">
                <c:v>0.8801970371052105</c:v>
              </c:pt>
              <c:pt idx="1627">
                <c:v>0.8933467106316301</c:v>
              </c:pt>
              <c:pt idx="1628">
                <c:v>0.8937738032727147</c:v>
              </c:pt>
              <c:pt idx="1629">
                <c:v>1.025551084494608</c:v>
              </c:pt>
              <c:pt idx="1630">
                <c:v>1.0233066930489167</c:v>
              </c:pt>
              <c:pt idx="1631">
                <c:v>1.0262156992479956</c:v>
              </c:pt>
              <c:pt idx="1632">
                <c:v>0.9508651365520266</c:v>
              </c:pt>
              <c:pt idx="1633">
                <c:v>0.9808244232653425</c:v>
              </c:pt>
              <c:pt idx="1634">
                <c:v>0.9825293511436534</c:v>
              </c:pt>
              <c:pt idx="1635">
                <c:v>0.9662347969622254</c:v>
              </c:pt>
              <c:pt idx="1636">
                <c:v>0.9657922761962096</c:v>
              </c:pt>
              <c:pt idx="1637">
                <c:v>0.9589498832703026</c:v>
              </c:pt>
              <c:pt idx="1638">
                <c:v>0.9642142771682515</c:v>
              </c:pt>
              <c:pt idx="1639">
                <c:v>0.9540245279581021</c:v>
              </c:pt>
              <c:pt idx="1640">
                <c:v>0.9641450793088356</c:v>
              </c:pt>
              <c:pt idx="1641">
                <c:v>0.959664065188527</c:v>
              </c:pt>
              <c:pt idx="1642">
                <c:v>0.9555928452484261</c:v>
              </c:pt>
              <c:pt idx="1643">
                <c:v>0.9425919554189546</c:v>
              </c:pt>
              <c:pt idx="1644">
                <c:v>0.9563300161774398</c:v>
              </c:pt>
              <c:pt idx="1645">
                <c:v>0.9557022259998299</c:v>
              </c:pt>
              <c:pt idx="1646">
                <c:v>0.8727204651088962</c:v>
              </c:pt>
              <c:pt idx="1647">
                <c:v>0.7394053049672019</c:v>
              </c:pt>
              <c:pt idx="1648">
                <c:v>0.7235921848899054</c:v>
              </c:pt>
              <c:pt idx="1649">
                <c:v>0.7023186169860148</c:v>
              </c:pt>
              <c:pt idx="1650">
                <c:v>0.8159990815909284</c:v>
              </c:pt>
              <c:pt idx="1651">
                <c:v>0.7896128459664374</c:v>
              </c:pt>
              <c:pt idx="1652">
                <c:v>0.8044164084512418</c:v>
              </c:pt>
              <c:pt idx="1653">
                <c:v>0.8763855855345024</c:v>
              </c:pt>
              <c:pt idx="1654">
                <c:v>0.8710422419323713</c:v>
              </c:pt>
              <c:pt idx="1655">
                <c:v>1.0169337527923241</c:v>
              </c:pt>
              <c:pt idx="1656">
                <c:v>1.012787810840354</c:v>
              </c:pt>
              <c:pt idx="1657">
                <c:v>0.9347314175037422</c:v>
              </c:pt>
              <c:pt idx="1658">
                <c:v>0.9346166353040712</c:v>
              </c:pt>
              <c:pt idx="1659">
                <c:v>0.8435816868713792</c:v>
              </c:pt>
              <c:pt idx="1660">
                <c:v>0.8450490622449915</c:v>
              </c:pt>
              <c:pt idx="1661">
                <c:v>0.8375212456115846</c:v>
              </c:pt>
              <c:pt idx="1662">
                <c:v>0.9175761083283416</c:v>
              </c:pt>
              <c:pt idx="1663">
                <c:v>1.0151386147999337</c:v>
              </c:pt>
              <c:pt idx="1664">
                <c:v>0.6533010790707411</c:v>
              </c:pt>
              <c:pt idx="1665">
                <c:v>0.8222520393878545</c:v>
              </c:pt>
              <c:pt idx="1666">
                <c:v>0.8005298543841917</c:v>
              </c:pt>
              <c:pt idx="1667">
                <c:v>0.7897841423296612</c:v>
              </c:pt>
              <c:pt idx="1668">
                <c:v>0.9843986848135348</c:v>
              </c:pt>
              <c:pt idx="1669">
                <c:v>1.0027092416432661</c:v>
              </c:pt>
              <c:pt idx="1670">
                <c:v>0.9850147851042148</c:v>
              </c:pt>
              <c:pt idx="1671">
                <c:v>1.0095175821420703</c:v>
              </c:pt>
              <c:pt idx="1672">
                <c:v>0.9905360361422467</c:v>
              </c:pt>
              <c:pt idx="1673">
                <c:v>0.8654041823510125</c:v>
              </c:pt>
              <c:pt idx="1674">
                <c:v>0.9047905382375538</c:v>
              </c:pt>
              <c:pt idx="1675">
                <c:v>0.9024354600656903</c:v>
              </c:pt>
              <c:pt idx="1676">
                <c:v>0.874588342402394</c:v>
              </c:pt>
              <c:pt idx="1677">
                <c:v>0.8763540513902864</c:v>
              </c:pt>
              <c:pt idx="1678">
                <c:v>0.8819480023077098</c:v>
              </c:pt>
              <c:pt idx="1679">
                <c:v>0.9764896922708566</c:v>
              </c:pt>
              <c:pt idx="1680">
                <c:v>0.9698718558935279</c:v>
              </c:pt>
              <c:pt idx="1681">
                <c:v>0.9538366607717643</c:v>
              </c:pt>
              <c:pt idx="1682">
                <c:v>0.9764183150284124</c:v>
              </c:pt>
              <c:pt idx="1683">
                <c:v>0.963614697186733</c:v>
              </c:pt>
              <c:pt idx="1684">
                <c:v>0.9715361385089412</c:v>
              </c:pt>
              <c:pt idx="1685">
                <c:v>0.9247480244243061</c:v>
              </c:pt>
              <c:pt idx="1686">
                <c:v>0.9262018070040084</c:v>
              </c:pt>
              <c:pt idx="1687">
                <c:v>0.9248068719420565</c:v>
              </c:pt>
              <c:pt idx="1688">
                <c:v>0.9310639983513018</c:v>
              </c:pt>
              <c:pt idx="1689">
                <c:v>0.9239530877122623</c:v>
              </c:pt>
              <c:pt idx="1690">
                <c:v>0.911167662299726</c:v>
              </c:pt>
              <c:pt idx="1691">
                <c:v>0.9135860830180629</c:v>
              </c:pt>
              <c:pt idx="1692">
                <c:v>0.9265842157647788</c:v>
              </c:pt>
              <c:pt idx="1693">
                <c:v>0.911467991085246</c:v>
              </c:pt>
              <c:pt idx="1694">
                <c:v>0.9561188448743182</c:v>
              </c:pt>
              <c:pt idx="1695">
                <c:v>0.9593625628727187</c:v>
              </c:pt>
              <c:pt idx="1696">
                <c:v>0.9588835245385555</c:v>
              </c:pt>
              <c:pt idx="1697">
                <c:v>0.9633839623166957</c:v>
              </c:pt>
              <c:pt idx="1698">
                <c:v>1.0392768319041659</c:v>
              </c:pt>
              <c:pt idx="1699">
                <c:v>1.028016082260982</c:v>
              </c:pt>
              <c:pt idx="1700">
                <c:v>0.9553722138633922</c:v>
              </c:pt>
              <c:pt idx="1701">
                <c:v>0.9648943852622269</c:v>
              </c:pt>
              <c:pt idx="1702">
                <c:v>0.9642247811708639</c:v>
              </c:pt>
              <c:pt idx="1703">
                <c:v>0.9049550044847523</c:v>
              </c:pt>
              <c:pt idx="1704">
                <c:v>0.9315987757447936</c:v>
              </c:pt>
              <c:pt idx="1705">
                <c:v>0.9517244541195246</c:v>
              </c:pt>
              <c:pt idx="1706">
                <c:v>0.93836108385381</c:v>
              </c:pt>
              <c:pt idx="1707">
                <c:v>1.011285558418037</c:v>
              </c:pt>
              <c:pt idx="1708">
                <c:v>0.9566143616561722</c:v>
              </c:pt>
              <c:pt idx="1709">
                <c:v>0.956025616740559</c:v>
              </c:pt>
              <c:pt idx="1710">
                <c:v>0.9648416783089914</c:v>
              </c:pt>
              <c:pt idx="1711">
                <c:v>0.9644083418806269</c:v>
              </c:pt>
              <c:pt idx="1712">
                <c:v>0.9635848846542352</c:v>
              </c:pt>
              <c:pt idx="1713">
                <c:v>0.9453154650932161</c:v>
              </c:pt>
              <c:pt idx="1714">
                <c:v>0.9537400352828151</c:v>
              </c:pt>
              <c:pt idx="1715">
                <c:v>0.6873696981888421</c:v>
              </c:pt>
              <c:pt idx="1716">
                <c:v>0.9564057970519062</c:v>
              </c:pt>
              <c:pt idx="1717">
                <c:v>0.9599375917870053</c:v>
              </c:pt>
              <c:pt idx="1718">
                <c:v>0.9459693258820181</c:v>
              </c:pt>
              <c:pt idx="1719">
                <c:v>1.033592342176639</c:v>
              </c:pt>
              <c:pt idx="1720">
                <c:v>1.0381173600492994</c:v>
              </c:pt>
              <c:pt idx="1721">
                <c:v>1.0306299207762935</c:v>
              </c:pt>
              <c:pt idx="1722">
                <c:v>1.0429434948440142</c:v>
              </c:pt>
              <c:pt idx="1723">
                <c:v>0.9021267531330155</c:v>
              </c:pt>
              <c:pt idx="1724">
                <c:v>0.7333649949744743</c:v>
              </c:pt>
              <c:pt idx="1725">
                <c:v>0.7004344098397152</c:v>
              </c:pt>
              <c:pt idx="1726">
                <c:v>0.8952292266784891</c:v>
              </c:pt>
              <c:pt idx="1727">
                <c:v>0.4729456897423204</c:v>
              </c:pt>
              <c:pt idx="1728">
                <c:v>0.1230540823586113</c:v>
              </c:pt>
              <c:pt idx="1729">
                <c:v>0.24971016888664666</c:v>
              </c:pt>
              <c:pt idx="1730">
                <c:v>0.923397005062982</c:v>
              </c:pt>
              <c:pt idx="1731">
                <c:v>0.9222431503520317</c:v>
              </c:pt>
              <c:pt idx="1732">
                <c:v>0.9235208426479696</c:v>
              </c:pt>
              <c:pt idx="1733">
                <c:v>1.0023102654773781</c:v>
              </c:pt>
              <c:pt idx="1734">
                <c:v>1.0064303207051293</c:v>
              </c:pt>
              <c:pt idx="1735">
                <c:v>1.000071753166488</c:v>
              </c:pt>
              <c:pt idx="1736">
                <c:v>0.5657358633477346</c:v>
              </c:pt>
              <c:pt idx="1737">
                <c:v>0.5928309980539485</c:v>
              </c:pt>
              <c:pt idx="1738">
                <c:v>0.5471911135188596</c:v>
              </c:pt>
              <c:pt idx="1739">
                <c:v>1.0084442669463103</c:v>
              </c:pt>
              <c:pt idx="1740">
                <c:v>1.0096716845991125</c:v>
              </c:pt>
              <c:pt idx="1741">
                <c:v>0.9622527304234447</c:v>
              </c:pt>
              <c:pt idx="1742">
                <c:v>0.9596219850355434</c:v>
              </c:pt>
              <c:pt idx="1743">
                <c:v>0.9419380070754244</c:v>
              </c:pt>
              <c:pt idx="1744">
                <c:v>0.88056914003434</c:v>
              </c:pt>
              <c:pt idx="1745">
                <c:v>0.5232885357809384</c:v>
              </c:pt>
              <c:pt idx="1746">
                <c:v>0.6100473701782995</c:v>
              </c:pt>
              <c:pt idx="1747">
                <c:v>0.9735380542023825</c:v>
              </c:pt>
              <c:pt idx="1748">
                <c:v>0.8855656202287028</c:v>
              </c:pt>
              <c:pt idx="1749">
                <c:v>0.8960611431233507</c:v>
              </c:pt>
              <c:pt idx="1750">
                <c:v>0.8840355197969243</c:v>
              </c:pt>
              <c:pt idx="1751">
                <c:v>0.7129581480975511</c:v>
              </c:pt>
              <c:pt idx="1752">
                <c:v>0.7129748591572528</c:v>
              </c:pt>
              <c:pt idx="1753">
                <c:v>0.7158938179997181</c:v>
              </c:pt>
              <c:pt idx="1754">
                <c:v>0.7806195363226408</c:v>
              </c:pt>
              <c:pt idx="1755">
                <c:v>0.7714856455907463</c:v>
              </c:pt>
              <c:pt idx="1756">
                <c:v>0.769694687839687</c:v>
              </c:pt>
              <c:pt idx="1757">
                <c:v>0.7590083365213561</c:v>
              </c:pt>
              <c:pt idx="1758">
                <c:v>0.9007077329929203</c:v>
              </c:pt>
              <c:pt idx="1759">
                <c:v>0.9044666253356097</c:v>
              </c:pt>
              <c:pt idx="1760">
                <c:v>1.012150214029283</c:v>
              </c:pt>
              <c:pt idx="1761">
                <c:v>0.9972683893165394</c:v>
              </c:pt>
              <c:pt idx="1762">
                <c:v>0.9956071082205825</c:v>
              </c:pt>
              <c:pt idx="1763">
                <c:v>0.9878055149817755</c:v>
              </c:pt>
              <c:pt idx="1764">
                <c:v>0.9819567319490823</c:v>
              </c:pt>
              <c:pt idx="1765">
                <c:v>1.022778331933456</c:v>
              </c:pt>
              <c:pt idx="1766">
                <c:v>1.0262229912013232</c:v>
              </c:pt>
              <c:pt idx="1767">
                <c:v>1.0411657344297278</c:v>
              </c:pt>
              <c:pt idx="1768">
                <c:v>0.6425899354311903</c:v>
              </c:pt>
              <c:pt idx="1769">
                <c:v>0.8836621424455993</c:v>
              </c:pt>
              <c:pt idx="1770">
                <c:v>0.8787311426106784</c:v>
              </c:pt>
              <c:pt idx="1771">
                <c:v>0.8783095923579924</c:v>
              </c:pt>
              <c:pt idx="1772">
                <c:v>0.863706945457931</c:v>
              </c:pt>
              <c:pt idx="1773">
                <c:v>0.8629278235786227</c:v>
              </c:pt>
              <c:pt idx="1774">
                <c:v>0.8858093877432751</c:v>
              </c:pt>
              <c:pt idx="1775">
                <c:v>0.8143046790510347</c:v>
              </c:pt>
              <c:pt idx="1776">
                <c:v>0.7983004931664787</c:v>
              </c:pt>
              <c:pt idx="1777">
                <c:v>0.815374807512741</c:v>
              </c:pt>
              <c:pt idx="1778">
                <c:v>0.9621243668622564</c:v>
              </c:pt>
              <c:pt idx="1779">
                <c:v>0.9603081133297771</c:v>
              </c:pt>
              <c:pt idx="1780">
                <c:v>0.9576328241946512</c:v>
              </c:pt>
              <c:pt idx="1781">
                <c:v>0.9237048640109067</c:v>
              </c:pt>
              <c:pt idx="1782">
                <c:v>0.9162909362023365</c:v>
              </c:pt>
              <c:pt idx="1783">
                <c:v>0.9246934048361173</c:v>
              </c:pt>
              <c:pt idx="1784">
                <c:v>0.9421801854073878</c:v>
              </c:pt>
              <c:pt idx="1785">
                <c:v>0.9337290340721447</c:v>
              </c:pt>
              <c:pt idx="1786">
                <c:v>1.0270878802682948</c:v>
              </c:pt>
              <c:pt idx="1787">
                <c:v>1.018636168702961</c:v>
              </c:pt>
              <c:pt idx="1788">
                <c:v>1.0104313427194318</c:v>
              </c:pt>
              <c:pt idx="1789">
                <c:v>1.003850026294474</c:v>
              </c:pt>
              <c:pt idx="1790">
                <c:v>0.9995617019282982</c:v>
              </c:pt>
              <c:pt idx="1791">
                <c:v>0.8629070442630412</c:v>
              </c:pt>
              <c:pt idx="1792">
                <c:v>1.0161382966199362</c:v>
              </c:pt>
              <c:pt idx="1793">
                <c:v>0.945797540223591</c:v>
              </c:pt>
              <c:pt idx="1794">
                <c:v>0.8571142718410932</c:v>
              </c:pt>
              <c:pt idx="1795">
                <c:v>0.8743451693284977</c:v>
              </c:pt>
              <c:pt idx="1796">
                <c:v>0.8467445347413302</c:v>
              </c:pt>
              <c:pt idx="1797">
                <c:v>0.9485278453856165</c:v>
              </c:pt>
              <c:pt idx="1798">
                <c:v>0.9551342264822533</c:v>
              </c:pt>
              <c:pt idx="1799">
                <c:v>0.9419256836204231</c:v>
              </c:pt>
              <c:pt idx="1800">
                <c:v>0.9454845966559622</c:v>
              </c:pt>
              <c:pt idx="1801">
                <c:v>0.9477504706770595</c:v>
              </c:pt>
              <c:pt idx="1802">
                <c:v>0.877696182837624</c:v>
              </c:pt>
              <c:pt idx="1803">
                <c:v>0.8602696401963668</c:v>
              </c:pt>
              <c:pt idx="1804">
                <c:v>0.9436914339187394</c:v>
              </c:pt>
              <c:pt idx="1805">
                <c:v>0.9827122004157827</c:v>
              </c:pt>
              <c:pt idx="1806">
                <c:v>0.984440264101301</c:v>
              </c:pt>
              <c:pt idx="1807">
                <c:v>1.0598232264892373</c:v>
              </c:pt>
              <c:pt idx="1808">
                <c:v>1.0430473959317506</c:v>
              </c:pt>
              <c:pt idx="1809">
                <c:v>1.0558882685570528</c:v>
              </c:pt>
              <c:pt idx="1810">
                <c:v>1.0429712096858765</c:v>
              </c:pt>
              <c:pt idx="1811">
                <c:v>1.0406716754333827</c:v>
              </c:pt>
              <c:pt idx="1812">
                <c:v>1.0593577749530037</c:v>
              </c:pt>
              <c:pt idx="1813">
                <c:v>0.9887822742113357</c:v>
              </c:pt>
              <c:pt idx="1814">
                <c:v>1.0295510534782688</c:v>
              </c:pt>
              <c:pt idx="1815">
                <c:v>1.0348957793245588</c:v>
              </c:pt>
              <c:pt idx="1816">
                <c:v>1.0239406475850377</c:v>
              </c:pt>
              <c:pt idx="1817">
                <c:v>1.0270562512830141</c:v>
              </c:pt>
              <c:pt idx="1818">
                <c:v>1.0377218960606895</c:v>
              </c:pt>
              <c:pt idx="1819">
                <c:v>1.0284641059076105</c:v>
              </c:pt>
              <c:pt idx="1820">
                <c:v>1.0415490005957706</c:v>
              </c:pt>
              <c:pt idx="1821">
                <c:v>0.9241097127238348</c:v>
              </c:pt>
              <c:pt idx="1822">
                <c:v>0.9684580953942317</c:v>
              </c:pt>
              <c:pt idx="1823">
                <c:v>0.886080215621976</c:v>
              </c:pt>
              <c:pt idx="1824">
                <c:v>0.9580784525320986</c:v>
              </c:pt>
              <c:pt idx="1825">
                <c:v>0.9628869731257033</c:v>
              </c:pt>
              <c:pt idx="1826">
                <c:v>0.9672206964774451</c:v>
              </c:pt>
              <c:pt idx="1827">
                <c:v>0.9645678904202235</c:v>
              </c:pt>
              <c:pt idx="1828">
                <c:v>0.7747246910669423</c:v>
              </c:pt>
              <c:pt idx="1829">
                <c:v>0.8228065158539388</c:v>
              </c:pt>
              <c:pt idx="1830">
                <c:v>0.7750275380496241</c:v>
              </c:pt>
              <c:pt idx="1831">
                <c:v>0.8235464860315759</c:v>
              </c:pt>
              <c:pt idx="1832">
                <c:v>0.9573296638903349</c:v>
              </c:pt>
              <c:pt idx="1833">
                <c:v>0.9439186878597481</c:v>
              </c:pt>
              <c:pt idx="1834">
                <c:v>0.9413517387008049</c:v>
              </c:pt>
              <c:pt idx="1835">
                <c:v>0.8873187842092356</c:v>
              </c:pt>
              <c:pt idx="1836">
                <c:v>0.8891614411964466</c:v>
              </c:pt>
              <c:pt idx="1837">
                <c:v>0.8860676766834739</c:v>
              </c:pt>
              <c:pt idx="1838">
                <c:v>0.8772220421697383</c:v>
              </c:pt>
              <c:pt idx="1839">
                <c:v>0.7911254910896794</c:v>
              </c:pt>
              <c:pt idx="1840">
                <c:v>0.7997024447516601</c:v>
              </c:pt>
              <c:pt idx="1841">
                <c:v>0.7935504269967315</c:v>
              </c:pt>
              <c:pt idx="1842">
                <c:v>1.0249211817494004</c:v>
              </c:pt>
              <c:pt idx="1843">
                <c:v>1.022047598410007</c:v>
              </c:pt>
              <c:pt idx="1844">
                <c:v>1.033054105735795</c:v>
              </c:pt>
              <c:pt idx="1845">
                <c:v>1.0349137415112935</c:v>
              </c:pt>
              <c:pt idx="1846">
                <c:v>1.018036352476729</c:v>
              </c:pt>
              <c:pt idx="1847">
                <c:v>1.01140295063487</c:v>
              </c:pt>
              <c:pt idx="1848">
                <c:v>1.0177949354313105</c:v>
              </c:pt>
              <c:pt idx="1849">
                <c:v>0.9554959686580036</c:v>
              </c:pt>
              <c:pt idx="1850">
                <c:v>0.9758796593210017</c:v>
              </c:pt>
              <c:pt idx="1851">
                <c:v>0.9784992051469005</c:v>
              </c:pt>
              <c:pt idx="1852">
                <c:v>0.9779023300116431</c:v>
              </c:pt>
              <c:pt idx="1853">
                <c:v>0.9087668589183715</c:v>
              </c:pt>
              <c:pt idx="1854">
                <c:v>0.9209855328354888</c:v>
              </c:pt>
              <c:pt idx="1855">
                <c:v>0.9213941358834521</c:v>
              </c:pt>
              <c:pt idx="1856">
                <c:v>0.9129215265171426</c:v>
              </c:pt>
              <c:pt idx="1857">
                <c:v>0.8991891825904427</c:v>
              </c:pt>
              <c:pt idx="1858">
                <c:v>0.8833279270336793</c:v>
              </c:pt>
              <c:pt idx="1859">
                <c:v>0.8604238233323834</c:v>
              </c:pt>
              <c:pt idx="1860">
                <c:v>0.7695792366389932</c:v>
              </c:pt>
              <c:pt idx="1861">
                <c:v>0.7691201338292307</c:v>
              </c:pt>
              <c:pt idx="1862">
                <c:v>0.6731161335142228</c:v>
              </c:pt>
              <c:pt idx="1863">
                <c:v>0.9033612981498184</c:v>
              </c:pt>
              <c:pt idx="1864">
                <c:v>0.9075787561019426</c:v>
              </c:pt>
              <c:pt idx="1865">
                <c:v>0.904424074867035</c:v>
              </c:pt>
              <c:pt idx="1866">
                <c:v>0.8985933216752545</c:v>
              </c:pt>
              <c:pt idx="1867">
                <c:v>0.8942882187010521</c:v>
              </c:pt>
              <c:pt idx="1868">
                <c:v>0.971593002607082</c:v>
              </c:pt>
              <c:pt idx="1869">
                <c:v>0.9499196896457675</c:v>
              </c:pt>
              <c:pt idx="1870">
                <c:v>0.9402580004625738</c:v>
              </c:pt>
              <c:pt idx="1871">
                <c:v>0.9397549911561753</c:v>
              </c:pt>
              <c:pt idx="1872">
                <c:v>0.943735338187802</c:v>
              </c:pt>
              <c:pt idx="1873">
                <c:v>0.9398756968323821</c:v>
              </c:pt>
              <c:pt idx="1874">
                <c:v>0.940944116177488</c:v>
              </c:pt>
              <c:pt idx="1875">
                <c:v>0.9454405251557426</c:v>
              </c:pt>
              <c:pt idx="1876">
                <c:v>0.884219251241349</c:v>
              </c:pt>
              <c:pt idx="1877">
                <c:v>1.0575557574383079</c:v>
              </c:pt>
              <c:pt idx="1878">
                <c:v>1.0561965404807245</c:v>
              </c:pt>
              <c:pt idx="1879">
                <c:v>1.049873958687656</c:v>
              </c:pt>
              <c:pt idx="1880">
                <c:v>0.63633217388698</c:v>
              </c:pt>
              <c:pt idx="1881">
                <c:v>0.635492154474638</c:v>
              </c:pt>
              <c:pt idx="1882">
                <c:v>0.8762986808645168</c:v>
              </c:pt>
              <c:pt idx="1883">
                <c:v>0.876002083226618</c:v>
              </c:pt>
              <c:pt idx="1884">
                <c:v>0.9266960037230554</c:v>
              </c:pt>
              <c:pt idx="1885">
                <c:v>0.8424720081771526</c:v>
              </c:pt>
              <c:pt idx="1886">
                <c:v>1.0305389155391462</c:v>
              </c:pt>
              <c:pt idx="1887">
                <c:v>1.013221356856569</c:v>
              </c:pt>
              <c:pt idx="1888">
                <c:v>1.032607699241434</c:v>
              </c:pt>
              <c:pt idx="1889">
                <c:v>1.0008658117918117</c:v>
              </c:pt>
              <c:pt idx="1890">
                <c:v>0.9899308697199841</c:v>
              </c:pt>
              <c:pt idx="1891">
                <c:v>1.0055308526695306</c:v>
              </c:pt>
              <c:pt idx="1892">
                <c:v>0.9415961411928744</c:v>
              </c:pt>
              <c:pt idx="1893">
                <c:v>0.9332147734943154</c:v>
              </c:pt>
              <c:pt idx="1894">
                <c:v>1.0131963088151934</c:v>
              </c:pt>
              <c:pt idx="1895">
                <c:v>0.4839214834419577</c:v>
              </c:pt>
              <c:pt idx="1896">
                <c:v>1.0125310405947208</c:v>
              </c:pt>
              <c:pt idx="1897">
                <c:v>0.9328740496856482</c:v>
              </c:pt>
              <c:pt idx="1898">
                <c:v>0.9268804834839018</c:v>
              </c:pt>
              <c:pt idx="1899">
                <c:v>0.9288296334240946</c:v>
              </c:pt>
              <c:pt idx="1900">
                <c:v>0.9376153693730572</c:v>
              </c:pt>
              <c:pt idx="1901">
                <c:v>0.9447624329788232</c:v>
              </c:pt>
              <c:pt idx="1902">
                <c:v>0.9724316110779571</c:v>
              </c:pt>
              <c:pt idx="1903">
                <c:v>0.8476561548643433</c:v>
              </c:pt>
              <c:pt idx="1904">
                <c:v>0.8481454787525754</c:v>
              </c:pt>
              <c:pt idx="1905">
                <c:v>0.8403735455589735</c:v>
              </c:pt>
              <c:pt idx="1906">
                <c:v>0.8626145400490834</c:v>
              </c:pt>
              <c:pt idx="1907">
                <c:v>0.8797900334262095</c:v>
              </c:pt>
              <c:pt idx="1908">
                <c:v>0.8941947885620867</c:v>
              </c:pt>
              <c:pt idx="1909">
                <c:v>0.8817035731852673</c:v>
              </c:pt>
              <c:pt idx="1910">
                <c:v>0.8735750181377707</c:v>
              </c:pt>
              <c:pt idx="1911">
                <c:v>0.9011093999752102</c:v>
              </c:pt>
              <c:pt idx="1912">
                <c:v>1.0183688198885905</c:v>
              </c:pt>
              <c:pt idx="1913">
                <c:v>1.0243744083970139</c:v>
              </c:pt>
              <c:pt idx="1914">
                <c:v>0.9490196547228978</c:v>
              </c:pt>
              <c:pt idx="1915">
                <c:v>0.9516836846729594</c:v>
              </c:pt>
              <c:pt idx="1916">
                <c:v>0.9664127695074397</c:v>
              </c:pt>
              <c:pt idx="1917">
                <c:v>0.9395794165958518</c:v>
              </c:pt>
              <c:pt idx="1918">
                <c:v>0.705171876988674</c:v>
              </c:pt>
              <c:pt idx="1919">
                <c:v>0.7135708133672934</c:v>
              </c:pt>
              <c:pt idx="1920">
                <c:v>0.6728735110525143</c:v>
              </c:pt>
              <c:pt idx="1921">
                <c:v>1.0580983238390234</c:v>
              </c:pt>
              <c:pt idx="1922">
                <c:v>1.061355224114519</c:v>
              </c:pt>
              <c:pt idx="1923">
                <c:v>1.0611301103661623</c:v>
              </c:pt>
              <c:pt idx="1924">
                <c:v>0.8593292191509502</c:v>
              </c:pt>
              <c:pt idx="1925">
                <c:v>0.8367883360509918</c:v>
              </c:pt>
              <c:pt idx="1926">
                <c:v>1.00585028709318</c:v>
              </c:pt>
              <c:pt idx="1927">
                <c:v>0.7136505802488025</c:v>
              </c:pt>
              <c:pt idx="1928">
                <c:v>0.7333037415105224</c:v>
              </c:pt>
              <c:pt idx="1929">
                <c:v>0.89603644889763</c:v>
              </c:pt>
              <c:pt idx="1930">
                <c:v>0.967237567294972</c:v>
              </c:pt>
              <c:pt idx="1931">
                <c:v>0.9538562060527797</c:v>
              </c:pt>
              <c:pt idx="1932">
                <c:v>0.9415470860993056</c:v>
              </c:pt>
              <c:pt idx="1933">
                <c:v>0.9345032382795333</c:v>
              </c:pt>
              <c:pt idx="1934">
                <c:v>0.9288061590538322</c:v>
              </c:pt>
              <c:pt idx="1935">
                <c:v>0.8826572488918869</c:v>
              </c:pt>
              <c:pt idx="1936">
                <c:v>0.8818698025693621</c:v>
              </c:pt>
              <c:pt idx="1937">
                <c:v>0.8667197259879393</c:v>
              </c:pt>
              <c:pt idx="1938">
                <c:v>0.8473363187890902</c:v>
              </c:pt>
              <c:pt idx="1939">
                <c:v>0.9152376554516786</c:v>
              </c:pt>
              <c:pt idx="1940">
                <c:v>0.9226808878706876</c:v>
              </c:pt>
              <c:pt idx="1941">
                <c:v>0.9135683992735956</c:v>
              </c:pt>
              <c:pt idx="1942">
                <c:v>0.9184129375404575</c:v>
              </c:pt>
              <c:pt idx="1943">
                <c:v>0.8975706171581712</c:v>
              </c:pt>
              <c:pt idx="1944">
                <c:v>0.9814027980795937</c:v>
              </c:pt>
              <c:pt idx="1945">
                <c:v>0.9661313354990192</c:v>
              </c:pt>
              <c:pt idx="1946">
                <c:v>0.9781605396939802</c:v>
              </c:pt>
              <c:pt idx="1947">
                <c:v>0.9551869584804104</c:v>
              </c:pt>
              <c:pt idx="1948">
                <c:v>0.9531180789784898</c:v>
              </c:pt>
              <c:pt idx="1949">
                <c:v>0.952395571160568</c:v>
              </c:pt>
              <c:pt idx="1950">
                <c:v>0.9425187636739941</c:v>
              </c:pt>
              <c:pt idx="1951">
                <c:v>0.9468891953644163</c:v>
              </c:pt>
              <c:pt idx="1952">
                <c:v>0.9563319405688517</c:v>
              </c:pt>
              <c:pt idx="1953">
                <c:v>0.9613367103096382</c:v>
              </c:pt>
              <c:pt idx="1954">
                <c:v>0.6481915963796369</c:v>
              </c:pt>
              <c:pt idx="1955">
                <c:v>0.9134082347503142</c:v>
              </c:pt>
              <c:pt idx="1956">
                <c:v>0.8975348426827069</c:v>
              </c:pt>
              <c:pt idx="1957">
                <c:v>0.932490431319079</c:v>
              </c:pt>
              <c:pt idx="1958">
                <c:v>0.9273933027192273</c:v>
              </c:pt>
              <c:pt idx="1959">
                <c:v>0.9314273359085138</c:v>
              </c:pt>
              <c:pt idx="1960">
                <c:v>0.966137982686706</c:v>
              </c:pt>
              <c:pt idx="1961">
                <c:v>0.9185840738882117</c:v>
              </c:pt>
              <c:pt idx="1962">
                <c:v>0.9252410235893709</c:v>
              </c:pt>
              <c:pt idx="1963">
                <c:v>0.9057878469708893</c:v>
              </c:pt>
              <c:pt idx="1964">
                <c:v>0.9031380100257547</c:v>
              </c:pt>
              <c:pt idx="1965">
                <c:v>0.92261443093796</c:v>
              </c:pt>
              <c:pt idx="1966">
                <c:v>0.8746070740023004</c:v>
              </c:pt>
              <c:pt idx="1967">
                <c:v>0.8783887048640838</c:v>
              </c:pt>
              <c:pt idx="1968">
                <c:v>0.9401849553020563</c:v>
              </c:pt>
              <c:pt idx="1969">
                <c:v>0.9318232615303789</c:v>
              </c:pt>
              <c:pt idx="1970">
                <c:v>0.9606500382053627</c:v>
              </c:pt>
              <c:pt idx="1971">
                <c:v>0.9967405799132417</c:v>
              </c:pt>
              <c:pt idx="1972">
                <c:v>0.9977640824962644</c:v>
              </c:pt>
              <c:pt idx="1973">
                <c:v>0.9825115852870989</c:v>
              </c:pt>
              <c:pt idx="1974">
                <c:v>0.9847167686497845</c:v>
              </c:pt>
              <c:pt idx="1975">
                <c:v>0.9841173873276071</c:v>
              </c:pt>
              <c:pt idx="1976">
                <c:v>0.9815273376886393</c:v>
              </c:pt>
              <c:pt idx="1977">
                <c:v>0.9657377194899001</c:v>
              </c:pt>
              <c:pt idx="1978">
                <c:v>0.9305502166172105</c:v>
              </c:pt>
              <c:pt idx="1979">
                <c:v>0.9213351252041583</c:v>
              </c:pt>
              <c:pt idx="1980">
                <c:v>0.9295940810255087</c:v>
              </c:pt>
              <c:pt idx="1981">
                <c:v>0.9676620995701829</c:v>
              </c:pt>
              <c:pt idx="1982">
                <c:v>0.9702709273468207</c:v>
              </c:pt>
              <c:pt idx="1983">
                <c:v>0.9588851954151939</c:v>
              </c:pt>
              <c:pt idx="1984">
                <c:v>0.8834006146716193</c:v>
              </c:pt>
              <c:pt idx="1985">
                <c:v>1.0377356989077486</c:v>
              </c:pt>
              <c:pt idx="1986">
                <c:v>1.0455770233913126</c:v>
              </c:pt>
              <c:pt idx="1987">
                <c:v>1.0350783099314491</c:v>
              </c:pt>
              <c:pt idx="1988">
                <c:v>0.9826924904271683</c:v>
              </c:pt>
              <c:pt idx="1989">
                <c:v>0.9791449454417624</c:v>
              </c:pt>
              <c:pt idx="1990">
                <c:v>0.9655740208002654</c:v>
              </c:pt>
              <c:pt idx="1991">
                <c:v>0.9385630311273848</c:v>
              </c:pt>
              <c:pt idx="1992">
                <c:v>0.9322799214874875</c:v>
              </c:pt>
              <c:pt idx="1993">
                <c:v>0.9428184797434684</c:v>
              </c:pt>
              <c:pt idx="1994">
                <c:v>0.9590066833325909</c:v>
              </c:pt>
              <c:pt idx="1995">
                <c:v>0.962953581175692</c:v>
              </c:pt>
              <c:pt idx="1996">
                <c:v>0.9788369827025136</c:v>
              </c:pt>
              <c:pt idx="1997">
                <c:v>0.9715800565343513</c:v>
              </c:pt>
              <c:pt idx="1998">
                <c:v>1.008698680203315</c:v>
              </c:pt>
              <c:pt idx="1999">
                <c:v>0.9632980726184822</c:v>
              </c:pt>
              <c:pt idx="2000">
                <c:v>0.7947750026337732</c:v>
              </c:pt>
              <c:pt idx="2001">
                <c:v>0.795345885759146</c:v>
              </c:pt>
              <c:pt idx="2002">
                <c:v>0.7992255509767227</c:v>
              </c:pt>
              <c:pt idx="2003">
                <c:v>1.0543592934882657</c:v>
              </c:pt>
              <c:pt idx="2004">
                <c:v>0.9055848937023275</c:v>
              </c:pt>
              <c:pt idx="2005">
                <c:v>0.899631843426319</c:v>
              </c:pt>
              <c:pt idx="2006">
                <c:v>0.9103837084319658</c:v>
              </c:pt>
              <c:pt idx="2007">
                <c:v>0.9330426622118665</c:v>
              </c:pt>
              <c:pt idx="2008">
                <c:v>0.9346922687454597</c:v>
              </c:pt>
              <c:pt idx="2009">
                <c:v>0.9346294779502428</c:v>
              </c:pt>
              <c:pt idx="2010">
                <c:v>0.8955869576488389</c:v>
              </c:pt>
              <c:pt idx="2011">
                <c:v>0.8797628047619358</c:v>
              </c:pt>
              <c:pt idx="2012">
                <c:v>1.0022894528332489</c:v>
              </c:pt>
              <c:pt idx="2013">
                <c:v>0.99788911329799</c:v>
              </c:pt>
              <c:pt idx="2014">
                <c:v>0.9795978054448463</c:v>
              </c:pt>
              <c:pt idx="2015">
                <c:v>0.6383177675855525</c:v>
              </c:pt>
              <c:pt idx="2016">
                <c:v>0.8996300689573358</c:v>
              </c:pt>
              <c:pt idx="2017">
                <c:v>1.0251757526432934</c:v>
              </c:pt>
              <c:pt idx="2018">
                <c:v>0.9059307176513971</c:v>
              </c:pt>
              <c:pt idx="2019">
                <c:v>0.9389067975184427</c:v>
              </c:pt>
              <c:pt idx="2020">
                <c:v>0.9355930463529715</c:v>
              </c:pt>
              <c:pt idx="2021">
                <c:v>0.9358244624991129</c:v>
              </c:pt>
              <c:pt idx="2022">
                <c:v>0.9261103743237202</c:v>
              </c:pt>
              <c:pt idx="2023">
                <c:v>0.9344989000253777</c:v>
              </c:pt>
              <c:pt idx="2024">
                <c:v>0.9235114705806203</c:v>
              </c:pt>
              <c:pt idx="2025">
                <c:v>0.9199550108525271</c:v>
              </c:pt>
              <c:pt idx="2026">
                <c:v>0.917394348727252</c:v>
              </c:pt>
              <c:pt idx="2027">
                <c:v>0.9283515734430846</c:v>
              </c:pt>
              <c:pt idx="2028">
                <c:v>1.027649495899564</c:v>
              </c:pt>
              <c:pt idx="2029">
                <c:v>1.0277294691430996</c:v>
              </c:pt>
              <c:pt idx="2030">
                <c:v>1.0279153137922197</c:v>
              </c:pt>
              <c:pt idx="2031">
                <c:v>1.0071736195220118</c:v>
              </c:pt>
              <c:pt idx="2032">
                <c:v>1.0055736340852706</c:v>
              </c:pt>
              <c:pt idx="2033">
                <c:v>1.006056600870187</c:v>
              </c:pt>
              <c:pt idx="2034">
                <c:v>0.9968829814280423</c:v>
              </c:pt>
              <c:pt idx="2035">
                <c:v>0.8997595551723726</c:v>
              </c:pt>
              <c:pt idx="2036">
                <c:v>0.9609633110346507</c:v>
              </c:pt>
              <c:pt idx="2037">
                <c:v>0.9446260555935799</c:v>
              </c:pt>
              <c:pt idx="2038">
                <c:v>1.0128543494221454</c:v>
              </c:pt>
              <c:pt idx="2039">
                <c:v>1.0094113638247633</c:v>
              </c:pt>
              <c:pt idx="2040">
                <c:v>1.0004886911881883</c:v>
              </c:pt>
              <c:pt idx="2041">
                <c:v>0.9970646332009446</c:v>
              </c:pt>
              <c:pt idx="2042">
                <c:v>0.996004033825983</c:v>
              </c:pt>
              <c:pt idx="2043">
                <c:v>0.9868198734779028</c:v>
              </c:pt>
              <c:pt idx="2044">
                <c:v>0.9900469287791263</c:v>
              </c:pt>
              <c:pt idx="2045">
                <c:v>0.9450900391948341</c:v>
              </c:pt>
              <c:pt idx="2046">
                <c:v>0.934138002681192</c:v>
              </c:pt>
              <c:pt idx="2047">
                <c:v>0.9438422153702524</c:v>
              </c:pt>
              <c:pt idx="2048">
                <c:v>1.0284371048547447</c:v>
              </c:pt>
              <c:pt idx="2049">
                <c:v>0.9362029366112693</c:v>
              </c:pt>
              <c:pt idx="2050">
                <c:v>0.9474636346652603</c:v>
              </c:pt>
              <c:pt idx="2051">
                <c:v>0.946878826124958</c:v>
              </c:pt>
              <c:pt idx="2052">
                <c:v>0.9548670821324295</c:v>
              </c:pt>
              <c:pt idx="2053">
                <c:v>0.9575050173039462</c:v>
              </c:pt>
              <c:pt idx="2054">
                <c:v>0.9604246578871467</c:v>
              </c:pt>
              <c:pt idx="2055">
                <c:v>0.9541616378620451</c:v>
              </c:pt>
              <c:pt idx="2056">
                <c:v>0.9612649416352977</c:v>
              </c:pt>
              <c:pt idx="2057">
                <c:v>0.9788156886376959</c:v>
              </c:pt>
              <c:pt idx="2058">
                <c:v>0.9506938550338452</c:v>
              </c:pt>
              <c:pt idx="2059">
                <c:v>0.9578834769773866</c:v>
              </c:pt>
              <c:pt idx="2060">
                <c:v>0.6737309872563603</c:v>
              </c:pt>
              <c:pt idx="2061">
                <c:v>0.7192018587057669</c:v>
              </c:pt>
              <c:pt idx="2062">
                <c:v>0.7374729854876135</c:v>
              </c:pt>
              <c:pt idx="2063">
                <c:v>0.8768011759241774</c:v>
              </c:pt>
              <c:pt idx="2064">
                <c:v>0.9394909032693073</c:v>
              </c:pt>
              <c:pt idx="2065">
                <c:v>0.8603418100832977</c:v>
              </c:pt>
              <c:pt idx="2066">
                <c:v>0.867670240092628</c:v>
              </c:pt>
              <c:pt idx="2067">
                <c:v>0.8752060528826584</c:v>
              </c:pt>
              <c:pt idx="2068">
                <c:v>0.748287926465454</c:v>
              </c:pt>
              <c:pt idx="2069">
                <c:v>0.6732775427582065</c:v>
              </c:pt>
              <c:pt idx="2070">
                <c:v>0.9904857864216958</c:v>
              </c:pt>
              <c:pt idx="2071">
                <c:v>0.9732342032333213</c:v>
              </c:pt>
              <c:pt idx="2072">
                <c:v>0.9814143461883195</c:v>
              </c:pt>
              <c:pt idx="2073">
                <c:v>1.0277271927847944</c:v>
              </c:pt>
              <c:pt idx="2074">
                <c:v>1.013499489288988</c:v>
              </c:pt>
              <c:pt idx="2075">
                <c:v>1.0312816536151979</c:v>
              </c:pt>
              <c:pt idx="2076">
                <c:v>1.0333487661240741</c:v>
              </c:pt>
              <c:pt idx="2077">
                <c:v>1.0071820767365858</c:v>
              </c:pt>
              <c:pt idx="2078">
                <c:v>1.0072332701183146</c:v>
              </c:pt>
              <c:pt idx="2079">
                <c:v>1.0072208909520497</c:v>
              </c:pt>
              <c:pt idx="2080">
                <c:v>1.0053126641770376</c:v>
              </c:pt>
              <c:pt idx="2081">
                <c:v>0.9652271715218941</c:v>
              </c:pt>
              <c:pt idx="2082">
                <c:v>0.9658566326199683</c:v>
              </c:pt>
              <c:pt idx="2083">
                <c:v>0.7883277818203809</c:v>
              </c:pt>
              <c:pt idx="2084">
                <c:v>0.6019753432562183</c:v>
              </c:pt>
              <c:pt idx="2085">
                <c:v>0.35179879803911407</c:v>
              </c:pt>
              <c:pt idx="2086">
                <c:v>0.3483636041111439</c:v>
              </c:pt>
              <c:pt idx="2087">
                <c:v>0.14827492999128672</c:v>
              </c:pt>
              <c:pt idx="2088">
                <c:v>0.6913050233091753</c:v>
              </c:pt>
              <c:pt idx="2089">
                <c:v>0.690781297202671</c:v>
              </c:pt>
              <c:pt idx="2090">
                <c:v>0.6618759816465498</c:v>
              </c:pt>
              <c:pt idx="2091">
                <c:v>0.5428085204292675</c:v>
              </c:pt>
              <c:pt idx="2092">
                <c:v>0.9270469023476019</c:v>
              </c:pt>
              <c:pt idx="2093">
                <c:v>0.9375390888574752</c:v>
              </c:pt>
              <c:pt idx="2094">
                <c:v>0.9465130425069912</c:v>
              </c:pt>
              <c:pt idx="2095">
                <c:v>0.9275440040255514</c:v>
              </c:pt>
              <c:pt idx="2096">
                <c:v>1.010926923007026</c:v>
              </c:pt>
              <c:pt idx="2097">
                <c:v>1.004349671069515</c:v>
              </c:pt>
              <c:pt idx="2098">
                <c:v>1.010135276174898</c:v>
              </c:pt>
              <c:pt idx="2099">
                <c:v>1.0104468764130388</c:v>
              </c:pt>
              <c:pt idx="2100">
                <c:v>0.9422460745421041</c:v>
              </c:pt>
              <c:pt idx="2101">
                <c:v>0.9396298982128735</c:v>
              </c:pt>
              <c:pt idx="2102">
                <c:v>0.9405656525176929</c:v>
              </c:pt>
              <c:pt idx="2103">
                <c:v>0.7519284133584686</c:v>
              </c:pt>
              <c:pt idx="2104">
                <c:v>0.9462869257161669</c:v>
              </c:pt>
              <c:pt idx="2105">
                <c:v>0.8680051607568722</c:v>
              </c:pt>
              <c:pt idx="2106">
                <c:v>0.9336930254341835</c:v>
              </c:pt>
              <c:pt idx="2107">
                <c:v>0.9578004961911984</c:v>
              </c:pt>
              <c:pt idx="2108">
                <c:v>1.001020427383322</c:v>
              </c:pt>
              <c:pt idx="2109">
                <c:v>1.0053014497093502</c:v>
              </c:pt>
              <c:pt idx="2110">
                <c:v>0.5056153524531073</c:v>
              </c:pt>
              <c:pt idx="2111">
                <c:v>0.5099069072455324</c:v>
              </c:pt>
              <c:pt idx="2112">
                <c:v>0.4135467439638894</c:v>
              </c:pt>
              <c:pt idx="2113">
                <c:v>0.2593353099602419</c:v>
              </c:pt>
              <c:pt idx="2114">
                <c:v>0.7051235756499155</c:v>
              </c:pt>
              <c:pt idx="2115">
                <c:v>0.6246361275580937</c:v>
              </c:pt>
              <c:pt idx="2116">
                <c:v>0.7065576414411701</c:v>
              </c:pt>
              <c:pt idx="2117">
                <c:v>0.9649348069403046</c:v>
              </c:pt>
              <c:pt idx="2118">
                <c:v>0.9592662741068703</c:v>
              </c:pt>
              <c:pt idx="2119">
                <c:v>0.9822595590623888</c:v>
              </c:pt>
              <c:pt idx="2120">
                <c:v>0.881802691577931</c:v>
              </c:pt>
              <c:pt idx="2121">
                <c:v>0.9000266944836867</c:v>
              </c:pt>
              <c:pt idx="2122">
                <c:v>0.7112326116812125</c:v>
              </c:pt>
              <c:pt idx="2123">
                <c:v>0.7954076585286087</c:v>
              </c:pt>
              <c:pt idx="2124">
                <c:v>1.018992887037734</c:v>
              </c:pt>
              <c:pt idx="2125">
                <c:v>0.8612328444613194</c:v>
              </c:pt>
              <c:pt idx="2126">
                <c:v>0.75508433277761</c:v>
              </c:pt>
              <c:pt idx="2127">
                <c:v>0.7601832311140194</c:v>
              </c:pt>
              <c:pt idx="2128">
                <c:v>0.8812569880153971</c:v>
              </c:pt>
              <c:pt idx="2129">
                <c:v>0.8797979958511758</c:v>
              </c:pt>
              <c:pt idx="2130">
                <c:v>0.8790577618030753</c:v>
              </c:pt>
              <c:pt idx="2131">
                <c:v>0.8793136440687249</c:v>
              </c:pt>
              <c:pt idx="2132">
                <c:v>0.7968318901473519</c:v>
              </c:pt>
              <c:pt idx="2133">
                <c:v>0.8052355874551933</c:v>
              </c:pt>
              <c:pt idx="2134">
                <c:v>0.9204617894762264</c:v>
              </c:pt>
              <c:pt idx="2135">
                <c:v>0.6527901753410206</c:v>
              </c:pt>
              <c:pt idx="2136">
                <c:v>0.783718730194447</c:v>
              </c:pt>
              <c:pt idx="2137">
                <c:v>0.8381311876945421</c:v>
              </c:pt>
              <c:pt idx="2138">
                <c:v>0.8052835208203569</c:v>
              </c:pt>
              <c:pt idx="2139">
                <c:v>0.8028979536366921</c:v>
              </c:pt>
              <c:pt idx="2140">
                <c:v>0.8179162809353185</c:v>
              </c:pt>
              <c:pt idx="2141">
                <c:v>0.8148288146095815</c:v>
              </c:pt>
              <c:pt idx="2142">
                <c:v>0.9517454136022223</c:v>
              </c:pt>
              <c:pt idx="2143">
                <c:v>0.9158471876885219</c:v>
              </c:pt>
              <c:pt idx="2144">
                <c:v>0.9636026535715957</c:v>
              </c:pt>
              <c:pt idx="2145">
                <c:v>0.9720250148374693</c:v>
              </c:pt>
              <c:pt idx="2146">
                <c:v>0.9541107133278136</c:v>
              </c:pt>
              <c:pt idx="2147">
                <c:v>0.9381065798688003</c:v>
              </c:pt>
              <c:pt idx="2148">
                <c:v>0.9433464158476113</c:v>
              </c:pt>
              <c:pt idx="2149">
                <c:v>0.9446278168518886</c:v>
              </c:pt>
              <c:pt idx="2150">
                <c:v>0.9110442700875913</c:v>
              </c:pt>
              <c:pt idx="2151">
                <c:v>0.9140691382613297</c:v>
              </c:pt>
              <c:pt idx="2152">
                <c:v>1.063504810983054</c:v>
              </c:pt>
              <c:pt idx="2153">
                <c:v>1.0578566227998598</c:v>
              </c:pt>
              <c:pt idx="2154">
                <c:v>1.0631307619574089</c:v>
              </c:pt>
              <c:pt idx="2155">
                <c:v>0.9521755360126237</c:v>
              </c:pt>
              <c:pt idx="2156">
                <c:v>0.9592926829907181</c:v>
              </c:pt>
              <c:pt idx="2157">
                <c:v>0.9206184912711897</c:v>
              </c:pt>
              <c:pt idx="2158">
                <c:v>0.9138979244744607</c:v>
              </c:pt>
              <c:pt idx="2159">
                <c:v>1.0075959564778603</c:v>
              </c:pt>
              <c:pt idx="2160">
                <c:v>1.0085445602565557</c:v>
              </c:pt>
              <c:pt idx="2161">
                <c:v>0.9322285478752109</c:v>
              </c:pt>
              <c:pt idx="2162">
                <c:v>0.9364994183535305</c:v>
              </c:pt>
              <c:pt idx="2163">
                <c:v>0.9606265232701129</c:v>
              </c:pt>
              <c:pt idx="2164">
                <c:v>1.0069305624586797</c:v>
              </c:pt>
              <c:pt idx="2165">
                <c:v>0.8570894195064321</c:v>
              </c:pt>
              <c:pt idx="2166">
                <c:v>0.8914732402075972</c:v>
              </c:pt>
              <c:pt idx="2167">
                <c:v>0.8876892590882071</c:v>
              </c:pt>
              <c:pt idx="2168">
                <c:v>0.9481083904077577</c:v>
              </c:pt>
              <c:pt idx="2169">
                <c:v>0.9383156348243709</c:v>
              </c:pt>
              <c:pt idx="2170">
                <c:v>0.9330762589118414</c:v>
              </c:pt>
              <c:pt idx="2171">
                <c:v>0.9826589950947024</c:v>
              </c:pt>
              <c:pt idx="2172">
                <c:v>0.9950525158100729</c:v>
              </c:pt>
              <c:pt idx="2173">
                <c:v>0.990187687269362</c:v>
              </c:pt>
              <c:pt idx="2174">
                <c:v>0.7708815814937235</c:v>
              </c:pt>
              <c:pt idx="2175">
                <c:v>0.8206627879801462</c:v>
              </c:pt>
              <c:pt idx="2176">
                <c:v>0.787706187154075</c:v>
              </c:pt>
              <c:pt idx="2177">
                <c:v>0.7818625016292324</c:v>
              </c:pt>
              <c:pt idx="2178">
                <c:v>0.7993125216677212</c:v>
              </c:pt>
              <c:pt idx="2179">
                <c:v>0.9687405020187431</c:v>
              </c:pt>
              <c:pt idx="2180">
                <c:v>0.980819026677515</c:v>
              </c:pt>
              <c:pt idx="2181">
                <c:v>0.9602824246860485</c:v>
              </c:pt>
              <c:pt idx="2182">
                <c:v>0.9643969841547534</c:v>
              </c:pt>
              <c:pt idx="2183">
                <c:v>0.9615452147603288</c:v>
              </c:pt>
              <c:pt idx="2184">
                <c:v>0.7391630959563291</c:v>
              </c:pt>
              <c:pt idx="2185">
                <c:v>0.7794574778923745</c:v>
              </c:pt>
              <c:pt idx="2186">
                <c:v>0.9393019476735056</c:v>
              </c:pt>
              <c:pt idx="2187">
                <c:v>0.7547481611473608</c:v>
              </c:pt>
              <c:pt idx="2188">
                <c:v>0.7374989788157879</c:v>
              </c:pt>
              <c:pt idx="2189">
                <c:v>0.7549468386302328</c:v>
              </c:pt>
              <c:pt idx="2190">
                <c:v>0.7654992104741549</c:v>
              </c:pt>
              <c:pt idx="2191">
                <c:v>0.9290808021017307</c:v>
              </c:pt>
              <c:pt idx="2192">
                <c:v>1.0040157521865842</c:v>
              </c:pt>
              <c:pt idx="2193">
                <c:v>0.7898841495926244</c:v>
              </c:pt>
              <c:pt idx="2194">
                <c:v>0.9231850897181818</c:v>
              </c:pt>
              <c:pt idx="2195">
                <c:v>0.9257959481702404</c:v>
              </c:pt>
              <c:pt idx="2196">
                <c:v>0.9417927695374617</c:v>
              </c:pt>
              <c:pt idx="2197">
                <c:v>0.8814686861730248</c:v>
              </c:pt>
              <c:pt idx="2198">
                <c:v>0.938680679593458</c:v>
              </c:pt>
              <c:pt idx="2199">
                <c:v>0.9179046324568423</c:v>
              </c:pt>
              <c:pt idx="2200">
                <c:v>0.927590690101891</c:v>
              </c:pt>
              <c:pt idx="2201">
                <c:v>0.9594723487830906</c:v>
              </c:pt>
              <c:pt idx="2202">
                <c:v>0.9821306409422526</c:v>
              </c:pt>
              <c:pt idx="2203">
                <c:v>1.0068008307050673</c:v>
              </c:pt>
              <c:pt idx="2204">
                <c:v>0.9621309889266334</c:v>
              </c:pt>
              <c:pt idx="2205">
                <c:v>0.9456721468471939</c:v>
              </c:pt>
              <c:pt idx="2206">
                <c:v>0.7331616628020655</c:v>
              </c:pt>
              <c:pt idx="2207">
                <c:v>0.6989403437482925</c:v>
              </c:pt>
              <c:pt idx="2208">
                <c:v>0.949123534799561</c:v>
              </c:pt>
              <c:pt idx="2209">
                <c:v>0.8715523870746351</c:v>
              </c:pt>
              <c:pt idx="2210">
                <c:v>0.8446118339435691</c:v>
              </c:pt>
              <c:pt idx="2211">
                <c:v>0.8578254556805863</c:v>
              </c:pt>
              <c:pt idx="2212">
                <c:v>0.8139314611348624</c:v>
              </c:pt>
              <c:pt idx="2213">
                <c:v>0.7968587834312184</c:v>
              </c:pt>
              <c:pt idx="2214">
                <c:v>0.8198394573600455</c:v>
              </c:pt>
              <c:pt idx="2215">
                <c:v>0.336848723670031</c:v>
              </c:pt>
              <c:pt idx="2216">
                <c:v>0.4916099698648241</c:v>
              </c:pt>
              <c:pt idx="2217">
                <c:v>0.8786853451982444</c:v>
              </c:pt>
              <c:pt idx="2218">
                <c:v>0.3775019151145602</c:v>
              </c:pt>
              <c:pt idx="2219">
                <c:v>0.9546861697449468</c:v>
              </c:pt>
              <c:pt idx="2220">
                <c:v>0.9539898244966881</c:v>
              </c:pt>
              <c:pt idx="2221">
                <c:v>0.9525382566408803</c:v>
              </c:pt>
              <c:pt idx="2222">
                <c:v>0.9687100065507548</c:v>
              </c:pt>
              <c:pt idx="2223">
                <c:v>0.8847018441037962</c:v>
              </c:pt>
              <c:pt idx="2224">
                <c:v>0.8972689489102361</c:v>
              </c:pt>
              <c:pt idx="2225">
                <c:v>0.8936096153501717</c:v>
              </c:pt>
              <c:pt idx="2226">
                <c:v>0.8902257660018557</c:v>
              </c:pt>
              <c:pt idx="2227">
                <c:v>0.5844304917402697</c:v>
              </c:pt>
              <c:pt idx="2228">
                <c:v>0.8825709041021677</c:v>
              </c:pt>
              <c:pt idx="2229">
                <c:v>0.8905642126092826</c:v>
              </c:pt>
              <c:pt idx="2230">
                <c:v>0.8912997269978947</c:v>
              </c:pt>
              <c:pt idx="2231">
                <c:v>0.8336473803856439</c:v>
              </c:pt>
              <c:pt idx="2232">
                <c:v>0.83665518978365</c:v>
              </c:pt>
              <c:pt idx="2233">
                <c:v>0.8226982218484808</c:v>
              </c:pt>
              <c:pt idx="2234">
                <c:v>0.870521899622557</c:v>
              </c:pt>
              <c:pt idx="2235">
                <c:v>0.9377651355955104</c:v>
              </c:pt>
              <c:pt idx="2236">
                <c:v>0.9383468327774007</c:v>
              </c:pt>
              <c:pt idx="2237">
                <c:v>0.8543977823879841</c:v>
              </c:pt>
              <c:pt idx="2238">
                <c:v>0.9688853185467674</c:v>
              </c:pt>
              <c:pt idx="2239">
                <c:v>0.9687378420261044</c:v>
              </c:pt>
              <c:pt idx="2240">
                <c:v>0.9454411806761246</c:v>
              </c:pt>
              <c:pt idx="2241">
                <c:v>0.9444327030400493</c:v>
              </c:pt>
              <c:pt idx="2242">
                <c:v>0.6722143184153458</c:v>
              </c:pt>
              <c:pt idx="2243">
                <c:v>0.65006383419222</c:v>
              </c:pt>
              <c:pt idx="2244">
                <c:v>1.0420193364532653</c:v>
              </c:pt>
              <c:pt idx="2245">
                <c:v>1.03591078639244</c:v>
              </c:pt>
              <c:pt idx="2246">
                <c:v>0.9589809018470116</c:v>
              </c:pt>
              <c:pt idx="2247">
                <c:v>0.9556640412957855</c:v>
              </c:pt>
              <c:pt idx="2248">
                <c:v>0.9193955774516166</c:v>
              </c:pt>
              <c:pt idx="2249">
                <c:v>0.8950707219504734</c:v>
              </c:pt>
              <c:pt idx="2250">
                <c:v>0.8938620830476502</c:v>
              </c:pt>
              <c:pt idx="2251">
                <c:v>0.9142706352102858</c:v>
              </c:pt>
              <c:pt idx="2252">
                <c:v>0.9146911947048365</c:v>
              </c:pt>
              <c:pt idx="2253">
                <c:v>0.8790832865252546</c:v>
              </c:pt>
              <c:pt idx="2254">
                <c:v>0.8770174252271956</c:v>
              </c:pt>
              <c:pt idx="2255">
                <c:v>0.866553418784459</c:v>
              </c:pt>
              <c:pt idx="2256">
                <c:v>0.8934413828729038</c:v>
              </c:pt>
              <c:pt idx="2257">
                <c:v>0.8864368675701495</c:v>
              </c:pt>
              <c:pt idx="2258">
                <c:v>0.9836168809716755</c:v>
              </c:pt>
              <c:pt idx="2259">
                <c:v>0.9816675891734962</c:v>
              </c:pt>
              <c:pt idx="2260">
                <c:v>0.8629261061880336</c:v>
              </c:pt>
              <c:pt idx="2261">
                <c:v>0.8422348949531011</c:v>
              </c:pt>
              <c:pt idx="2262">
                <c:v>0.8901411349308411</c:v>
              </c:pt>
              <c:pt idx="2263">
                <c:v>0.8928326886247507</c:v>
              </c:pt>
              <c:pt idx="2264">
                <c:v>0.8822141265588174</c:v>
              </c:pt>
              <c:pt idx="2265">
                <c:v>0.9129941850755808</c:v>
              </c:pt>
              <c:pt idx="2266">
                <c:v>0.4855512036816229</c:v>
              </c:pt>
              <c:pt idx="2267">
                <c:v>0.6268185528501844</c:v>
              </c:pt>
              <c:pt idx="2268">
                <c:v>0.6316000039498189</c:v>
              </c:pt>
              <c:pt idx="2269">
                <c:v>0.5858510369013579</c:v>
              </c:pt>
              <c:pt idx="2270">
                <c:v>0.6467646893110779</c:v>
              </c:pt>
              <c:pt idx="2271">
                <c:v>0.648962409525575</c:v>
              </c:pt>
              <c:pt idx="2272">
                <c:v>1.0428233876089497</c:v>
              </c:pt>
              <c:pt idx="2273">
                <c:v>1.0608120931481946</c:v>
              </c:pt>
              <c:pt idx="2274">
                <c:v>0.8962295911014247</c:v>
              </c:pt>
              <c:pt idx="2275">
                <c:v>0.8262723213646735</c:v>
              </c:pt>
              <c:pt idx="2276">
                <c:v>0.8491055493699291</c:v>
              </c:pt>
              <c:pt idx="2277">
                <c:v>0.8239727492501245</c:v>
              </c:pt>
              <c:pt idx="2278">
                <c:v>1.0620190528776674</c:v>
              </c:pt>
              <c:pt idx="2279">
                <c:v>1.043804060818707</c:v>
              </c:pt>
              <c:pt idx="2280">
                <c:v>1.0607686764943367</c:v>
              </c:pt>
              <c:pt idx="2281">
                <c:v>1.0483328704873547</c:v>
              </c:pt>
              <c:pt idx="2282">
                <c:v>0.9391104727246522</c:v>
              </c:pt>
              <c:pt idx="2283">
                <c:v>0.9889158978157276</c:v>
              </c:pt>
              <c:pt idx="2284">
                <c:v>0.9759707986471008</c:v>
              </c:pt>
              <c:pt idx="2285">
                <c:v>0.9923011081469182</c:v>
              </c:pt>
              <c:pt idx="2286">
                <c:v>0.9183356805582635</c:v>
              </c:pt>
              <c:pt idx="2287">
                <c:v>0.9131070283454257</c:v>
              </c:pt>
              <c:pt idx="2288">
                <c:v>0.9334602375962073</c:v>
              </c:pt>
              <c:pt idx="2289">
                <c:v>0.9070535869008218</c:v>
              </c:pt>
              <c:pt idx="2290">
                <c:v>0.9033946939329348</c:v>
              </c:pt>
              <c:pt idx="2291">
                <c:v>1.0016820343612869</c:v>
              </c:pt>
              <c:pt idx="2292">
                <c:v>0.9215334014068761</c:v>
              </c:pt>
              <c:pt idx="2293">
                <c:v>0.9320106183397794</c:v>
              </c:pt>
              <c:pt idx="2294">
                <c:v>0.91933110541638</c:v>
              </c:pt>
              <c:pt idx="2295">
                <c:v>0.9227690452817567</c:v>
              </c:pt>
              <c:pt idx="2296">
                <c:v>0.8235532393180018</c:v>
              </c:pt>
              <c:pt idx="2297">
                <c:v>0.9946989258045402</c:v>
              </c:pt>
              <c:pt idx="2298">
                <c:v>1.0002145228006294</c:v>
              </c:pt>
              <c:pt idx="2299">
                <c:v>0.7887370157368733</c:v>
              </c:pt>
              <c:pt idx="2300">
                <c:v>0.7852726636673568</c:v>
              </c:pt>
              <c:pt idx="2301">
                <c:v>0.8397736861133157</c:v>
              </c:pt>
              <c:pt idx="2302">
                <c:v>1.012028267638579</c:v>
              </c:pt>
              <c:pt idx="2303">
                <c:v>1.0117610293715498</c:v>
              </c:pt>
              <c:pt idx="2304">
                <c:v>1.0109884957304691</c:v>
              </c:pt>
              <c:pt idx="2305">
                <c:v>0.9784603253467302</c:v>
              </c:pt>
              <c:pt idx="2306">
                <c:v>1.0572491058452547</c:v>
              </c:pt>
              <c:pt idx="2307">
                <c:v>1.040751415232002</c:v>
              </c:pt>
              <c:pt idx="2308">
                <c:v>1.0554897568510542</c:v>
              </c:pt>
              <c:pt idx="2309">
                <c:v>1.0444529525635258</c:v>
              </c:pt>
              <c:pt idx="2310">
                <c:v>0.8705108013998908</c:v>
              </c:pt>
              <c:pt idx="2311">
                <c:v>1.0585149710648902</c:v>
              </c:pt>
              <c:pt idx="2312">
                <c:v>0.7145572733009484</c:v>
              </c:pt>
              <c:pt idx="2313">
                <c:v>0.666408850554948</c:v>
              </c:pt>
              <c:pt idx="2314">
                <c:v>0.7100877742228661</c:v>
              </c:pt>
              <c:pt idx="2315">
                <c:v>0.9349103251145007</c:v>
              </c:pt>
              <c:pt idx="2316">
                <c:v>0.9329277045286648</c:v>
              </c:pt>
              <c:pt idx="2317">
                <c:v>0.8588917310751998</c:v>
              </c:pt>
              <c:pt idx="2318">
                <c:v>0.937809934453549</c:v>
              </c:pt>
              <c:pt idx="2319">
                <c:v>0.9371695372630962</c:v>
              </c:pt>
              <c:pt idx="2320">
                <c:v>1.0115047239029662</c:v>
              </c:pt>
              <c:pt idx="2321">
                <c:v>0.9230958785435586</c:v>
              </c:pt>
              <c:pt idx="2322">
                <c:v>0.930300078581952</c:v>
              </c:pt>
              <c:pt idx="2323">
                <c:v>1.0361424287749215</c:v>
              </c:pt>
              <c:pt idx="2324">
                <c:v>1.014642635708462</c:v>
              </c:pt>
              <c:pt idx="2325">
                <c:v>0.9305801080033261</c:v>
              </c:pt>
              <c:pt idx="2326">
                <c:v>0.8732138823139135</c:v>
              </c:pt>
              <c:pt idx="2327">
                <c:v>0.8974311056722292</c:v>
              </c:pt>
              <c:pt idx="2328">
                <c:v>0.8904960142941941</c:v>
              </c:pt>
              <c:pt idx="2329">
                <c:v>1.0517538551215828</c:v>
              </c:pt>
              <c:pt idx="2330">
                <c:v>0.9229929659134574</c:v>
              </c:pt>
              <c:pt idx="2331">
                <c:v>0.9838058030479686</c:v>
              </c:pt>
              <c:pt idx="2332">
                <c:v>0.9962928240641433</c:v>
              </c:pt>
              <c:pt idx="2333">
                <c:v>0.993751340339285</c:v>
              </c:pt>
              <c:pt idx="2334">
                <c:v>0.9723758825240849</c:v>
              </c:pt>
              <c:pt idx="2335">
                <c:v>0.9268725292137115</c:v>
              </c:pt>
              <c:pt idx="2336">
                <c:v>0.9485742203178966</c:v>
              </c:pt>
              <c:pt idx="2337">
                <c:v>0.9564681922565562</c:v>
              </c:pt>
              <c:pt idx="2338">
                <c:v>0.9312391038441127</c:v>
              </c:pt>
              <c:pt idx="2339">
                <c:v>0.9302005480513836</c:v>
              </c:pt>
              <c:pt idx="2340">
                <c:v>0.9211820383352037</c:v>
              </c:pt>
              <c:pt idx="2341">
                <c:v>1.0068021346277696</c:v>
              </c:pt>
              <c:pt idx="2342">
                <c:v>0.8955161383894139</c:v>
              </c:pt>
              <c:pt idx="2343">
                <c:v>0.9818805474688893</c:v>
              </c:pt>
              <c:pt idx="2344">
                <c:v>0.9713057987448998</c:v>
              </c:pt>
              <c:pt idx="2345">
                <c:v>0.9598389785739078</c:v>
              </c:pt>
              <c:pt idx="2346">
                <c:v>0.9608583353845547</c:v>
              </c:pt>
              <c:pt idx="2347">
                <c:v>0.9461389609021094</c:v>
              </c:pt>
              <c:pt idx="2348">
                <c:v>0.8778182463184195</c:v>
              </c:pt>
              <c:pt idx="2349">
                <c:v>0.8639106946532015</c:v>
              </c:pt>
              <c:pt idx="2350">
                <c:v>1.0003032289519198</c:v>
              </c:pt>
              <c:pt idx="2351">
                <c:v>0.9856349297306869</c:v>
              </c:pt>
              <c:pt idx="2352">
                <c:v>0.9864676638975147</c:v>
              </c:pt>
              <c:pt idx="2353">
                <c:v>0.980827438216253</c:v>
              </c:pt>
              <c:pt idx="2354">
                <c:v>0.9762837471616852</c:v>
              </c:pt>
              <c:pt idx="2355">
                <c:v>0.9742836706187356</c:v>
              </c:pt>
              <c:pt idx="2356">
                <c:v>1.043685977313704</c:v>
              </c:pt>
              <c:pt idx="2357">
                <c:v>1.0498473031761577</c:v>
              </c:pt>
              <c:pt idx="2358">
                <c:v>0.9594399448527255</c:v>
              </c:pt>
              <c:pt idx="2359">
                <c:v>0.9828698881517196</c:v>
              </c:pt>
              <c:pt idx="2360">
                <c:v>0.9854286772595529</c:v>
              </c:pt>
              <c:pt idx="2361">
                <c:v>0.9926124865090802</c:v>
              </c:pt>
              <c:pt idx="2362">
                <c:v>1.0047308775065504</c:v>
              </c:pt>
              <c:pt idx="2363">
                <c:v>1.0022244027947482</c:v>
              </c:pt>
              <c:pt idx="2364">
                <c:v>1.0094950356223658</c:v>
              </c:pt>
              <c:pt idx="2365">
                <c:v>0.9797256534449699</c:v>
              </c:pt>
              <c:pt idx="2366">
                <c:v>0.9664069935553005</c:v>
              </c:pt>
              <c:pt idx="2367">
                <c:v>0.9727211172380328</c:v>
              </c:pt>
              <c:pt idx="2368">
                <c:v>1.0135083009629346</c:v>
              </c:pt>
              <c:pt idx="2369">
                <c:v>1.0249247436369213</c:v>
              </c:pt>
              <c:pt idx="2370">
                <c:v>0.7836954813069137</c:v>
              </c:pt>
              <c:pt idx="2371">
                <c:v>1.0083653301125475</c:v>
              </c:pt>
              <c:pt idx="2372">
                <c:v>1.0249650707757643</c:v>
              </c:pt>
              <c:pt idx="2373">
                <c:v>1.0284678234652902</c:v>
              </c:pt>
              <c:pt idx="2374">
                <c:v>1.0257263289505487</c:v>
              </c:pt>
              <c:pt idx="2375">
                <c:v>0.966457727459768</c:v>
              </c:pt>
              <c:pt idx="2376">
                <c:v>0.9131797734023986</c:v>
              </c:pt>
              <c:pt idx="2377">
                <c:v>0.9080306206864264</c:v>
              </c:pt>
              <c:pt idx="2378">
                <c:v>0.9098649420463332</c:v>
              </c:pt>
              <c:pt idx="2379">
                <c:v>0.9081481808933441</c:v>
              </c:pt>
              <c:pt idx="2380">
                <c:v>0.9156160849871946</c:v>
              </c:pt>
              <c:pt idx="2381">
                <c:v>0.9174322809801717</c:v>
              </c:pt>
              <c:pt idx="2382">
                <c:v>0.911272077516963</c:v>
              </c:pt>
              <c:pt idx="2383">
                <c:v>0.9475138335946266</c:v>
              </c:pt>
              <c:pt idx="2384">
                <c:v>0.948363091954194</c:v>
              </c:pt>
              <c:pt idx="2385">
                <c:v>0.9417333158200585</c:v>
              </c:pt>
              <c:pt idx="2386">
                <c:v>0.9259649283839808</c:v>
              </c:pt>
              <c:pt idx="2387">
                <c:v>0.9515437272008604</c:v>
              </c:pt>
              <c:pt idx="2388">
                <c:v>0.9354170116493221</c:v>
              </c:pt>
              <c:pt idx="2389">
                <c:v>0.9072581040226738</c:v>
              </c:pt>
              <c:pt idx="2390">
                <c:v>0.9342043196294298</c:v>
              </c:pt>
              <c:pt idx="2391">
                <c:v>0.8237278566569242</c:v>
              </c:pt>
              <c:pt idx="2392">
                <c:v>0.8235317784592052</c:v>
              </c:pt>
              <c:pt idx="2393">
                <c:v>0.8249653620605861</c:v>
              </c:pt>
              <c:pt idx="2394">
                <c:v>0.9875758385441948</c:v>
              </c:pt>
              <c:pt idx="2395">
                <c:v>0.9909704133098816</c:v>
              </c:pt>
              <c:pt idx="2396">
                <c:v>0.7530959165333625</c:v>
              </c:pt>
              <c:pt idx="2397">
                <c:v>0.9672117391946379</c:v>
              </c:pt>
              <c:pt idx="2398">
                <c:v>0.9679591830210027</c:v>
              </c:pt>
              <c:pt idx="2399">
                <c:v>0.9601186327296879</c:v>
              </c:pt>
              <c:pt idx="2400">
                <c:v>1.0315989259755005</c:v>
              </c:pt>
              <c:pt idx="2401">
                <c:v>0.9076517814552407</c:v>
              </c:pt>
              <c:pt idx="2402">
                <c:v>1.0062568049349117</c:v>
              </c:pt>
              <c:pt idx="2403">
                <c:v>0.942269540984876</c:v>
              </c:pt>
              <c:pt idx="2404">
                <c:v>0.893425756642325</c:v>
              </c:pt>
              <c:pt idx="2405">
                <c:v>0.8949269534310067</c:v>
              </c:pt>
              <c:pt idx="2406">
                <c:v>0.21332358646938868</c:v>
              </c:pt>
              <c:pt idx="2407">
                <c:v>0.08656922308393378</c:v>
              </c:pt>
              <c:pt idx="2408">
                <c:v>0.682335306559607</c:v>
              </c:pt>
              <c:pt idx="2409">
                <c:v>0.6587211382479059</c:v>
              </c:pt>
              <c:pt idx="2410">
                <c:v>1.0038943673423646</c:v>
              </c:pt>
              <c:pt idx="2411">
                <c:v>1.0114674396062802</c:v>
              </c:pt>
              <c:pt idx="2412">
                <c:v>1.0072429427725806</c:v>
              </c:pt>
              <c:pt idx="2413">
                <c:v>0.7154490354776998</c:v>
              </c:pt>
              <c:pt idx="2414">
                <c:v>0.9913191170889049</c:v>
              </c:pt>
              <c:pt idx="2415">
                <c:v>0.9957524338875013</c:v>
              </c:pt>
              <c:pt idx="2416">
                <c:v>0.9688279066052805</c:v>
              </c:pt>
              <c:pt idx="2417">
                <c:v>0.9710014648713097</c:v>
              </c:pt>
              <c:pt idx="2418">
                <c:v>0.9541908120909017</c:v>
              </c:pt>
              <c:pt idx="2419">
                <c:v>1.0303667415551283</c:v>
              </c:pt>
              <c:pt idx="2420">
                <c:v>0.8671594533234201</c:v>
              </c:pt>
              <c:pt idx="2421">
                <c:v>0.9145063987789425</c:v>
              </c:pt>
              <c:pt idx="2422">
                <c:v>0.8920572459659589</c:v>
              </c:pt>
              <c:pt idx="2423">
                <c:v>0.7712676335889327</c:v>
              </c:pt>
              <c:pt idx="2424">
                <c:v>0.7596523342085065</c:v>
              </c:pt>
              <c:pt idx="2425">
                <c:v>0.7563563954726537</c:v>
              </c:pt>
              <c:pt idx="2426">
                <c:v>0.9487503567998468</c:v>
              </c:pt>
              <c:pt idx="2427">
                <c:v>0.887885436014367</c:v>
              </c:pt>
              <c:pt idx="2428">
                <c:v>0.8919810154014971</c:v>
              </c:pt>
              <c:pt idx="2429">
                <c:v>0.868783865401034</c:v>
              </c:pt>
              <c:pt idx="2430">
                <c:v>0.9786926708294192</c:v>
              </c:pt>
              <c:pt idx="2431">
                <c:v>1.0585277381545906</c:v>
              </c:pt>
              <c:pt idx="2432">
                <c:v>1.050037579132144</c:v>
              </c:pt>
              <c:pt idx="2433">
                <c:v>1.0637270702245547</c:v>
              </c:pt>
              <c:pt idx="2434">
                <c:v>0.7037412945062719</c:v>
              </c:pt>
              <c:pt idx="2435">
                <c:v>0.924839378788729</c:v>
              </c:pt>
              <c:pt idx="2436">
                <c:v>0.9342906571599008</c:v>
              </c:pt>
              <c:pt idx="2437">
                <c:v>0.9619580044528844</c:v>
              </c:pt>
              <c:pt idx="2438">
                <c:v>0.9607064305887076</c:v>
              </c:pt>
              <c:pt idx="2439">
                <c:v>0.9050146078951986</c:v>
              </c:pt>
              <c:pt idx="2440">
                <c:v>0.8910124700898291</c:v>
              </c:pt>
              <c:pt idx="2441">
                <c:v>1.0419085192403923</c:v>
              </c:pt>
              <c:pt idx="2442">
                <c:v>0.9304247635039736</c:v>
              </c:pt>
              <c:pt idx="2443">
                <c:v>1.0089946968043177</c:v>
              </c:pt>
              <c:pt idx="2444">
                <c:v>0.6848682113097765</c:v>
              </c:pt>
              <c:pt idx="2445">
                <c:v>0.6912071736694055</c:v>
              </c:pt>
              <c:pt idx="2446">
                <c:v>0.6791128703896584</c:v>
              </c:pt>
              <c:pt idx="2447">
                <c:v>0.6605687217027041</c:v>
              </c:pt>
              <c:pt idx="2448">
                <c:v>0.6632409047976995</c:v>
              </c:pt>
              <c:pt idx="2449">
                <c:v>0.809382642294831</c:v>
              </c:pt>
              <c:pt idx="2450">
                <c:v>0.8857949179712085</c:v>
              </c:pt>
              <c:pt idx="2451">
                <c:v>1.0598850670755822</c:v>
              </c:pt>
              <c:pt idx="2452">
                <c:v>1.0583158117468554</c:v>
              </c:pt>
              <c:pt idx="2453">
                <c:v>1.0348759410984034</c:v>
              </c:pt>
              <c:pt idx="2454">
                <c:v>0.9589467612592468</c:v>
              </c:pt>
              <c:pt idx="2455">
                <c:v>0.9640532367705088</c:v>
              </c:pt>
              <c:pt idx="2456">
                <c:v>0.89386843443279</c:v>
              </c:pt>
              <c:pt idx="2457">
                <c:v>0.7440287404741572</c:v>
              </c:pt>
              <c:pt idx="2458">
                <c:v>0.7338361715704664</c:v>
              </c:pt>
              <c:pt idx="2459">
                <c:v>1.0202647021332927</c:v>
              </c:pt>
              <c:pt idx="2460">
                <c:v>0.9846238713158101</c:v>
              </c:pt>
              <c:pt idx="2461">
                <c:v>0.9491952029523235</c:v>
              </c:pt>
              <c:pt idx="2462">
                <c:v>0.9481448107824767</c:v>
              </c:pt>
              <c:pt idx="2463">
                <c:v>0.9937472348389911</c:v>
              </c:pt>
              <c:pt idx="2464">
                <c:v>1.0020179183491311</c:v>
              </c:pt>
              <c:pt idx="2465">
                <c:v>0.9651813120076532</c:v>
              </c:pt>
              <c:pt idx="2466">
                <c:v>1.0460126028679027</c:v>
              </c:pt>
              <c:pt idx="2467">
                <c:v>0.7654145275644509</c:v>
              </c:pt>
              <c:pt idx="2468">
                <c:v>0.7107405914749817</c:v>
              </c:pt>
              <c:pt idx="2469">
                <c:v>0.9492740701728457</c:v>
              </c:pt>
              <c:pt idx="2470">
                <c:v>0.9564228083557988</c:v>
              </c:pt>
              <c:pt idx="2471">
                <c:v>0.8865739362917426</c:v>
              </c:pt>
              <c:pt idx="2472">
                <c:v>0.9324093289416048</c:v>
              </c:pt>
              <c:pt idx="2473">
                <c:v>1.0106925135232006</c:v>
              </c:pt>
              <c:pt idx="2474">
                <c:v>1.0217161157985</c:v>
              </c:pt>
              <c:pt idx="2475">
                <c:v>0.7673227730836547</c:v>
              </c:pt>
              <c:pt idx="2476">
                <c:v>1.0266465244556873</c:v>
              </c:pt>
              <c:pt idx="2477">
                <c:v>0.8062743312472902</c:v>
              </c:pt>
              <c:pt idx="2478">
                <c:v>0.9444284315589607</c:v>
              </c:pt>
              <c:pt idx="2479">
                <c:v>0.9441413552520252</c:v>
              </c:pt>
              <c:pt idx="2480">
                <c:v>0.9793376747042893</c:v>
              </c:pt>
              <c:pt idx="2481">
                <c:v>0.9883931014093588</c:v>
              </c:pt>
              <c:pt idx="2482">
                <c:v>0.9769617904573643</c:v>
              </c:pt>
              <c:pt idx="2483">
                <c:v>0.7544533066576934</c:v>
              </c:pt>
              <c:pt idx="2484">
                <c:v>0.9985360474950329</c:v>
              </c:pt>
              <c:pt idx="2485">
                <c:v>0.9709326889809405</c:v>
              </c:pt>
              <c:pt idx="2486">
                <c:v>0.9433471828663439</c:v>
              </c:pt>
              <c:pt idx="2487">
                <c:v>1.0339513051291127</c:v>
              </c:pt>
              <c:pt idx="2488">
                <c:v>0.946704547903158</c:v>
              </c:pt>
              <c:pt idx="2489">
                <c:v>0.7195420731638522</c:v>
              </c:pt>
              <c:pt idx="2490">
                <c:v>0.9730722134516606</c:v>
              </c:pt>
              <c:pt idx="2491">
                <c:v>0.9642479425998605</c:v>
              </c:pt>
              <c:pt idx="2492">
                <c:v>0.825084318295886</c:v>
              </c:pt>
              <c:pt idx="2493">
                <c:v>1.0081812807968</c:v>
              </c:pt>
              <c:pt idx="2494">
                <c:v>1.024839500313188</c:v>
              </c:pt>
              <c:pt idx="2495">
                <c:v>1.0306026388157568</c:v>
              </c:pt>
              <c:pt idx="2496">
                <c:v>1.0111567660315555</c:v>
              </c:pt>
              <c:pt idx="2497">
                <c:v>0.9499918131936615</c:v>
              </c:pt>
              <c:pt idx="2498">
                <c:v>0.8476805888072021</c:v>
              </c:pt>
              <c:pt idx="2499">
                <c:v>0.8057229330170915</c:v>
              </c:pt>
              <c:pt idx="2500">
                <c:v>1.0106816306949187</c:v>
              </c:pt>
              <c:pt idx="2501">
                <c:v>1.0111628366728154</c:v>
              </c:pt>
              <c:pt idx="2502">
                <c:v>1.0109280320819858</c:v>
              </c:pt>
              <c:pt idx="2503">
                <c:v>0.9847654927208647</c:v>
              </c:pt>
              <c:pt idx="2504">
                <c:v>0.9838912998194124</c:v>
              </c:pt>
              <c:pt idx="2505">
                <c:v>0.9838795912805691</c:v>
              </c:pt>
              <c:pt idx="2506">
                <c:v>0.980045407099135</c:v>
              </c:pt>
              <c:pt idx="2507">
                <c:v>0.9848622358925143</c:v>
              </c:pt>
              <c:pt idx="2508">
                <c:v>0.9981851758080336</c:v>
              </c:pt>
              <c:pt idx="2509">
                <c:v>0.9929066962191205</c:v>
              </c:pt>
              <c:pt idx="2510">
                <c:v>0.9928448389690163</c:v>
              </c:pt>
              <c:pt idx="2511">
                <c:v>0.9947028798708974</c:v>
              </c:pt>
              <c:pt idx="2512">
                <c:v>1.0024878107324318</c:v>
              </c:pt>
              <c:pt idx="2513">
                <c:v>0.9164287226912365</c:v>
              </c:pt>
              <c:pt idx="2514">
                <c:v>0.9928461168439626</c:v>
              </c:pt>
              <c:pt idx="2515">
                <c:v>0.983342180269194</c:v>
              </c:pt>
              <c:pt idx="2516">
                <c:v>0.9771323729123409</c:v>
              </c:pt>
              <c:pt idx="2517">
                <c:v>0.9347647190338013</c:v>
              </c:pt>
              <c:pt idx="2518">
                <c:v>0.7543019957920982</c:v>
              </c:pt>
              <c:pt idx="2519">
                <c:v>1.0112782998193044</c:v>
              </c:pt>
              <c:pt idx="2520">
                <c:v>1.027680024156029</c:v>
              </c:pt>
              <c:pt idx="2521">
                <c:v>0.9538032767017854</c:v>
              </c:pt>
              <c:pt idx="2522">
                <c:v>0.963036986367091</c:v>
              </c:pt>
              <c:pt idx="2523">
                <c:v>0.9980557760101303</c:v>
              </c:pt>
              <c:pt idx="2524">
                <c:v>1.009945588880419</c:v>
              </c:pt>
              <c:pt idx="2525">
                <c:v>0.9860018090473596</c:v>
              </c:pt>
              <c:pt idx="2526">
                <c:v>1.042591666656713</c:v>
              </c:pt>
              <c:pt idx="2527">
                <c:v>0.9434675307648168</c:v>
              </c:pt>
              <c:pt idx="2528">
                <c:v>0.9051656492509682</c:v>
              </c:pt>
              <c:pt idx="2529">
                <c:v>0.9016780847693255</c:v>
              </c:pt>
              <c:pt idx="2530">
                <c:v>0.8950218710262359</c:v>
              </c:pt>
              <c:pt idx="2531">
                <c:v>0.7733070600406948</c:v>
              </c:pt>
              <c:pt idx="2532">
                <c:v>0.7696172013640962</c:v>
              </c:pt>
              <c:pt idx="2533">
                <c:v>0.8222077790947372</c:v>
              </c:pt>
              <c:pt idx="2534">
                <c:v>0.6652535440271318</c:v>
              </c:pt>
              <c:pt idx="2535">
                <c:v>0.8712986498482435</c:v>
              </c:pt>
              <c:pt idx="2536">
                <c:v>0.8496345416430788</c:v>
              </c:pt>
              <c:pt idx="2537">
                <c:v>0.9630640264432777</c:v>
              </c:pt>
              <c:pt idx="2538">
                <c:v>0.9742651442737478</c:v>
              </c:pt>
              <c:pt idx="2539">
                <c:v>0.9773983161668083</c:v>
              </c:pt>
              <c:pt idx="2540">
                <c:v>0.9529690529971322</c:v>
              </c:pt>
              <c:pt idx="2541">
                <c:v>0.910540997440266</c:v>
              </c:pt>
              <c:pt idx="2542">
                <c:v>0.8997167834122186</c:v>
              </c:pt>
              <c:pt idx="2543">
                <c:v>0.8880355850781244</c:v>
              </c:pt>
              <c:pt idx="2544">
                <c:v>0.9114941844776369</c:v>
              </c:pt>
              <c:pt idx="2545">
                <c:v>0.7604425694203755</c:v>
              </c:pt>
              <c:pt idx="2546">
                <c:v>0.8913789471375546</c:v>
              </c:pt>
              <c:pt idx="2547">
                <c:v>0.8524491090148998</c:v>
              </c:pt>
              <c:pt idx="2548">
                <c:v>0.8644128487337602</c:v>
              </c:pt>
              <c:pt idx="2549">
                <c:v>1.0083648685618725</c:v>
              </c:pt>
              <c:pt idx="2550">
                <c:v>0.7107974693354799</c:v>
              </c:pt>
              <c:pt idx="2551">
                <c:v>1.0416860151312846</c:v>
              </c:pt>
              <c:pt idx="2552">
                <c:v>1.0279123582308665</c:v>
              </c:pt>
              <c:pt idx="2553">
                <c:v>0.793168250183675</c:v>
              </c:pt>
              <c:pt idx="2554">
                <c:v>0.7210186644217381</c:v>
              </c:pt>
              <c:pt idx="2555">
                <c:v>0.7697690213910875</c:v>
              </c:pt>
              <c:pt idx="2556">
                <c:v>0.30226157588801406</c:v>
              </c:pt>
              <c:pt idx="2557">
                <c:v>0.6434111590050297</c:v>
              </c:pt>
              <c:pt idx="2558">
                <c:v>0.5211039445712147</c:v>
              </c:pt>
              <c:pt idx="2559">
                <c:v>0.8924953710520468</c:v>
              </c:pt>
              <c:pt idx="2560">
                <c:v>0.6365554925696929</c:v>
              </c:pt>
              <c:pt idx="2561">
                <c:v>0.6403482919877312</c:v>
              </c:pt>
              <c:pt idx="2562">
                <c:v>0.6280739250512669</c:v>
              </c:pt>
              <c:pt idx="2563">
                <c:v>0.6531663881207739</c:v>
              </c:pt>
              <c:pt idx="2564">
                <c:v>0.6541644578224267</c:v>
              </c:pt>
              <c:pt idx="2565">
                <c:v>0.9817672087816669</c:v>
              </c:pt>
              <c:pt idx="2566">
                <c:v>0.9647235856010591</c:v>
              </c:pt>
              <c:pt idx="2567">
                <c:v>0.8873730975385684</c:v>
              </c:pt>
              <c:pt idx="2568">
                <c:v>0.8443412615964812</c:v>
              </c:pt>
              <c:pt idx="2569">
                <c:v>0.88292907298276</c:v>
              </c:pt>
              <c:pt idx="2570">
                <c:v>0.8157777105537777</c:v>
              </c:pt>
              <c:pt idx="2571">
                <c:v>0.7682690317827805</c:v>
              </c:pt>
              <c:pt idx="2572">
                <c:v>0.8082638496534457</c:v>
              </c:pt>
              <c:pt idx="2573">
                <c:v>0.8246457550817944</c:v>
              </c:pt>
              <c:pt idx="2574">
                <c:v>0.9747143421505434</c:v>
              </c:pt>
              <c:pt idx="2575">
                <c:v>0.9332476346985943</c:v>
              </c:pt>
              <c:pt idx="2576">
                <c:v>0.9510597615397728</c:v>
              </c:pt>
              <c:pt idx="2577">
                <c:v>0.9249710038216133</c:v>
              </c:pt>
              <c:pt idx="2578">
                <c:v>0.8493094017571204</c:v>
              </c:pt>
              <c:pt idx="2579">
                <c:v>0.9598274348233966</c:v>
              </c:pt>
              <c:pt idx="2580">
                <c:v>0.959142232961861</c:v>
              </c:pt>
              <c:pt idx="2581">
                <c:v>0.9624991181378221</c:v>
              </c:pt>
              <c:pt idx="2582">
                <c:v>0.9596445949002552</c:v>
              </c:pt>
              <c:pt idx="2583">
                <c:v>0.9610350198571516</c:v>
              </c:pt>
              <c:pt idx="2584">
                <c:v>0.8458168673895605</c:v>
              </c:pt>
              <c:pt idx="2585">
                <c:v>0.8439105678797522</c:v>
              </c:pt>
              <c:pt idx="2586">
                <c:v>0.8485891860935261</c:v>
              </c:pt>
              <c:pt idx="2587">
                <c:v>0.975344218209119</c:v>
              </c:pt>
              <c:pt idx="2588">
                <c:v>0.9850088290337541</c:v>
              </c:pt>
              <c:pt idx="2589">
                <c:v>0.9912086257770563</c:v>
              </c:pt>
              <c:pt idx="2590">
                <c:v>0.9703221229925334</c:v>
              </c:pt>
              <c:pt idx="2591">
                <c:v>0.9716055327451605</c:v>
              </c:pt>
              <c:pt idx="2592">
                <c:v>0.9872332447541579</c:v>
              </c:pt>
              <c:pt idx="2593">
                <c:v>0.98640033476122</c:v>
              </c:pt>
              <c:pt idx="2594">
                <c:v>0.9419313630600864</c:v>
              </c:pt>
              <c:pt idx="2595">
                <c:v>0.9015153554728744</c:v>
              </c:pt>
              <c:pt idx="2596">
                <c:v>0.8974839996786055</c:v>
              </c:pt>
              <c:pt idx="2597">
                <c:v>0.908133007657762</c:v>
              </c:pt>
              <c:pt idx="2598">
                <c:v>0.9112671802104344</c:v>
              </c:pt>
              <c:pt idx="2599">
                <c:v>0.9302899442807887</c:v>
              </c:pt>
              <c:pt idx="2600">
                <c:v>0.8964507334802622</c:v>
              </c:pt>
              <c:pt idx="2601">
                <c:v>0.9722104933613791</c:v>
              </c:pt>
              <c:pt idx="2602">
                <c:v>0.9718360252222473</c:v>
              </c:pt>
              <c:pt idx="2603">
                <c:v>0.972044846465647</c:v>
              </c:pt>
              <c:pt idx="2604">
                <c:v>0.9042916745507301</c:v>
              </c:pt>
              <c:pt idx="2605">
                <c:v>0.97806362803202</c:v>
              </c:pt>
              <c:pt idx="2606">
                <c:v>0.978158903783894</c:v>
              </c:pt>
              <c:pt idx="2607">
                <c:v>0.9793379377633541</c:v>
              </c:pt>
              <c:pt idx="2608">
                <c:v>1.0125193336835872</c:v>
              </c:pt>
              <c:pt idx="2609">
                <c:v>1.005168406712709</c:v>
              </c:pt>
              <c:pt idx="2610">
                <c:v>0.9595745477877333</c:v>
              </c:pt>
              <c:pt idx="2611">
                <c:v>0.9525866841406634</c:v>
              </c:pt>
              <c:pt idx="2612">
                <c:v>0.9494744583133217</c:v>
              </c:pt>
              <c:pt idx="2613">
                <c:v>0.8232382359902357</c:v>
              </c:pt>
              <c:pt idx="2614">
                <c:v>0.9433771489667105</c:v>
              </c:pt>
              <c:pt idx="2615">
                <c:v>0.9307371480773206</c:v>
              </c:pt>
              <c:pt idx="2616">
                <c:v>0.8197204943996959</c:v>
              </c:pt>
              <c:pt idx="2617">
                <c:v>0.8057583162032219</c:v>
              </c:pt>
              <c:pt idx="2618">
                <c:v>0.9428011162078709</c:v>
              </c:pt>
              <c:pt idx="2619">
                <c:v>0.9505965307238035</c:v>
              </c:pt>
              <c:pt idx="2620">
                <c:v>0.953155957656391</c:v>
              </c:pt>
              <c:pt idx="2621">
                <c:v>0.9644590390227642</c:v>
              </c:pt>
              <c:pt idx="2622">
                <c:v>0.8053171502712111</c:v>
              </c:pt>
              <c:pt idx="2623">
                <c:v>0.8043210664321688</c:v>
              </c:pt>
              <c:pt idx="2624">
                <c:v>0.9594754389542601</c:v>
              </c:pt>
              <c:pt idx="2625">
                <c:v>0.963465187959525</c:v>
              </c:pt>
              <c:pt idx="2626">
                <c:v>0.6083455297231105</c:v>
              </c:pt>
              <c:pt idx="2627">
                <c:v>0.5749707875689736</c:v>
              </c:pt>
              <c:pt idx="2628">
                <c:v>0.9892433859955103</c:v>
              </c:pt>
              <c:pt idx="2629">
                <c:v>1.0090110079858068</c:v>
              </c:pt>
              <c:pt idx="2630">
                <c:v>1.013940577609889</c:v>
              </c:pt>
              <c:pt idx="2631">
                <c:v>0.9251399737197677</c:v>
              </c:pt>
              <c:pt idx="2632">
                <c:v>0.8276891682600084</c:v>
              </c:pt>
              <c:pt idx="2633">
                <c:v>0.8276475902492422</c:v>
              </c:pt>
              <c:pt idx="2634">
                <c:v>0.6864868398575613</c:v>
              </c:pt>
              <c:pt idx="2635">
                <c:v>0.03519365981041223</c:v>
              </c:pt>
              <c:pt idx="2636">
                <c:v>0.9556284831215011</c:v>
              </c:pt>
              <c:pt idx="2637">
                <c:v>0.9626814557968651</c:v>
              </c:pt>
              <c:pt idx="2638">
                <c:v>0.9691497863651226</c:v>
              </c:pt>
              <c:pt idx="2639">
                <c:v>0.9618793603541795</c:v>
              </c:pt>
              <c:pt idx="2640">
                <c:v>0.9743038237420046</c:v>
              </c:pt>
              <c:pt idx="2641">
                <c:v>0.9641527142273187</c:v>
              </c:pt>
              <c:pt idx="2642">
                <c:v>0.9928890684871275</c:v>
              </c:pt>
              <c:pt idx="2643">
                <c:v>0.9407218612493006</c:v>
              </c:pt>
              <c:pt idx="2644">
                <c:v>0.9604914213628414</c:v>
              </c:pt>
              <c:pt idx="2645">
                <c:v>0.9500971774231904</c:v>
              </c:pt>
              <c:pt idx="2646">
                <c:v>0.9537370672849942</c:v>
              </c:pt>
              <c:pt idx="2647">
                <c:v>0.9755778492893042</c:v>
              </c:pt>
              <c:pt idx="2648">
                <c:v>0.9744421856031592</c:v>
              </c:pt>
              <c:pt idx="2649">
                <c:v>0.9768969110826509</c:v>
              </c:pt>
              <c:pt idx="2650">
                <c:v>0.9775199878664181</c:v>
              </c:pt>
              <c:pt idx="2651">
                <c:v>0.9396381320202795</c:v>
              </c:pt>
              <c:pt idx="2652">
                <c:v>0.93268312347819</c:v>
              </c:pt>
              <c:pt idx="2653">
                <c:v>1.015224294749403</c:v>
              </c:pt>
              <c:pt idx="2654">
                <c:v>1.0219514054887826</c:v>
              </c:pt>
              <c:pt idx="2655">
                <c:v>0.9359206663709501</c:v>
              </c:pt>
              <c:pt idx="2656">
                <c:v>0.965124804594793</c:v>
              </c:pt>
              <c:pt idx="2657">
                <c:v>0.9695128392894964</c:v>
              </c:pt>
              <c:pt idx="2658">
                <c:v>0.9731826137707629</c:v>
              </c:pt>
              <c:pt idx="2659">
                <c:v>0.672984133761115</c:v>
              </c:pt>
              <c:pt idx="2660">
                <c:v>0.9659280950700048</c:v>
              </c:pt>
              <c:pt idx="2661">
                <c:v>0.9671444235624532</c:v>
              </c:pt>
              <c:pt idx="2662">
                <c:v>0.8372037090145353</c:v>
              </c:pt>
              <c:pt idx="2663">
                <c:v>0.8217819460308473</c:v>
              </c:pt>
              <c:pt idx="2664">
                <c:v>0.8206342072661501</c:v>
              </c:pt>
              <c:pt idx="2665">
                <c:v>0.9758893601815782</c:v>
              </c:pt>
              <c:pt idx="2666">
                <c:v>0.9749395937881528</c:v>
              </c:pt>
              <c:pt idx="2667">
                <c:v>1.0114447385204772</c:v>
              </c:pt>
              <c:pt idx="2668">
                <c:v>1.0327733947700783</c:v>
              </c:pt>
              <c:pt idx="2669">
                <c:v>1.0456603106445397</c:v>
              </c:pt>
              <c:pt idx="2670">
                <c:v>1.0432742042508563</c:v>
              </c:pt>
              <c:pt idx="2671">
                <c:v>1.0445920035910767</c:v>
              </c:pt>
              <c:pt idx="2672">
                <c:v>0.8808886519890592</c:v>
              </c:pt>
              <c:pt idx="2673">
                <c:v>0.9760646710676871</c:v>
              </c:pt>
              <c:pt idx="2674">
                <c:v>1.0072006305326842</c:v>
              </c:pt>
              <c:pt idx="2675">
                <c:v>0.9197001580124666</c:v>
              </c:pt>
              <c:pt idx="2676">
                <c:v>0.8568751563059948</c:v>
              </c:pt>
              <c:pt idx="2677">
                <c:v>0.8410057597317216</c:v>
              </c:pt>
              <c:pt idx="2678">
                <c:v>0.9581335814277523</c:v>
              </c:pt>
              <c:pt idx="2679">
                <c:v>0.9461243104016505</c:v>
              </c:pt>
              <c:pt idx="2680">
                <c:v>0.9791457113672942</c:v>
              </c:pt>
              <c:pt idx="2681">
                <c:v>0.9824955239404587</c:v>
              </c:pt>
              <c:pt idx="2682">
                <c:v>0.9186451734089399</c:v>
              </c:pt>
              <c:pt idx="2683">
                <c:v>0.9195958804585752</c:v>
              </c:pt>
              <c:pt idx="2684">
                <c:v>0.9171866698427855</c:v>
              </c:pt>
              <c:pt idx="2685">
                <c:v>0.9199231626310583</c:v>
              </c:pt>
              <c:pt idx="2686">
                <c:v>0.9676122431206401</c:v>
              </c:pt>
              <c:pt idx="2687">
                <c:v>0.970392922439731</c:v>
              </c:pt>
              <c:pt idx="2688">
                <c:v>0.8840226882581681</c:v>
              </c:pt>
              <c:pt idx="2689">
                <c:v>0.69407867812614</c:v>
              </c:pt>
              <c:pt idx="2690">
                <c:v>1.0484874117931733</c:v>
              </c:pt>
              <c:pt idx="2691">
                <c:v>0.9536812054389073</c:v>
              </c:pt>
              <c:pt idx="2692">
                <c:v>0.9583115985689632</c:v>
              </c:pt>
              <c:pt idx="2693">
                <c:v>0.9446530635022272</c:v>
              </c:pt>
              <c:pt idx="2694">
                <c:v>0.9569957447755963</c:v>
              </c:pt>
              <c:pt idx="2695">
                <c:v>0.9700474743951168</c:v>
              </c:pt>
              <c:pt idx="2696">
                <c:v>0.9669024393450283</c:v>
              </c:pt>
              <c:pt idx="2697">
                <c:v>0.9674759690205648</c:v>
              </c:pt>
              <c:pt idx="2698">
                <c:v>0.8616824978455557</c:v>
              </c:pt>
              <c:pt idx="2699">
                <c:v>0.8600123294596691</c:v>
              </c:pt>
              <c:pt idx="2700">
                <c:v>0.9647698977280621</c:v>
              </c:pt>
              <c:pt idx="2701">
                <c:v>0.9690371816616445</c:v>
              </c:pt>
              <c:pt idx="2702">
                <c:v>0.9637494701435562</c:v>
              </c:pt>
              <c:pt idx="2703">
                <c:v>0.9654694753003102</c:v>
              </c:pt>
              <c:pt idx="2704">
                <c:v>0.9553393431509161</c:v>
              </c:pt>
              <c:pt idx="2705">
                <c:v>0.9464757325824688</c:v>
              </c:pt>
              <c:pt idx="2706">
                <c:v>0.626279696445544</c:v>
              </c:pt>
              <c:pt idx="2707">
                <c:v>0.9002692013932383</c:v>
              </c:pt>
              <c:pt idx="2708">
                <c:v>0.906930678105178</c:v>
              </c:pt>
              <c:pt idx="2709">
                <c:v>0.9104796668567889</c:v>
              </c:pt>
              <c:pt idx="2710">
                <c:v>0.8994466980645983</c:v>
              </c:pt>
              <c:pt idx="2711">
                <c:v>0.8901292485633371</c:v>
              </c:pt>
              <c:pt idx="2712">
                <c:v>0.8949138018663602</c:v>
              </c:pt>
              <c:pt idx="2713">
                <c:v>0.8377447415332393</c:v>
              </c:pt>
              <c:pt idx="2714">
                <c:v>0.8872726224160175</c:v>
              </c:pt>
              <c:pt idx="2715">
                <c:v>0.9010160259150086</c:v>
              </c:pt>
              <c:pt idx="2716">
                <c:v>0.9823144093292873</c:v>
              </c:pt>
              <c:pt idx="2717">
                <c:v>0.9475297262281409</c:v>
              </c:pt>
              <c:pt idx="2718">
                <c:v>1.0375374169488167</c:v>
              </c:pt>
              <c:pt idx="2719">
                <c:v>0.5107725097876228</c:v>
              </c:pt>
              <c:pt idx="2720">
                <c:v>0.4852852611981284</c:v>
              </c:pt>
              <c:pt idx="2721">
                <c:v>0.8649246272017265</c:v>
              </c:pt>
              <c:pt idx="2722">
                <c:v>0.9491136693941301</c:v>
              </c:pt>
              <c:pt idx="2723">
                <c:v>0.9171493894304741</c:v>
              </c:pt>
              <c:pt idx="2724">
                <c:v>0.9284495099036563</c:v>
              </c:pt>
              <c:pt idx="2725">
                <c:v>0.9320886681537984</c:v>
              </c:pt>
              <c:pt idx="2726">
                <c:v>0.9184846258595251</c:v>
              </c:pt>
              <c:pt idx="2727">
                <c:v>0.9130962133114906</c:v>
              </c:pt>
              <c:pt idx="2728">
                <c:v>1.035432945781466</c:v>
              </c:pt>
              <c:pt idx="2729">
                <c:v>0.9444302957824144</c:v>
              </c:pt>
              <c:pt idx="2730">
                <c:v>0.8503011749202648</c:v>
              </c:pt>
              <c:pt idx="2731">
                <c:v>0.9884848456155485</c:v>
              </c:pt>
              <c:pt idx="2732">
                <c:v>0.987750601020844</c:v>
              </c:pt>
              <c:pt idx="2733">
                <c:v>0.9868636164751728</c:v>
              </c:pt>
              <c:pt idx="2734">
                <c:v>0.9815989581532534</c:v>
              </c:pt>
              <c:pt idx="2735">
                <c:v>0.970776219681907</c:v>
              </c:pt>
              <c:pt idx="2736">
                <c:v>0.6437726316192429</c:v>
              </c:pt>
              <c:pt idx="2737">
                <c:v>1.0429555869637033</c:v>
              </c:pt>
              <c:pt idx="2738">
                <c:v>0.9953573660784084</c:v>
              </c:pt>
              <c:pt idx="2739">
                <c:v>0.9477020209356599</c:v>
              </c:pt>
              <c:pt idx="2740">
                <c:v>0.9574959226605217</c:v>
              </c:pt>
              <c:pt idx="2741">
                <c:v>0.7829666323378088</c:v>
              </c:pt>
              <c:pt idx="2742">
                <c:v>1.0342531316530592</c:v>
              </c:pt>
              <c:pt idx="2743">
                <c:v>1.0250113445463755</c:v>
              </c:pt>
              <c:pt idx="2744">
                <c:v>1.0446784273719676</c:v>
              </c:pt>
              <c:pt idx="2745">
                <c:v>0.9504521058064526</c:v>
              </c:pt>
              <c:pt idx="2746">
                <c:v>0.9640573375083201</c:v>
              </c:pt>
              <c:pt idx="2747">
                <c:v>0.9674742103789804</c:v>
              </c:pt>
              <c:pt idx="2748">
                <c:v>0.6730537977262905</c:v>
              </c:pt>
              <c:pt idx="2749">
                <c:v>0.9944561618285439</c:v>
              </c:pt>
              <c:pt idx="2750">
                <c:v>0.9245772239363587</c:v>
              </c:pt>
              <c:pt idx="2751">
                <c:v>0.9354959500904956</c:v>
              </c:pt>
              <c:pt idx="2752">
                <c:v>0.9492377436212378</c:v>
              </c:pt>
              <c:pt idx="2753">
                <c:v>0.928859241111609</c:v>
              </c:pt>
              <c:pt idx="2754">
                <c:v>0.8671124267038225</c:v>
              </c:pt>
              <c:pt idx="2755">
                <c:v>0.8757338199342518</c:v>
              </c:pt>
              <c:pt idx="2756">
                <c:v>0.8673210786936697</c:v>
              </c:pt>
              <c:pt idx="2757">
                <c:v>0.8818904850192169</c:v>
              </c:pt>
              <c:pt idx="2758">
                <c:v>1.020549971266447</c:v>
              </c:pt>
              <c:pt idx="2759">
                <c:v>0.8959736836518372</c:v>
              </c:pt>
              <c:pt idx="2760">
                <c:v>0.7811174505766372</c:v>
              </c:pt>
              <c:pt idx="2761">
                <c:v>0.822753367931507</c:v>
              </c:pt>
              <c:pt idx="2762">
                <c:v>0.9471640996007118</c:v>
              </c:pt>
              <c:pt idx="2763">
                <c:v>0.9891552432882762</c:v>
              </c:pt>
              <c:pt idx="2764">
                <c:v>0.9866235169154153</c:v>
              </c:pt>
              <c:pt idx="2765">
                <c:v>0.9865397660937646</c:v>
              </c:pt>
              <c:pt idx="2766">
                <c:v>0.985709482325463</c:v>
              </c:pt>
              <c:pt idx="2767">
                <c:v>1.0034959121915439</c:v>
              </c:pt>
              <c:pt idx="2768">
                <c:v>0.701695392770544</c:v>
              </c:pt>
              <c:pt idx="2769">
                <c:v>0.759961058215703</c:v>
              </c:pt>
              <c:pt idx="2770">
                <c:v>0.9718243297989714</c:v>
              </c:pt>
              <c:pt idx="2771">
                <c:v>1.0038045579180355</c:v>
              </c:pt>
              <c:pt idx="2772">
                <c:v>1.003639681747132</c:v>
              </c:pt>
              <c:pt idx="2773">
                <c:v>1.0066588335367217</c:v>
              </c:pt>
              <c:pt idx="2774">
                <c:v>0.976414646589181</c:v>
              </c:pt>
              <c:pt idx="2775">
                <c:v>0.8999929787316521</c:v>
              </c:pt>
              <c:pt idx="2776">
                <c:v>0.9586758902841535</c:v>
              </c:pt>
              <c:pt idx="2777">
                <c:v>1.0471033204383227</c:v>
              </c:pt>
              <c:pt idx="2778">
                <c:v>1.051562698370515</c:v>
              </c:pt>
              <c:pt idx="2779">
                <c:v>1.050919206081418</c:v>
              </c:pt>
              <c:pt idx="2780">
                <c:v>0.9401679284773669</c:v>
              </c:pt>
              <c:pt idx="2781">
                <c:v>0.9900045213034087</c:v>
              </c:pt>
              <c:pt idx="2782">
                <c:v>0.9933915317365487</c:v>
              </c:pt>
              <c:pt idx="2783">
                <c:v>0.9929945296651537</c:v>
              </c:pt>
              <c:pt idx="2784">
                <c:v>1.0066378808557919</c:v>
              </c:pt>
              <c:pt idx="2785">
                <c:v>0.9938197011462947</c:v>
              </c:pt>
              <c:pt idx="2786">
                <c:v>1.0632389871908867</c:v>
              </c:pt>
              <c:pt idx="2787">
                <c:v>1.0532723132889783</c:v>
              </c:pt>
              <c:pt idx="2788">
                <c:v>1.0631932019753274</c:v>
              </c:pt>
              <c:pt idx="2789">
                <c:v>0.9840359705067101</c:v>
              </c:pt>
              <c:pt idx="2790">
                <c:v>0.9393587824519751</c:v>
              </c:pt>
              <c:pt idx="2791">
                <c:v>0.9339426666077345</c:v>
              </c:pt>
              <c:pt idx="2792">
                <c:v>0.9007719618483924</c:v>
              </c:pt>
              <c:pt idx="2793">
                <c:v>0.916057892051847</c:v>
              </c:pt>
              <c:pt idx="2794">
                <c:v>0.9151368401434745</c:v>
              </c:pt>
              <c:pt idx="2795">
                <c:v>0.9192408018605848</c:v>
              </c:pt>
              <c:pt idx="2796">
                <c:v>1.027797266378945</c:v>
              </c:pt>
              <c:pt idx="2797">
                <c:v>0.9752623957770509</c:v>
              </c:pt>
              <c:pt idx="2798">
                <c:v>0.7492455119088245</c:v>
              </c:pt>
              <c:pt idx="2799">
                <c:v>0.780156565674929</c:v>
              </c:pt>
              <c:pt idx="2800">
                <c:v>0.6215370946198614</c:v>
              </c:pt>
              <c:pt idx="2801">
                <c:v>1.012156815619631</c:v>
              </c:pt>
              <c:pt idx="2802">
                <c:v>0.7846452734176761</c:v>
              </c:pt>
              <c:pt idx="2803">
                <c:v>0.8163431417270336</c:v>
              </c:pt>
              <c:pt idx="2804">
                <c:v>0.8775812037848967</c:v>
              </c:pt>
              <c:pt idx="2805">
                <c:v>0.8518392144324696</c:v>
              </c:pt>
              <c:pt idx="2806">
                <c:v>0.6819534878879269</c:v>
              </c:pt>
              <c:pt idx="2807">
                <c:v>0.7766253025029566</c:v>
              </c:pt>
              <c:pt idx="2808">
                <c:v>0.9730518095157237</c:v>
              </c:pt>
              <c:pt idx="2809">
                <c:v>0.7973557790251337</c:v>
              </c:pt>
              <c:pt idx="2810">
                <c:v>0.8260344777001994</c:v>
              </c:pt>
              <c:pt idx="2811">
                <c:v>0.8778826182207705</c:v>
              </c:pt>
              <c:pt idx="2812">
                <c:v>0.84263123725427</c:v>
              </c:pt>
              <c:pt idx="2813">
                <c:v>0.9567768089079468</c:v>
              </c:pt>
              <c:pt idx="2814">
                <c:v>0.9664481319221107</c:v>
              </c:pt>
              <c:pt idx="2815">
                <c:v>0.9547074490408887</c:v>
              </c:pt>
              <c:pt idx="2816">
                <c:v>0.9567156710582199</c:v>
              </c:pt>
              <c:pt idx="2817">
                <c:v>0.8360329375229674</c:v>
              </c:pt>
              <c:pt idx="2818">
                <c:v>0.8210094626797907</c:v>
              </c:pt>
              <c:pt idx="2819">
                <c:v>0.8073537022443181</c:v>
              </c:pt>
              <c:pt idx="2820">
                <c:v>0.9420083952282979</c:v>
              </c:pt>
              <c:pt idx="2821">
                <c:v>0.8772809880471365</c:v>
              </c:pt>
              <c:pt idx="2822">
                <c:v>0.8630323779139019</c:v>
              </c:pt>
              <c:pt idx="2823">
                <c:v>0.8474771276098043</c:v>
              </c:pt>
              <c:pt idx="2824">
                <c:v>0.9604591795277087</c:v>
              </c:pt>
              <c:pt idx="2825">
                <c:v>0.6781254330161833</c:v>
              </c:pt>
              <c:pt idx="2826">
                <c:v>1.0058649247991445</c:v>
              </c:pt>
              <c:pt idx="2827">
                <c:v>0.9905483939228759</c:v>
              </c:pt>
              <c:pt idx="2828">
                <c:v>0.9081243314526083</c:v>
              </c:pt>
              <c:pt idx="2829">
                <c:v>0.9843087116059833</c:v>
              </c:pt>
              <c:pt idx="2830">
                <c:v>0.7407417855730123</c:v>
              </c:pt>
              <c:pt idx="2831">
                <c:v>0.784078795870003</c:v>
              </c:pt>
              <c:pt idx="2832">
                <c:v>0.7901722256086019</c:v>
              </c:pt>
              <c:pt idx="2833">
                <c:v>0.9756664609784766</c:v>
              </c:pt>
              <c:pt idx="2834">
                <c:v>0.9924211418237822</c:v>
              </c:pt>
              <c:pt idx="2835">
                <c:v>0.8963716168891412</c:v>
              </c:pt>
              <c:pt idx="2836">
                <c:v>0.8342120679657118</c:v>
              </c:pt>
              <c:pt idx="2837">
                <c:v>0.8382253695481712</c:v>
              </c:pt>
              <c:pt idx="2838">
                <c:v>0.9005287430275206</c:v>
              </c:pt>
              <c:pt idx="2839">
                <c:v>0.8908610158827813</c:v>
              </c:pt>
              <c:pt idx="2840">
                <c:v>0.8281466673575025</c:v>
              </c:pt>
              <c:pt idx="2841">
                <c:v>0.8287831820911737</c:v>
              </c:pt>
              <c:pt idx="2842">
                <c:v>0.8215426988971873</c:v>
              </c:pt>
              <c:pt idx="2843">
                <c:v>0.8341255420270266</c:v>
              </c:pt>
              <c:pt idx="2844">
                <c:v>1.0623055320894632</c:v>
              </c:pt>
              <c:pt idx="2845">
                <c:v>0.9844205027178891</c:v>
              </c:pt>
              <c:pt idx="2846">
                <c:v>0.9810804182040126</c:v>
              </c:pt>
              <c:pt idx="2847">
                <c:v>0.9849264128483987</c:v>
              </c:pt>
              <c:pt idx="2848">
                <c:v>0.952394450668792</c:v>
              </c:pt>
              <c:pt idx="2849">
                <c:v>0.9864717874358061</c:v>
              </c:pt>
              <c:pt idx="2850">
                <c:v>1.0069809547122042</c:v>
              </c:pt>
              <c:pt idx="2851">
                <c:v>0.9734215277197796</c:v>
              </c:pt>
              <c:pt idx="2852">
                <c:v>0.9788532658631006</c:v>
              </c:pt>
              <c:pt idx="2853">
                <c:v>0.9776931014928826</c:v>
              </c:pt>
              <c:pt idx="2854">
                <c:v>0.9300683922587798</c:v>
              </c:pt>
              <c:pt idx="2855">
                <c:v>0.9109138319825464</c:v>
              </c:pt>
              <c:pt idx="2856">
                <c:v>0.9131544896698719</c:v>
              </c:pt>
              <c:pt idx="2857">
                <c:v>0.9122878064118661</c:v>
              </c:pt>
              <c:pt idx="2858">
                <c:v>0.9351350499935684</c:v>
              </c:pt>
              <c:pt idx="2859">
                <c:v>0.8966741589626744</c:v>
              </c:pt>
              <c:pt idx="2860">
                <c:v>0.8994474105686343</c:v>
              </c:pt>
              <c:pt idx="2861">
                <c:v>0.9211886486422123</c:v>
              </c:pt>
              <c:pt idx="2862">
                <c:v>0.9193613213212101</c:v>
              </c:pt>
              <c:pt idx="2863">
                <c:v>0.9040481643599231</c:v>
              </c:pt>
              <c:pt idx="2864">
                <c:v>0.9321992505174774</c:v>
              </c:pt>
              <c:pt idx="2865">
                <c:v>0.9567984100812966</c:v>
              </c:pt>
              <c:pt idx="2866">
                <c:v>0.9539316118947969</c:v>
              </c:pt>
              <c:pt idx="2867">
                <c:v>0.9911740600705325</c:v>
              </c:pt>
              <c:pt idx="2868">
                <c:v>0.996281925135472</c:v>
              </c:pt>
              <c:pt idx="2869">
                <c:v>1.0071474294642184</c:v>
              </c:pt>
              <c:pt idx="2870">
                <c:v>0.8756293570418889</c:v>
              </c:pt>
              <c:pt idx="2871">
                <c:v>0.9763857335663797</c:v>
              </c:pt>
              <c:pt idx="2872">
                <c:v>1.0426497171017</c:v>
              </c:pt>
              <c:pt idx="2873">
                <c:v>0.4545866920106138</c:v>
              </c:pt>
              <c:pt idx="2874">
                <c:v>0.4940631396757506</c:v>
              </c:pt>
              <c:pt idx="2875">
                <c:v>0.7227024758133752</c:v>
              </c:pt>
              <c:pt idx="2876">
                <c:v>0.9094405799976941</c:v>
              </c:pt>
              <c:pt idx="2877">
                <c:v>0.9751657567300668</c:v>
              </c:pt>
              <c:pt idx="2878">
                <c:v>0.734333710616755</c:v>
              </c:pt>
              <c:pt idx="2879">
                <c:v>0.7808117811468743</c:v>
              </c:pt>
              <c:pt idx="2880">
                <c:v>0.786512885866916</c:v>
              </c:pt>
              <c:pt idx="2881">
                <c:v>0.8289660130329479</c:v>
              </c:pt>
              <c:pt idx="2882">
                <c:v>0.8291238398196993</c:v>
              </c:pt>
              <c:pt idx="2883">
                <c:v>0.8127277531416343</c:v>
              </c:pt>
              <c:pt idx="2884">
                <c:v>0.8084914973347577</c:v>
              </c:pt>
              <c:pt idx="2885">
                <c:v>0.798812838415372</c:v>
              </c:pt>
              <c:pt idx="2886">
                <c:v>0.9955482986519341</c:v>
              </c:pt>
              <c:pt idx="2887">
                <c:v>1.0307149416856685</c:v>
              </c:pt>
              <c:pt idx="2888">
                <c:v>1.0456741958635116</c:v>
              </c:pt>
              <c:pt idx="2889">
                <c:v>1.0470022205108604</c:v>
              </c:pt>
              <c:pt idx="2890">
                <c:v>1.0436423051277688</c:v>
              </c:pt>
              <c:pt idx="2891">
                <c:v>0.34401369546009714</c:v>
              </c:pt>
              <c:pt idx="2892">
                <c:v>0.3833173934460905</c:v>
              </c:pt>
              <c:pt idx="2893">
                <c:v>0.3270682635401748</c:v>
              </c:pt>
              <c:pt idx="2894">
                <c:v>0.33129867412446395</c:v>
              </c:pt>
              <c:pt idx="2895">
                <c:v>0.3877631576976954</c:v>
              </c:pt>
              <c:pt idx="2896">
                <c:v>0.45530569068854265</c:v>
              </c:pt>
              <c:pt idx="2897">
                <c:v>0.5111239879720019</c:v>
              </c:pt>
              <c:pt idx="2898">
                <c:v>0.6488142935173997</c:v>
              </c:pt>
              <c:pt idx="2899">
                <c:v>0.6743745718376177</c:v>
              </c:pt>
              <c:pt idx="2900">
                <c:v>0.9037702859187242</c:v>
              </c:pt>
              <c:pt idx="2901">
                <c:v>0.7744315234913901</c:v>
              </c:pt>
              <c:pt idx="2902">
                <c:v>0.7629456515854973</c:v>
              </c:pt>
              <c:pt idx="2903">
                <c:v>0.8502628954105835</c:v>
              </c:pt>
              <c:pt idx="2904">
                <c:v>0.8438122657517999</c:v>
              </c:pt>
              <c:pt idx="2905">
                <c:v>0.8415554807763778</c:v>
              </c:pt>
              <c:pt idx="2906">
                <c:v>0.9610811740158727</c:v>
              </c:pt>
              <c:pt idx="2907">
                <c:v>0.9616352884773025</c:v>
              </c:pt>
              <c:pt idx="2908">
                <c:v>0.6329332048043643</c:v>
              </c:pt>
              <c:pt idx="2909">
                <c:v>0.8742567424238354</c:v>
              </c:pt>
              <c:pt idx="2910">
                <c:v>0.8985243768608905</c:v>
              </c:pt>
              <c:pt idx="2911">
                <c:v>0.9682821252754102</c:v>
              </c:pt>
              <c:pt idx="2912">
                <c:v>0.9694038563026512</c:v>
              </c:pt>
              <c:pt idx="2913">
                <c:v>0.7863140777831218</c:v>
              </c:pt>
              <c:pt idx="2914">
                <c:v>0.9405164838833694</c:v>
              </c:pt>
              <c:pt idx="2915">
                <c:v>0.8648170444798616</c:v>
              </c:pt>
              <c:pt idx="2916">
                <c:v>0.6427836319846064</c:v>
              </c:pt>
              <c:pt idx="2917">
                <c:v>0.9890390860480548</c:v>
              </c:pt>
              <c:pt idx="2918">
                <c:v>0.9319058232654528</c:v>
              </c:pt>
              <c:pt idx="2919">
                <c:v>0.9563039349366119</c:v>
              </c:pt>
              <c:pt idx="2920">
                <c:v>0.9266971974410804</c:v>
              </c:pt>
              <c:pt idx="2921">
                <c:v>0.932620747282302</c:v>
              </c:pt>
              <c:pt idx="2922">
                <c:v>0.656727027646363</c:v>
              </c:pt>
              <c:pt idx="2923">
                <c:v>1.006846463092868</c:v>
              </c:pt>
              <c:pt idx="2924">
                <c:v>0.9359381896291601</c:v>
              </c:pt>
              <c:pt idx="2925">
                <c:v>0.9711918239838788</c:v>
              </c:pt>
              <c:pt idx="2926">
                <c:v>0.7659588651412684</c:v>
              </c:pt>
              <c:pt idx="2927">
                <c:v>0.9674429424410332</c:v>
              </c:pt>
              <c:pt idx="2928">
                <c:v>0.9614543981073322</c:v>
              </c:pt>
              <c:pt idx="2929">
                <c:v>0.9156774335341192</c:v>
              </c:pt>
              <c:pt idx="2930">
                <c:v>0.8313182506865671</c:v>
              </c:pt>
              <c:pt idx="2931">
                <c:v>0.9516728002880006</c:v>
              </c:pt>
              <c:pt idx="2932">
                <c:v>0.9886831151352427</c:v>
              </c:pt>
              <c:pt idx="2933">
                <c:v>0.9701757177520152</c:v>
              </c:pt>
              <c:pt idx="2934">
                <c:v>0.8995876818235435</c:v>
              </c:pt>
              <c:pt idx="2935">
                <c:v>0.761165529366941</c:v>
              </c:pt>
              <c:pt idx="2936">
                <c:v>0.7663363322923151</c:v>
              </c:pt>
              <c:pt idx="2937">
                <c:v>1.0491324806525404</c:v>
              </c:pt>
              <c:pt idx="2938">
                <c:v>0.9619692388064032</c:v>
              </c:pt>
              <c:pt idx="2939">
                <c:v>1.0113650878310956</c:v>
              </c:pt>
              <c:pt idx="2940">
                <c:v>1.0483613223199897</c:v>
              </c:pt>
              <c:pt idx="2941">
                <c:v>0.7405869670790467</c:v>
              </c:pt>
              <c:pt idx="2942">
                <c:v>0.9660626184512147</c:v>
              </c:pt>
              <c:pt idx="2943">
                <c:v>0.8879956921755148</c:v>
              </c:pt>
              <c:pt idx="2944">
                <c:v>0.947913440191944</c:v>
              </c:pt>
              <c:pt idx="2945">
                <c:v>0.8763407156606849</c:v>
              </c:pt>
              <c:pt idx="2946">
                <c:v>0.7280795649045393</c:v>
              </c:pt>
              <c:pt idx="2947">
                <c:v>0.6641915022254158</c:v>
              </c:pt>
              <c:pt idx="2948">
                <c:v>0.30659757869770177</c:v>
              </c:pt>
              <c:pt idx="2949">
                <c:v>0.7651627664425815</c:v>
              </c:pt>
              <c:pt idx="2950">
                <c:v>0.46017606073550693</c:v>
              </c:pt>
              <c:pt idx="2951">
                <c:v>0.5362443966931643</c:v>
              </c:pt>
              <c:pt idx="2952">
                <c:v>0.9328419839544541</c:v>
              </c:pt>
              <c:pt idx="2953">
                <c:v>1.0426192631643931</c:v>
              </c:pt>
              <c:pt idx="2954">
                <c:v>1.0199126905566314</c:v>
              </c:pt>
              <c:pt idx="2955">
                <c:v>1.0114081480486532</c:v>
              </c:pt>
              <c:pt idx="2956">
                <c:v>0.9567202315182103</c:v>
              </c:pt>
              <c:pt idx="2957">
                <c:v>0.9477618737970616</c:v>
              </c:pt>
              <c:pt idx="2958">
                <c:v>0.8251222096507285</c:v>
              </c:pt>
              <c:pt idx="2959">
                <c:v>0.49971491363263937</c:v>
              </c:pt>
              <c:pt idx="2960">
                <c:v>0.5287719704900389</c:v>
              </c:pt>
              <c:pt idx="2961">
                <c:v>1.0069172402551543</c:v>
              </c:pt>
              <c:pt idx="2962">
                <c:v>0.9797053656085605</c:v>
              </c:pt>
              <c:pt idx="2963">
                <c:v>0.9107489404249495</c:v>
              </c:pt>
              <c:pt idx="2964">
                <c:v>0.7837735222416852</c:v>
              </c:pt>
              <c:pt idx="2965">
                <c:v>0.9795245935375468</c:v>
              </c:pt>
              <c:pt idx="2966">
                <c:v>0.9538947947636919</c:v>
              </c:pt>
              <c:pt idx="2967">
                <c:v>1.0474051002133764</c:v>
              </c:pt>
              <c:pt idx="2968">
                <c:v>0.8112430464875443</c:v>
              </c:pt>
              <c:pt idx="2969">
                <c:v>0.9692512873365261</c:v>
              </c:pt>
              <c:pt idx="2970">
                <c:v>0.9579536732107243</c:v>
              </c:pt>
              <c:pt idx="2971">
                <c:v>0.971101982480331</c:v>
              </c:pt>
              <c:pt idx="2972">
                <c:v>0.9564458146155995</c:v>
              </c:pt>
              <c:pt idx="2973">
                <c:v>0.8430593983737847</c:v>
              </c:pt>
              <c:pt idx="2974">
                <c:v>0.8962330523443199</c:v>
              </c:pt>
              <c:pt idx="2975">
                <c:v>0.5075668286825674</c:v>
              </c:pt>
              <c:pt idx="2976">
                <c:v>0.9604479188737648</c:v>
              </c:pt>
              <c:pt idx="2977">
                <c:v>0.9354675195522243</c:v>
              </c:pt>
              <c:pt idx="2978">
                <c:v>0.9261732100850212</c:v>
              </c:pt>
              <c:pt idx="2979">
                <c:v>0.7758585127870942</c:v>
              </c:pt>
              <c:pt idx="2980">
                <c:v>0.9610078823608372</c:v>
              </c:pt>
              <c:pt idx="2981">
                <c:v>0.7890313737492584</c:v>
              </c:pt>
              <c:pt idx="2982">
                <c:v>0.9593239434240526</c:v>
              </c:pt>
              <c:pt idx="2983">
                <c:v>0.6100574046604688</c:v>
              </c:pt>
              <c:pt idx="2984">
                <c:v>0.6445371792990481</c:v>
              </c:pt>
              <c:pt idx="2985">
                <c:v>0.659513926132469</c:v>
              </c:pt>
              <c:pt idx="2986">
                <c:v>0.8923226198514124</c:v>
              </c:pt>
              <c:pt idx="2987">
                <c:v>1.0067057154530756</c:v>
              </c:pt>
              <c:pt idx="2988">
                <c:v>0.9885983937564424</c:v>
              </c:pt>
              <c:pt idx="2989">
                <c:v>1.008821364566199</c:v>
              </c:pt>
              <c:pt idx="2990">
                <c:v>1.0358487464056387</c:v>
              </c:pt>
              <c:pt idx="2991">
                <c:v>0.9753554614788087</c:v>
              </c:pt>
              <c:pt idx="2992">
                <c:v>0.7839125415336595</c:v>
              </c:pt>
              <c:pt idx="2993">
                <c:v>0.9879324035896637</c:v>
              </c:pt>
              <c:pt idx="2994">
                <c:v>0.933138407416889</c:v>
              </c:pt>
              <c:pt idx="2995">
                <c:v>0.843997850753874</c:v>
              </c:pt>
              <c:pt idx="2996">
                <c:v>0.8296890691168112</c:v>
              </c:pt>
              <c:pt idx="2997">
                <c:v>0.979054685616516</c:v>
              </c:pt>
              <c:pt idx="2998">
                <c:v>0.977559106336884</c:v>
              </c:pt>
              <c:pt idx="2999">
                <c:v>0.9798293152976371</c:v>
              </c:pt>
              <c:pt idx="3000">
                <c:v>0.9566433631952825</c:v>
              </c:pt>
              <c:pt idx="3001">
                <c:v>0.9509130704214144</c:v>
              </c:pt>
              <c:pt idx="3002">
                <c:v>0.9704674507797866</c:v>
              </c:pt>
              <c:pt idx="3003">
                <c:v>0.9699232730402793</c:v>
              </c:pt>
              <c:pt idx="3004">
                <c:v>0.9431782540480543</c:v>
              </c:pt>
              <c:pt idx="3005">
                <c:v>0.9446357874540235</c:v>
              </c:pt>
              <c:pt idx="3006">
                <c:v>0.9535425508954973</c:v>
              </c:pt>
              <c:pt idx="3007">
                <c:v>0.9426431941961878</c:v>
              </c:pt>
              <c:pt idx="3008">
                <c:v>0.9497687948593139</c:v>
              </c:pt>
              <c:pt idx="3009">
                <c:v>0.9435952973538865</c:v>
              </c:pt>
              <c:pt idx="3010">
                <c:v>0.9425934315529474</c:v>
              </c:pt>
              <c:pt idx="3011">
                <c:v>0.9295091752158096</c:v>
              </c:pt>
              <c:pt idx="3012">
                <c:v>0.946485310072395</c:v>
              </c:pt>
              <c:pt idx="3013">
                <c:v>0.971538029982333</c:v>
              </c:pt>
              <c:pt idx="3014">
                <c:v>0.9717855525810022</c:v>
              </c:pt>
              <c:pt idx="3015">
                <c:v>0.9711745673870629</c:v>
              </c:pt>
              <c:pt idx="3016">
                <c:v>0.9305463271755259</c:v>
              </c:pt>
              <c:pt idx="3017">
                <c:v>0.9323866965007127</c:v>
              </c:pt>
              <c:pt idx="3018">
                <c:v>0.9379326706404543</c:v>
              </c:pt>
              <c:pt idx="3019">
                <c:v>0.9349057375453929</c:v>
              </c:pt>
              <c:pt idx="3020">
                <c:v>0.9178654122389611</c:v>
              </c:pt>
              <c:pt idx="3021">
                <c:v>0.9728555451376896</c:v>
              </c:pt>
              <c:pt idx="3022">
                <c:v>0.9932342729026447</c:v>
              </c:pt>
              <c:pt idx="3023">
                <c:v>0.9721071406201953</c:v>
              </c:pt>
              <c:pt idx="3024">
                <c:v>0.9824005876784748</c:v>
              </c:pt>
              <c:pt idx="3025">
                <c:v>0.9461814953594286</c:v>
              </c:pt>
              <c:pt idx="3026">
                <c:v>0.9425658429183923</c:v>
              </c:pt>
              <c:pt idx="3027">
                <c:v>0.946848312430462</c:v>
              </c:pt>
              <c:pt idx="3028">
                <c:v>0.9379193583228208</c:v>
              </c:pt>
              <c:pt idx="3029">
                <c:v>0.9644966342090845</c:v>
              </c:pt>
              <c:pt idx="3030">
                <c:v>0.9640012417284253</c:v>
              </c:pt>
              <c:pt idx="3031">
                <c:v>0.9462758112495199</c:v>
              </c:pt>
              <c:pt idx="3032">
                <c:v>0.9729845320294321</c:v>
              </c:pt>
              <c:pt idx="3033">
                <c:v>0.9652238698267647</c:v>
              </c:pt>
              <c:pt idx="3034">
                <c:v>0.979592468577158</c:v>
              </c:pt>
              <c:pt idx="3035">
                <c:v>0.9892847089075366</c:v>
              </c:pt>
              <c:pt idx="3036">
                <c:v>0.9822753017802406</c:v>
              </c:pt>
              <c:pt idx="3037">
                <c:v>0.9737599289186136</c:v>
              </c:pt>
              <c:pt idx="3038">
                <c:v>0.9356051882804977</c:v>
              </c:pt>
              <c:pt idx="3039">
                <c:v>0.9140582075135724</c:v>
              </c:pt>
              <c:pt idx="3040">
                <c:v>0.9353351154819571</c:v>
              </c:pt>
              <c:pt idx="3041">
                <c:v>0.9507501223628761</c:v>
              </c:pt>
              <c:pt idx="3042">
                <c:v>0.9469633758700876</c:v>
              </c:pt>
              <c:pt idx="3043">
                <c:v>0.9616777030143322</c:v>
              </c:pt>
              <c:pt idx="3044">
                <c:v>0.8972463465771782</c:v>
              </c:pt>
              <c:pt idx="3045">
                <c:v>0.8889521677468771</c:v>
              </c:pt>
              <c:pt idx="3046">
                <c:v>0.9008694211836816</c:v>
              </c:pt>
              <c:pt idx="3047">
                <c:v>0.9701325487455128</c:v>
              </c:pt>
              <c:pt idx="3048">
                <c:v>0.9014270521614752</c:v>
              </c:pt>
              <c:pt idx="3049">
                <c:v>0.887921008814976</c:v>
              </c:pt>
              <c:pt idx="3050">
                <c:v>0.8980575928140125</c:v>
              </c:pt>
              <c:pt idx="3051">
                <c:v>1.010565112394881</c:v>
              </c:pt>
              <c:pt idx="3052">
                <c:v>1.004148665633539</c:v>
              </c:pt>
              <c:pt idx="3053">
                <c:v>1.008893912299721</c:v>
              </c:pt>
              <c:pt idx="3054">
                <c:v>0.6909215832906156</c:v>
              </c:pt>
              <c:pt idx="3055">
                <c:v>0.6942603363306371</c:v>
              </c:pt>
              <c:pt idx="3056">
                <c:v>0.7134735526079199</c:v>
              </c:pt>
              <c:pt idx="3057">
                <c:v>0.9274228754064018</c:v>
              </c:pt>
              <c:pt idx="3058">
                <c:v>0.946274118936021</c:v>
              </c:pt>
              <c:pt idx="3059">
                <c:v>0.9568057816412397</c:v>
              </c:pt>
              <c:pt idx="3060">
                <c:v>0.9530998537171651</c:v>
              </c:pt>
              <c:pt idx="3061">
                <c:v>0.943708959570577</c:v>
              </c:pt>
              <c:pt idx="3062">
                <c:v>0.9114594553012058</c:v>
              </c:pt>
              <c:pt idx="3063">
                <c:v>0.8905028413657803</c:v>
              </c:pt>
              <c:pt idx="3064">
                <c:v>0.8899288097660232</c:v>
              </c:pt>
              <c:pt idx="3065">
                <c:v>0.8888598789197598</c:v>
              </c:pt>
              <c:pt idx="3066">
                <c:v>0.9820661944215832</c:v>
              </c:pt>
              <c:pt idx="3067">
                <c:v>0.9926411191745899</c:v>
              </c:pt>
              <c:pt idx="3068">
                <c:v>0.9795586022272672</c:v>
              </c:pt>
              <c:pt idx="3069">
                <c:v>0.9897058938312038</c:v>
              </c:pt>
              <c:pt idx="3070">
                <c:v>0.9782587524542563</c:v>
              </c:pt>
              <c:pt idx="3071">
                <c:v>0.9578420471382564</c:v>
              </c:pt>
              <c:pt idx="3072">
                <c:v>0.9538286767439882</c:v>
              </c:pt>
              <c:pt idx="3073">
                <c:v>0.8889659614217833</c:v>
              </c:pt>
              <c:pt idx="3074">
                <c:v>0.9037844145653708</c:v>
              </c:pt>
              <c:pt idx="3075">
                <c:v>0.9074445033152783</c:v>
              </c:pt>
              <c:pt idx="3076">
                <c:v>0.9878055967759529</c:v>
              </c:pt>
              <c:pt idx="3077">
                <c:v>0.9870089820684139</c:v>
              </c:pt>
              <c:pt idx="3078">
                <c:v>0.8788596994281803</c:v>
              </c:pt>
              <c:pt idx="3079">
                <c:v>0.873936871685028</c:v>
              </c:pt>
              <c:pt idx="3080">
                <c:v>0.9246141246616927</c:v>
              </c:pt>
              <c:pt idx="3081">
                <c:v>0.9215926866674397</c:v>
              </c:pt>
              <c:pt idx="3082">
                <c:v>0.9242410805677597</c:v>
              </c:pt>
              <c:pt idx="3083">
                <c:v>0.9192951090206409</c:v>
              </c:pt>
              <c:pt idx="3084">
                <c:v>0.9262815660709408</c:v>
              </c:pt>
              <c:pt idx="3085">
                <c:v>0.9146285904580788</c:v>
              </c:pt>
              <c:pt idx="3086">
                <c:v>0.9210609047702897</c:v>
              </c:pt>
              <c:pt idx="3087">
                <c:v>0.8979008646098229</c:v>
              </c:pt>
              <c:pt idx="3088">
                <c:v>0.8963572105020775</c:v>
              </c:pt>
              <c:pt idx="3089">
                <c:v>0.8816895727756194</c:v>
              </c:pt>
              <c:pt idx="3090">
                <c:v>0.9530243755214546</c:v>
              </c:pt>
              <c:pt idx="3091">
                <c:v>0.9294665959401609</c:v>
              </c:pt>
              <c:pt idx="3092">
                <c:v>0.921893444938798</c:v>
              </c:pt>
              <c:pt idx="3093">
                <c:v>0.9256637722720623</c:v>
              </c:pt>
              <c:pt idx="3094">
                <c:v>0.8627285273568776</c:v>
              </c:pt>
              <c:pt idx="3095">
                <c:v>0.8786532944450455</c:v>
              </c:pt>
              <c:pt idx="3096">
                <c:v>0.8742486094970856</c:v>
              </c:pt>
              <c:pt idx="3097">
                <c:v>0.9526874703287351</c:v>
              </c:pt>
              <c:pt idx="3098">
                <c:v>0.8968391127843139</c:v>
              </c:pt>
              <c:pt idx="3099">
                <c:v>0.8975064660765856</c:v>
              </c:pt>
              <c:pt idx="3100">
                <c:v>0.8884529254823664</c:v>
              </c:pt>
              <c:pt idx="3101">
                <c:v>0.8818648358171786</c:v>
              </c:pt>
              <c:pt idx="3102">
                <c:v>0.9204774823585719</c:v>
              </c:pt>
              <c:pt idx="3103">
                <c:v>0.9316810365283178</c:v>
              </c:pt>
              <c:pt idx="3104">
                <c:v>0.8800025077598596</c:v>
              </c:pt>
              <c:pt idx="3105">
                <c:v>0.9582614781576674</c:v>
              </c:pt>
              <c:pt idx="3106">
                <c:v>0.8815055118618101</c:v>
              </c:pt>
              <c:pt idx="3107">
                <c:v>0.8819964573494999</c:v>
              </c:pt>
              <c:pt idx="3108">
                <c:v>0.9469615962073156</c:v>
              </c:pt>
              <c:pt idx="3109">
                <c:v>0.9431512089120178</c:v>
              </c:pt>
              <c:pt idx="3110">
                <c:v>0.8709617603013761</c:v>
              </c:pt>
              <c:pt idx="3111">
                <c:v>0.8902757004809317</c:v>
              </c:pt>
              <c:pt idx="3112">
                <c:v>0.8827188715074646</c:v>
              </c:pt>
              <c:pt idx="3113">
                <c:v>1.0038562843673329</c:v>
              </c:pt>
              <c:pt idx="3114">
                <c:v>0.9967775607872796</c:v>
              </c:pt>
              <c:pt idx="3115">
                <c:v>0.9987623120017405</c:v>
              </c:pt>
              <c:pt idx="3116">
                <c:v>0.9980768053544369</c:v>
              </c:pt>
              <c:pt idx="3117">
                <c:v>0.9986520980552648</c:v>
              </c:pt>
              <c:pt idx="3118">
                <c:v>0.9867514021573051</c:v>
              </c:pt>
              <c:pt idx="3119">
                <c:v>0.9750566402792744</c:v>
              </c:pt>
              <c:pt idx="3120">
                <c:v>0.9816848050846633</c:v>
              </c:pt>
              <c:pt idx="3121">
                <c:v>0.9961832172827315</c:v>
              </c:pt>
              <c:pt idx="3122">
                <c:v>0.9517948694962123</c:v>
              </c:pt>
              <c:pt idx="3123">
                <c:v>0.9642071807112328</c:v>
              </c:pt>
              <c:pt idx="3124">
                <c:v>0.9216750159205183</c:v>
              </c:pt>
              <c:pt idx="3125">
                <c:v>0.9248529073714007</c:v>
              </c:pt>
              <c:pt idx="3126">
                <c:v>0.930858421486976</c:v>
              </c:pt>
              <c:pt idx="3127">
                <c:v>0.9327714821564288</c:v>
              </c:pt>
              <c:pt idx="3128">
                <c:v>0.8978250388141661</c:v>
              </c:pt>
              <c:pt idx="3129">
                <c:v>0.8956296248477318</c:v>
              </c:pt>
              <c:pt idx="3130">
                <c:v>0.9001019651169823</c:v>
              </c:pt>
              <c:pt idx="3131">
                <c:v>0.9979937185712244</c:v>
              </c:pt>
              <c:pt idx="3132">
                <c:v>0.9482357647151023</c:v>
              </c:pt>
              <c:pt idx="3133">
                <c:v>0.9508926930400627</c:v>
              </c:pt>
              <c:pt idx="3134">
                <c:v>0.9617649214788604</c:v>
              </c:pt>
              <c:pt idx="3135">
                <c:v>0.9216661863056212</c:v>
              </c:pt>
              <c:pt idx="3136">
                <c:v>0.9203011080596631</c:v>
              </c:pt>
              <c:pt idx="3137">
                <c:v>0.9149214673468303</c:v>
              </c:pt>
              <c:pt idx="3138">
                <c:v>0.9626832149967939</c:v>
              </c:pt>
              <c:pt idx="3139">
                <c:v>0.9688299086813785</c:v>
              </c:pt>
              <c:pt idx="3140">
                <c:v>0.9740661930338033</c:v>
              </c:pt>
              <c:pt idx="3141">
                <c:v>0.962889690491886</c:v>
              </c:pt>
              <c:pt idx="3142">
                <c:v>0.858078788939754</c:v>
              </c:pt>
              <c:pt idx="3143">
                <c:v>0.8552333066413951</c:v>
              </c:pt>
              <c:pt idx="3144">
                <c:v>0.8693112378952765</c:v>
              </c:pt>
              <c:pt idx="3145">
                <c:v>0.9365118321659529</c:v>
              </c:pt>
              <c:pt idx="3146">
                <c:v>0.9873646337238495</c:v>
              </c:pt>
              <c:pt idx="3147">
                <c:v>0.9869879187834782</c:v>
              </c:pt>
              <c:pt idx="3148">
                <c:v>0.859473448248466</c:v>
              </c:pt>
              <c:pt idx="3149">
                <c:v>0.8516395936662009</c:v>
              </c:pt>
              <c:pt idx="3150">
                <c:v>0.8502396045655591</c:v>
              </c:pt>
              <c:pt idx="3151">
                <c:v>0.9312754973428987</c:v>
              </c:pt>
              <c:pt idx="3152">
                <c:v>0.8979239722478133</c:v>
              </c:pt>
              <c:pt idx="3153">
                <c:v>0.8989243726307662</c:v>
              </c:pt>
              <c:pt idx="3154">
                <c:v>0.9830698359311111</c:v>
              </c:pt>
              <c:pt idx="3155">
                <c:v>0.8861939846702921</c:v>
              </c:pt>
              <c:pt idx="3156">
                <c:v>0.887068261694415</c:v>
              </c:pt>
              <c:pt idx="3157">
                <c:v>0.9926694954418382</c:v>
              </c:pt>
              <c:pt idx="3158">
                <c:v>0.9926861052433478</c:v>
              </c:pt>
              <c:pt idx="3159">
                <c:v>0.9954781968323201</c:v>
              </c:pt>
              <c:pt idx="3160">
                <c:v>0.9006319399564626</c:v>
              </c:pt>
              <c:pt idx="3161">
                <c:v>0.9668438288866388</c:v>
              </c:pt>
              <c:pt idx="3162">
                <c:v>0.9669625477808816</c:v>
              </c:pt>
              <c:pt idx="3163">
                <c:v>0.905438919371968</c:v>
              </c:pt>
              <c:pt idx="3164">
                <c:v>0.8433778197834676</c:v>
              </c:pt>
              <c:pt idx="3165">
                <c:v>1.0041701826926044</c:v>
              </c:pt>
              <c:pt idx="3166">
                <c:v>1.0140859326068299</c:v>
              </c:pt>
              <c:pt idx="3167">
                <c:v>1.0136102364928838</c:v>
              </c:pt>
              <c:pt idx="3168">
                <c:v>0.9652512622152468</c:v>
              </c:pt>
              <c:pt idx="3169">
                <c:v>0.9776050418681087</c:v>
              </c:pt>
              <c:pt idx="3170">
                <c:v>0.9691930384454146</c:v>
              </c:pt>
              <c:pt idx="3171">
                <c:v>0.9559167340933453</c:v>
              </c:pt>
              <c:pt idx="3172">
                <c:v>0.9439088877337407</c:v>
              </c:pt>
              <c:pt idx="3173">
                <c:v>0.9506696316518969</c:v>
              </c:pt>
              <c:pt idx="3174">
                <c:v>0.9042896935454728</c:v>
              </c:pt>
              <c:pt idx="3175">
                <c:v>0.9296104528099473</c:v>
              </c:pt>
              <c:pt idx="3176">
                <c:v>0.8858863401800778</c:v>
              </c:pt>
              <c:pt idx="3177">
                <c:v>0.9658223238607248</c:v>
              </c:pt>
              <c:pt idx="3178">
                <c:v>0.9652258296552447</c:v>
              </c:pt>
              <c:pt idx="3179">
                <c:v>0.9754689697463074</c:v>
              </c:pt>
              <c:pt idx="3180">
                <c:v>0.9790453458503121</c:v>
              </c:pt>
              <c:pt idx="3181">
                <c:v>0.9716800122355223</c:v>
              </c:pt>
              <c:pt idx="3182">
                <c:v>0.8590593417320682</c:v>
              </c:pt>
              <c:pt idx="3183">
                <c:v>0.9654265000601006</c:v>
              </c:pt>
              <c:pt idx="3184">
                <c:v>0.814443486700626</c:v>
              </c:pt>
              <c:pt idx="3185">
                <c:v>1.0122182542009055</c:v>
              </c:pt>
              <c:pt idx="3186">
                <c:v>1.0044108291440141</c:v>
              </c:pt>
              <c:pt idx="3187">
                <c:v>1.0134049763297521</c:v>
              </c:pt>
              <c:pt idx="3188">
                <c:v>0.9574966250735808</c:v>
              </c:pt>
              <c:pt idx="3189">
                <c:v>0.9483931941895958</c:v>
              </c:pt>
              <c:pt idx="3190">
                <c:v>0.9050710996337357</c:v>
              </c:pt>
              <c:pt idx="3191">
                <c:v>0.9520321221092104</c:v>
              </c:pt>
              <c:pt idx="3192">
                <c:v>0.95197869399268</c:v>
              </c:pt>
              <c:pt idx="3193">
                <c:v>0.9531573299259908</c:v>
              </c:pt>
              <c:pt idx="3194">
                <c:v>0.9510240002137678</c:v>
              </c:pt>
              <c:pt idx="3195">
                <c:v>0.9009019726854606</c:v>
              </c:pt>
              <c:pt idx="3196">
                <c:v>0.903363474912541</c:v>
              </c:pt>
              <c:pt idx="3197">
                <c:v>0.9017433872433281</c:v>
              </c:pt>
              <c:pt idx="3198">
                <c:v>0.9096409581100274</c:v>
              </c:pt>
              <c:pt idx="3199">
                <c:v>0.9280049650404677</c:v>
              </c:pt>
              <c:pt idx="3200">
                <c:v>0.9154638128803567</c:v>
              </c:pt>
              <c:pt idx="3201">
                <c:v>0.9126878156020838</c:v>
              </c:pt>
              <c:pt idx="3202">
                <c:v>0.8918831623998751</c:v>
              </c:pt>
              <c:pt idx="3203">
                <c:v>0.9556725488257769</c:v>
              </c:pt>
              <c:pt idx="3204">
                <c:v>0.8201205933280599</c:v>
              </c:pt>
              <c:pt idx="3205">
                <c:v>0.9378800235353818</c:v>
              </c:pt>
              <c:pt idx="3206">
                <c:v>0.9359563369095123</c:v>
              </c:pt>
              <c:pt idx="3207">
                <c:v>0.9354396404081806</c:v>
              </c:pt>
              <c:pt idx="3208">
                <c:v>0.8943018174210277</c:v>
              </c:pt>
              <c:pt idx="3209">
                <c:v>0.9058379760006361</c:v>
              </c:pt>
              <c:pt idx="3210">
                <c:v>0.8861135429876436</c:v>
              </c:pt>
              <c:pt idx="3211">
                <c:v>0.9005697326221118</c:v>
              </c:pt>
              <c:pt idx="3212">
                <c:v>0.9181988596744083</c:v>
              </c:pt>
              <c:pt idx="3213">
                <c:v>0.9234185939610605</c:v>
              </c:pt>
              <c:pt idx="3214">
                <c:v>0.8978879094656494</c:v>
              </c:pt>
              <c:pt idx="3215">
                <c:v>0.9842154151230569</c:v>
              </c:pt>
              <c:pt idx="3216">
                <c:v>0.9920713986791644</c:v>
              </c:pt>
              <c:pt idx="3217">
                <c:v>0.9879126215733549</c:v>
              </c:pt>
              <c:pt idx="3218">
                <c:v>0.9934851861073064</c:v>
              </c:pt>
              <c:pt idx="3219">
                <c:v>0.9675328378185444</c:v>
              </c:pt>
              <c:pt idx="3220">
                <c:v>0.8943581427258726</c:v>
              </c:pt>
              <c:pt idx="3221">
                <c:v>1.0085757197707483</c:v>
              </c:pt>
              <c:pt idx="3222">
                <c:v>1.0129863723913195</c:v>
              </c:pt>
              <c:pt idx="3223">
                <c:v>1.0074625921904037</c:v>
              </c:pt>
              <c:pt idx="3224">
                <c:v>0.8518617815537358</c:v>
              </c:pt>
              <c:pt idx="3225">
                <c:v>0.9130830299948013</c:v>
              </c:pt>
              <c:pt idx="3226">
                <c:v>0.9022226886901085</c:v>
              </c:pt>
              <c:pt idx="3227">
                <c:v>0.8188906423994043</c:v>
              </c:pt>
              <c:pt idx="3228">
                <c:v>1.0122236239942763</c:v>
              </c:pt>
              <c:pt idx="3229">
                <c:v>0.8560190623404702</c:v>
              </c:pt>
              <c:pt idx="3230">
                <c:v>0.8514385559314198</c:v>
              </c:pt>
              <c:pt idx="3231">
                <c:v>0.8584304885338817</c:v>
              </c:pt>
              <c:pt idx="3232">
                <c:v>0.8707372788951071</c:v>
              </c:pt>
              <c:pt idx="3233">
                <c:v>0.8744000063343321</c:v>
              </c:pt>
              <c:pt idx="3234">
                <c:v>0.9005973262666644</c:v>
              </c:pt>
              <c:pt idx="3235">
                <c:v>0.8743026624159361</c:v>
              </c:pt>
              <c:pt idx="3236">
                <c:v>0.8829175103333226</c:v>
              </c:pt>
              <c:pt idx="3237">
                <c:v>0.8844744872692067</c:v>
              </c:pt>
              <c:pt idx="3238">
                <c:v>0.9712927272175824</c:v>
              </c:pt>
              <c:pt idx="3239">
                <c:v>0.9649955317097995</c:v>
              </c:pt>
              <c:pt idx="3240">
                <c:v>0.8403609892509672</c:v>
              </c:pt>
              <c:pt idx="3241">
                <c:v>0.8445056875481699</c:v>
              </c:pt>
              <c:pt idx="3242">
                <c:v>0.8366416655343731</c:v>
              </c:pt>
              <c:pt idx="3243">
                <c:v>0.7536989364914002</c:v>
              </c:pt>
              <c:pt idx="3244">
                <c:v>0.8410381216293747</c:v>
              </c:pt>
              <c:pt idx="3245">
                <c:v>0.8456436765498891</c:v>
              </c:pt>
              <c:pt idx="3246">
                <c:v>0.9114261605381904</c:v>
              </c:pt>
              <c:pt idx="3247">
                <c:v>0.9101017959067331</c:v>
              </c:pt>
              <c:pt idx="3248">
                <c:v>0.7935884889686811</c:v>
              </c:pt>
              <c:pt idx="3249">
                <c:v>0.8520808843137102</c:v>
              </c:pt>
              <c:pt idx="3250">
                <c:v>0.9159767102437948</c:v>
              </c:pt>
              <c:pt idx="3251">
                <c:v>0.9199026510945915</c:v>
              </c:pt>
              <c:pt idx="3252">
                <c:v>0.9305407490324453</c:v>
              </c:pt>
              <c:pt idx="3253">
                <c:v>0.9220946539416245</c:v>
              </c:pt>
              <c:pt idx="3254">
                <c:v>0.9177822843274932</c:v>
              </c:pt>
              <c:pt idx="3255">
                <c:v>0.9404467433823347</c:v>
              </c:pt>
              <c:pt idx="3256">
                <c:v>0.933229316755666</c:v>
              </c:pt>
              <c:pt idx="3257">
                <c:v>0.9227018911825832</c:v>
              </c:pt>
              <c:pt idx="3258">
                <c:v>0.9198009298835284</c:v>
              </c:pt>
              <c:pt idx="3259">
                <c:v>0.8166383942073978</c:v>
              </c:pt>
              <c:pt idx="3260">
                <c:v>0.7924797293326789</c:v>
              </c:pt>
              <c:pt idx="3261">
                <c:v>0.7855855318211118</c:v>
              </c:pt>
              <c:pt idx="3262">
                <c:v>0.8119170757836818</c:v>
              </c:pt>
              <c:pt idx="3263">
                <c:v>0.8289694518118089</c:v>
              </c:pt>
              <c:pt idx="3264">
                <c:v>0.817655915599605</c:v>
              </c:pt>
              <c:pt idx="3265">
                <c:v>0.8456562202594892</c:v>
              </c:pt>
              <c:pt idx="3266">
                <c:v>0.8370168706756295</c:v>
              </c:pt>
              <c:pt idx="3267">
                <c:v>0.8808736419375699</c:v>
              </c:pt>
              <c:pt idx="3268">
                <c:v>0.8603831198497766</c:v>
              </c:pt>
              <c:pt idx="3269">
                <c:v>0.8606535201467814</c:v>
              </c:pt>
              <c:pt idx="3270">
                <c:v>0.8876684372573854</c:v>
              </c:pt>
              <c:pt idx="3271">
                <c:v>0.9109534767975774</c:v>
              </c:pt>
              <c:pt idx="3272">
                <c:v>0.9034086636098366</c:v>
              </c:pt>
              <c:pt idx="3273">
                <c:v>0.8913127202261524</c:v>
              </c:pt>
              <c:pt idx="3274">
                <c:v>0.9682358648475919</c:v>
              </c:pt>
              <c:pt idx="3275">
                <c:v>0.9287526036862365</c:v>
              </c:pt>
              <c:pt idx="3276">
                <c:v>0.9440759237819374</c:v>
              </c:pt>
              <c:pt idx="3277">
                <c:v>0.9690634554559127</c:v>
              </c:pt>
              <c:pt idx="3278">
                <c:v>0.9708354615686029</c:v>
              </c:pt>
              <c:pt idx="3279">
                <c:v>0.9658287683164711</c:v>
              </c:pt>
              <c:pt idx="3280">
                <c:v>0.9595232639753107</c:v>
              </c:pt>
              <c:pt idx="3281">
                <c:v>0.9466391359617864</c:v>
              </c:pt>
              <c:pt idx="3282">
                <c:v>0.9497161848301872</c:v>
              </c:pt>
              <c:pt idx="3283">
                <c:v>0.9728500683671201</c:v>
              </c:pt>
              <c:pt idx="3284">
                <c:v>0.9719205044631877</c:v>
              </c:pt>
              <c:pt idx="3285">
                <c:v>0.9734934579027282</c:v>
              </c:pt>
              <c:pt idx="3286">
                <c:v>0.9693066217009507</c:v>
              </c:pt>
              <c:pt idx="3287">
                <c:v>0.8811249657891222</c:v>
              </c:pt>
              <c:pt idx="3288">
                <c:v>0.87563903683237</c:v>
              </c:pt>
              <c:pt idx="3289">
                <c:v>0.8803108868423736</c:v>
              </c:pt>
              <c:pt idx="3290">
                <c:v>0.8851586484839745</c:v>
              </c:pt>
              <c:pt idx="3291">
                <c:v>0.9017002238241285</c:v>
              </c:pt>
              <c:pt idx="3292">
                <c:v>0.9738870462457859</c:v>
              </c:pt>
              <c:pt idx="3293">
                <c:v>0.9702247527578258</c:v>
              </c:pt>
              <c:pt idx="3294">
                <c:v>0.9650269481811816</c:v>
              </c:pt>
              <c:pt idx="3295">
                <c:v>0.9632166394976373</c:v>
              </c:pt>
              <c:pt idx="3296">
                <c:v>0.9910656297773716</c:v>
              </c:pt>
              <c:pt idx="3297">
                <c:v>0.9522047968376803</c:v>
              </c:pt>
              <c:pt idx="3298">
                <c:v>0.9357010556655291</c:v>
              </c:pt>
              <c:pt idx="3299">
                <c:v>0.9801685250331803</c:v>
              </c:pt>
              <c:pt idx="3300">
                <c:v>0.9375457932341088</c:v>
              </c:pt>
              <c:pt idx="3301">
                <c:v>0.9452261207918615</c:v>
              </c:pt>
              <c:pt idx="3302">
                <c:v>0.9649065530211132</c:v>
              </c:pt>
              <c:pt idx="3303">
                <c:v>0.9619010955447392</c:v>
              </c:pt>
              <c:pt idx="3304">
                <c:v>0.9653540423271485</c:v>
              </c:pt>
              <c:pt idx="3305">
                <c:v>0.9215110931429198</c:v>
              </c:pt>
              <c:pt idx="3306">
                <c:v>0.9152097489717443</c:v>
              </c:pt>
              <c:pt idx="3307">
                <c:v>0.8921688782512707</c:v>
              </c:pt>
              <c:pt idx="3308">
                <c:v>0.960142472108931</c:v>
              </c:pt>
              <c:pt idx="3309">
                <c:v>0.9769252685785159</c:v>
              </c:pt>
              <c:pt idx="3310">
                <c:v>0.9799153515032407</c:v>
              </c:pt>
              <c:pt idx="3311">
                <c:v>0.9944570922058052</c:v>
              </c:pt>
              <c:pt idx="3312">
                <c:v>0.9331028693952664</c:v>
              </c:pt>
              <c:pt idx="3313">
                <c:v>0.9298336580128354</c:v>
              </c:pt>
              <c:pt idx="3314">
                <c:v>0.9289927614480782</c:v>
              </c:pt>
              <c:pt idx="3315">
                <c:v>0.9287892779673685</c:v>
              </c:pt>
              <c:pt idx="3316">
                <c:v>0.9790508942622536</c:v>
              </c:pt>
              <c:pt idx="3317">
                <c:v>0.9750576543007954</c:v>
              </c:pt>
              <c:pt idx="3318">
                <c:v>0.9769437940109271</c:v>
              </c:pt>
              <c:pt idx="3319">
                <c:v>0.9004523275237648</c:v>
              </c:pt>
              <c:pt idx="3320">
                <c:v>0.9003297420888726</c:v>
              </c:pt>
              <c:pt idx="3321">
                <c:v>0.961583841349109</c:v>
              </c:pt>
              <c:pt idx="3322">
                <c:v>0.965186254061288</c:v>
              </c:pt>
              <c:pt idx="3323">
                <c:v>0.9714013883023996</c:v>
              </c:pt>
              <c:pt idx="3324">
                <c:v>0.8970368828940793</c:v>
              </c:pt>
              <c:pt idx="3325">
                <c:v>0.9063874151267487</c:v>
              </c:pt>
              <c:pt idx="3326">
                <c:v>0.8420924856092066</c:v>
              </c:pt>
              <c:pt idx="3327">
                <c:v>0.9124038085998827</c:v>
              </c:pt>
              <c:pt idx="3328">
                <c:v>0.910859558442842</c:v>
              </c:pt>
              <c:pt idx="3329">
                <c:v>0.9185547306718737</c:v>
              </c:pt>
              <c:pt idx="3330">
                <c:v>0.8539764953191303</c:v>
              </c:pt>
              <c:pt idx="3331">
                <c:v>0.8993255922052459</c:v>
              </c:pt>
              <c:pt idx="3332">
                <c:v>0.9490908087578127</c:v>
              </c:pt>
              <c:pt idx="3333">
                <c:v>0.9552155540435843</c:v>
              </c:pt>
              <c:pt idx="3334">
                <c:v>0.9481251278304338</c:v>
              </c:pt>
              <c:pt idx="3335">
                <c:v>0.896382803412109</c:v>
              </c:pt>
              <c:pt idx="3336">
                <c:v>0.8974889622811228</c:v>
              </c:pt>
              <c:pt idx="3337">
                <c:v>0.8967756377636587</c:v>
              </c:pt>
              <c:pt idx="3338">
                <c:v>0.9262543176330906</c:v>
              </c:pt>
              <c:pt idx="3339">
                <c:v>0.9007472128289344</c:v>
              </c:pt>
              <c:pt idx="3340">
                <c:v>0.9002970005962914</c:v>
              </c:pt>
              <c:pt idx="3341">
                <c:v>0.9081455878790596</c:v>
              </c:pt>
              <c:pt idx="3342">
                <c:v>0.9407124747237305</c:v>
              </c:pt>
              <c:pt idx="3343">
                <c:v>0.9465797627914381</c:v>
              </c:pt>
              <c:pt idx="3344">
                <c:v>0.951084042421962</c:v>
              </c:pt>
              <c:pt idx="3345">
                <c:v>0.9380314105898672</c:v>
              </c:pt>
              <c:pt idx="3346">
                <c:v>0.8654351458179754</c:v>
              </c:pt>
              <c:pt idx="3347">
                <c:v>0.8631130487058895</c:v>
              </c:pt>
              <c:pt idx="3348">
                <c:v>0.8605401980587762</c:v>
              </c:pt>
              <c:pt idx="3349">
                <c:v>0.8513638922022498</c:v>
              </c:pt>
              <c:pt idx="3350">
                <c:v>0.8544093855216273</c:v>
              </c:pt>
              <c:pt idx="3351">
                <c:v>0.8806829928089358</c:v>
              </c:pt>
              <c:pt idx="3352">
                <c:v>0.9229604849420592</c:v>
              </c:pt>
              <c:pt idx="3353">
                <c:v>0.9304463019262609</c:v>
              </c:pt>
              <c:pt idx="3354">
                <c:v>0.9320598039155454</c:v>
              </c:pt>
              <c:pt idx="3355">
                <c:v>0.8741484577155043</c:v>
              </c:pt>
              <c:pt idx="3356">
                <c:v>0.8964988822214808</c:v>
              </c:pt>
              <c:pt idx="3357">
                <c:v>0.9039187400952339</c:v>
              </c:pt>
              <c:pt idx="3358">
                <c:v>0.9939843385763821</c:v>
              </c:pt>
              <c:pt idx="3359">
                <c:v>1.0047688388123652</c:v>
              </c:pt>
              <c:pt idx="3360">
                <c:v>0.9928749536461913</c:v>
              </c:pt>
              <c:pt idx="3361">
                <c:v>1.007128339092477</c:v>
              </c:pt>
              <c:pt idx="3362">
                <c:v>0.9155393997292126</c:v>
              </c:pt>
              <c:pt idx="3363">
                <c:v>0.9127668023921839</c:v>
              </c:pt>
              <c:pt idx="3364">
                <c:v>0.9221590483062421</c:v>
              </c:pt>
              <c:pt idx="3365">
                <c:v>0.925441802731299</c:v>
              </c:pt>
              <c:pt idx="3366">
                <c:v>0.9394860061590944</c:v>
              </c:pt>
              <c:pt idx="3367">
                <c:v>0.9587812839431754</c:v>
              </c:pt>
              <c:pt idx="3368">
                <c:v>0.9559602071253847</c:v>
              </c:pt>
              <c:pt idx="3369">
                <c:v>0.9256879751873903</c:v>
              </c:pt>
              <c:pt idx="3370">
                <c:v>0.8487308057859424</c:v>
              </c:pt>
              <c:pt idx="3371">
                <c:v>0.847377439545902</c:v>
              </c:pt>
              <c:pt idx="3372">
                <c:v>0.9156997508276429</c:v>
              </c:pt>
              <c:pt idx="3373">
                <c:v>0.9086081848120917</c:v>
              </c:pt>
              <c:pt idx="3374">
                <c:v>0.9128649771140562</c:v>
              </c:pt>
              <c:pt idx="3375">
                <c:v>0.8973591074611407</c:v>
              </c:pt>
              <c:pt idx="3376">
                <c:v>0.8971602613655398</c:v>
              </c:pt>
              <c:pt idx="3377">
                <c:v>0.9133374660234924</c:v>
              </c:pt>
              <c:pt idx="3378">
                <c:v>0.8428033108291505</c:v>
              </c:pt>
              <c:pt idx="3379">
                <c:v>0.8203540912954719</c:v>
              </c:pt>
              <c:pt idx="3380">
                <c:v>0.8301918649373192</c:v>
              </c:pt>
              <c:pt idx="3381">
                <c:v>0.8106146604376777</c:v>
              </c:pt>
              <c:pt idx="3382">
                <c:v>0.9258653374483082</c:v>
              </c:pt>
              <c:pt idx="3383">
                <c:v>0.821486860098462</c:v>
              </c:pt>
              <c:pt idx="3384">
                <c:v>0.9633228279332066</c:v>
              </c:pt>
              <c:pt idx="3385">
                <c:v>0.779774755607173</c:v>
              </c:pt>
              <c:pt idx="3386">
                <c:v>0.9310635003499915</c:v>
              </c:pt>
              <c:pt idx="3387">
                <c:v>0.9286009857560215</c:v>
              </c:pt>
              <c:pt idx="3388">
                <c:v>0.9327678460915468</c:v>
              </c:pt>
              <c:pt idx="3389">
                <c:v>0.9238791017816431</c:v>
              </c:pt>
              <c:pt idx="3390">
                <c:v>0.9194397606041296</c:v>
              </c:pt>
              <c:pt idx="3391">
                <c:v>0.9162077547542035</c:v>
              </c:pt>
              <c:pt idx="3392">
                <c:v>0.9432591649428902</c:v>
              </c:pt>
              <c:pt idx="3393">
                <c:v>0.8469598219071268</c:v>
              </c:pt>
              <c:pt idx="3394">
                <c:v>0.9412071051166069</c:v>
              </c:pt>
              <c:pt idx="3395">
                <c:v>0.9332481121699889</c:v>
              </c:pt>
              <c:pt idx="3396">
                <c:v>0.9429105126899524</c:v>
              </c:pt>
              <c:pt idx="3397">
                <c:v>0.8911238188958925</c:v>
              </c:pt>
              <c:pt idx="3398">
                <c:v>0.9777414922884965</c:v>
              </c:pt>
              <c:pt idx="3399">
                <c:v>0.9018384380726158</c:v>
              </c:pt>
              <c:pt idx="3400">
                <c:v>0.8835393057207838</c:v>
              </c:pt>
              <c:pt idx="3401">
                <c:v>0.8789128852667026</c:v>
              </c:pt>
              <c:pt idx="3402">
                <c:v>0.9893865942992235</c:v>
              </c:pt>
              <c:pt idx="3403">
                <c:v>0.9576303512577055</c:v>
              </c:pt>
              <c:pt idx="3404">
                <c:v>0.9713186803068417</c:v>
              </c:pt>
              <c:pt idx="3405">
                <c:v>1.00426351342881</c:v>
              </c:pt>
              <c:pt idx="3406">
                <c:v>1.0134378851772488</c:v>
              </c:pt>
              <c:pt idx="3407">
                <c:v>1.0140004438609656</c:v>
              </c:pt>
              <c:pt idx="3408">
                <c:v>1.0036795703015282</c:v>
              </c:pt>
              <c:pt idx="3409">
                <c:v>0.8809487116254173</c:v>
              </c:pt>
              <c:pt idx="3410">
                <c:v>0.8773930359698003</c:v>
              </c:pt>
              <c:pt idx="3411">
                <c:v>0.8823600003201827</c:v>
              </c:pt>
              <c:pt idx="3412">
                <c:v>0.9417005493567214</c:v>
              </c:pt>
              <c:pt idx="3413">
                <c:v>0.9303422923287928</c:v>
              </c:pt>
              <c:pt idx="3414">
                <c:v>0.9405118894782</c:v>
              </c:pt>
              <c:pt idx="3415">
                <c:v>0.9397026803451444</c:v>
              </c:pt>
              <c:pt idx="3416">
                <c:v>0.9453179208038441</c:v>
              </c:pt>
              <c:pt idx="3417">
                <c:v>0.9606762161585712</c:v>
              </c:pt>
              <c:pt idx="3418">
                <c:v>0.9601995981307452</c:v>
              </c:pt>
              <c:pt idx="3419">
                <c:v>0.9603289052033079</c:v>
              </c:pt>
              <c:pt idx="3420">
                <c:v>0.962545032665298</c:v>
              </c:pt>
              <c:pt idx="3421">
                <c:v>0.9357970667782495</c:v>
              </c:pt>
              <c:pt idx="3422">
                <c:v>0.944608655296777</c:v>
              </c:pt>
              <c:pt idx="3423">
                <c:v>0.9720345722879151</c:v>
              </c:pt>
              <c:pt idx="3424">
                <c:v>0.9447939524072685</c:v>
              </c:pt>
              <c:pt idx="3425">
                <c:v>0.996384233704582</c:v>
              </c:pt>
              <c:pt idx="3426">
                <c:v>0.9977232958772697</c:v>
              </c:pt>
              <c:pt idx="3427">
                <c:v>0.9981877432089047</c:v>
              </c:pt>
              <c:pt idx="3428">
                <c:v>0.9948505707338616</c:v>
              </c:pt>
              <c:pt idx="3429">
                <c:v>0.9503376769521084</c:v>
              </c:pt>
              <c:pt idx="3430">
                <c:v>0.962167751425641</c:v>
              </c:pt>
              <c:pt idx="3431">
                <c:v>0.9260566028145699</c:v>
              </c:pt>
              <c:pt idx="3432">
                <c:v>0.957664922816021</c:v>
              </c:pt>
              <c:pt idx="3433">
                <c:v>0.9633529712134127</c:v>
              </c:pt>
              <c:pt idx="3434">
                <c:v>0.9645153721969797</c:v>
              </c:pt>
              <c:pt idx="3435">
                <c:v>0.9681017236617512</c:v>
              </c:pt>
              <c:pt idx="3436">
                <c:v>0.9383956501790915</c:v>
              </c:pt>
              <c:pt idx="3437">
                <c:v>0.933562599909026</c:v>
              </c:pt>
              <c:pt idx="3438">
                <c:v>0.8624079260947789</c:v>
              </c:pt>
              <c:pt idx="3439">
                <c:v>0.8783812208188907</c:v>
              </c:pt>
              <c:pt idx="3440">
                <c:v>0.9243085990294504</c:v>
              </c:pt>
              <c:pt idx="3441">
                <c:v>0.9686022545082891</c:v>
              </c:pt>
              <c:pt idx="3442">
                <c:v>0.8991211987634191</c:v>
              </c:pt>
              <c:pt idx="3443">
                <c:v>0.9043331196018048</c:v>
              </c:pt>
              <c:pt idx="3444">
                <c:v>0.9730448102738807</c:v>
              </c:pt>
              <c:pt idx="3445">
                <c:v>0.9480059138635627</c:v>
              </c:pt>
              <c:pt idx="3446">
                <c:v>0.9456913518746194</c:v>
              </c:pt>
              <c:pt idx="3447">
                <c:v>0.9597603781260363</c:v>
              </c:pt>
              <c:pt idx="3448">
                <c:v>0.9334474353253785</c:v>
              </c:pt>
              <c:pt idx="3449">
                <c:v>0.9327864513577244</c:v>
              </c:pt>
              <c:pt idx="3450">
                <c:v>0.9437869734024273</c:v>
              </c:pt>
              <c:pt idx="3451">
                <c:v>0.9462489357870784</c:v>
              </c:pt>
              <c:pt idx="3452">
                <c:v>0.9362150138416191</c:v>
              </c:pt>
              <c:pt idx="3453">
                <c:v>0.9985356205426353</c:v>
              </c:pt>
              <c:pt idx="3454">
                <c:v>0.9505354915116757</c:v>
              </c:pt>
              <c:pt idx="3455">
                <c:v>0.9507968498440719</c:v>
              </c:pt>
              <c:pt idx="3456">
                <c:v>0.9545545935439687</c:v>
              </c:pt>
              <c:pt idx="3457">
                <c:v>0.9681617945193984</c:v>
              </c:pt>
              <c:pt idx="3458">
                <c:v>0.9260715039729539</c:v>
              </c:pt>
              <c:pt idx="3459">
                <c:v>0.9317330431826685</c:v>
              </c:pt>
              <c:pt idx="3460">
                <c:v>0.9415854859871442</c:v>
              </c:pt>
              <c:pt idx="3461">
                <c:v>0.9692660925447245</c:v>
              </c:pt>
              <c:pt idx="3462">
                <c:v>0.9305425412707267</c:v>
              </c:pt>
              <c:pt idx="3463">
                <c:v>0.9391526057270669</c:v>
              </c:pt>
              <c:pt idx="3464">
                <c:v>0.9697450408174608</c:v>
              </c:pt>
              <c:pt idx="3465">
                <c:v>0.9799604204049757</c:v>
              </c:pt>
              <c:pt idx="3466">
                <c:v>0.9776451032626601</c:v>
              </c:pt>
              <c:pt idx="3467">
                <c:v>0.9708848810466568</c:v>
              </c:pt>
              <c:pt idx="3468">
                <c:v>0.9140887868623269</c:v>
              </c:pt>
              <c:pt idx="3469">
                <c:v>0.9151092267500793</c:v>
              </c:pt>
              <c:pt idx="3470">
                <c:v>0.9151623707124829</c:v>
              </c:pt>
              <c:pt idx="3471">
                <c:v>0.9218361579251491</c:v>
              </c:pt>
              <c:pt idx="3472">
                <c:v>0.9385845814260739</c:v>
              </c:pt>
              <c:pt idx="3473">
                <c:v>0.9445771148976809</c:v>
              </c:pt>
              <c:pt idx="3474">
                <c:v>0.9366353284348303</c:v>
              </c:pt>
              <c:pt idx="3475">
                <c:v>0.9138080327162096</c:v>
              </c:pt>
              <c:pt idx="3476">
                <c:v>0.9401540012596005</c:v>
              </c:pt>
              <c:pt idx="3477">
                <c:v>0.9398229584289587</c:v>
              </c:pt>
              <c:pt idx="3478">
                <c:v>0.9388745987376151</c:v>
              </c:pt>
              <c:pt idx="3479">
                <c:v>0.9380222910165807</c:v>
              </c:pt>
              <c:pt idx="3480">
                <c:v>0.9945801563327719</c:v>
              </c:pt>
              <c:pt idx="3481">
                <c:v>0.9581915905012109</c:v>
              </c:pt>
              <c:pt idx="3482">
                <c:v>0.9339633290018292</c:v>
              </c:pt>
              <c:pt idx="3483">
                <c:v>0.7487408219422936</c:v>
              </c:pt>
              <c:pt idx="3484">
                <c:v>0.7123481793071961</c:v>
              </c:pt>
              <c:pt idx="3485">
                <c:v>0.8753637018875551</c:v>
              </c:pt>
              <c:pt idx="3486">
                <c:v>0.8450524123166526</c:v>
              </c:pt>
              <c:pt idx="3487">
                <c:v>0.8887492936245533</c:v>
              </c:pt>
              <c:pt idx="3488">
                <c:v>0.9574478685021997</c:v>
              </c:pt>
              <c:pt idx="3489">
                <c:v>0.9192553065015054</c:v>
              </c:pt>
              <c:pt idx="3490">
                <c:v>0.9329230572504524</c:v>
              </c:pt>
              <c:pt idx="3491">
                <c:v>0.9330325937119351</c:v>
              </c:pt>
              <c:pt idx="3492">
                <c:v>0.9567434578449789</c:v>
              </c:pt>
              <c:pt idx="3493">
                <c:v>0.9510456286727412</c:v>
              </c:pt>
              <c:pt idx="3494">
                <c:v>0.9585880030818091</c:v>
              </c:pt>
              <c:pt idx="3495">
                <c:v>0.9549628881241765</c:v>
              </c:pt>
              <c:pt idx="3496">
                <c:v>0.9609856109590501</c:v>
              </c:pt>
              <c:pt idx="3497">
                <c:v>0.9645445368373344</c:v>
              </c:pt>
              <c:pt idx="3498">
                <c:v>0.9551172997576959</c:v>
              </c:pt>
              <c:pt idx="3499">
                <c:v>0.9430704255522562</c:v>
              </c:pt>
              <c:pt idx="3500">
                <c:v>0.8552125714337611</c:v>
              </c:pt>
              <c:pt idx="3501">
                <c:v>0.8910096530415055</c:v>
              </c:pt>
              <c:pt idx="3502">
                <c:v>0.9868368343567262</c:v>
              </c:pt>
              <c:pt idx="3503">
                <c:v>0.9866285775314105</c:v>
              </c:pt>
              <c:pt idx="3504">
                <c:v>0.9869038550873698</c:v>
              </c:pt>
              <c:pt idx="3505">
                <c:v>0.9843756304790996</c:v>
              </c:pt>
              <c:pt idx="3506">
                <c:v>0.9803370037170445</c:v>
              </c:pt>
              <c:pt idx="3507">
                <c:v>0.95092084077755</c:v>
              </c:pt>
              <c:pt idx="3508">
                <c:v>0.9481775101426962</c:v>
              </c:pt>
              <c:pt idx="3509">
                <c:v>0.9385482934349165</c:v>
              </c:pt>
              <c:pt idx="3510">
                <c:v>0.9088347503480215</c:v>
              </c:pt>
              <c:pt idx="3511">
                <c:v>0.9185689030978238</c:v>
              </c:pt>
              <c:pt idx="3512">
                <c:v>0.9309431611508956</c:v>
              </c:pt>
              <c:pt idx="3513">
                <c:v>0.9715923264908616</c:v>
              </c:pt>
              <c:pt idx="3514">
                <c:v>0.9713141155483176</c:v>
              </c:pt>
              <c:pt idx="3515">
                <c:v>0.892788082912437</c:v>
              </c:pt>
              <c:pt idx="3516">
                <c:v>0.9950828131410285</c:v>
              </c:pt>
              <c:pt idx="3517">
                <c:v>0.9888395993285637</c:v>
              </c:pt>
              <c:pt idx="3518">
                <c:v>0.8562139994789625</c:v>
              </c:pt>
              <c:pt idx="3519">
                <c:v>0.939992569083914</c:v>
              </c:pt>
              <c:pt idx="3520">
                <c:v>0.9144737619618698</c:v>
              </c:pt>
              <c:pt idx="3521">
                <c:v>0.9100695771271219</c:v>
              </c:pt>
              <c:pt idx="3522">
                <c:v>0.9187726186636938</c:v>
              </c:pt>
              <c:pt idx="3523">
                <c:v>0.896863849915221</c:v>
              </c:pt>
              <c:pt idx="3524">
                <c:v>0.9163068360945583</c:v>
              </c:pt>
              <c:pt idx="3525">
                <c:v>0.91014970020962</c:v>
              </c:pt>
              <c:pt idx="3526">
                <c:v>0.9479761694815401</c:v>
              </c:pt>
              <c:pt idx="3527">
                <c:v>0.9302451128735909</c:v>
              </c:pt>
              <c:pt idx="3528">
                <c:v>0.9190319217564622</c:v>
              </c:pt>
              <c:pt idx="3529">
                <c:v>0.9246943339168432</c:v>
              </c:pt>
              <c:pt idx="3530">
                <c:v>0.9210559018638065</c:v>
              </c:pt>
              <c:pt idx="3531">
                <c:v>0.8403582493865432</c:v>
              </c:pt>
              <c:pt idx="3532">
                <c:v>0.8774762212498446</c:v>
              </c:pt>
              <c:pt idx="3533">
                <c:v>0.8622091861602396</c:v>
              </c:pt>
              <c:pt idx="3534">
                <c:v>0.9320109058226624</c:v>
              </c:pt>
              <c:pt idx="3535">
                <c:v>0.827547105135289</c:v>
              </c:pt>
              <c:pt idx="3536">
                <c:v>0.8122352968326555</c:v>
              </c:pt>
              <c:pt idx="3537">
                <c:v>0.8116838563946329</c:v>
              </c:pt>
              <c:pt idx="3538">
                <c:v>0.787536981309918</c:v>
              </c:pt>
              <c:pt idx="3539">
                <c:v>0.9416187859271776</c:v>
              </c:pt>
              <c:pt idx="3540">
                <c:v>0.8493846539558055</c:v>
              </c:pt>
              <c:pt idx="3541">
                <c:v>0.8809987253322309</c:v>
              </c:pt>
              <c:pt idx="3542">
                <c:v>0.9192130338491739</c:v>
              </c:pt>
              <c:pt idx="3543">
                <c:v>1.0059015412425172</c:v>
              </c:pt>
              <c:pt idx="3544">
                <c:v>0.921621121314345</c:v>
              </c:pt>
              <c:pt idx="3545">
                <c:v>0.8656065540927581</c:v>
              </c:pt>
              <c:pt idx="3546">
                <c:v>0.8468317145363704</c:v>
              </c:pt>
              <c:pt idx="3547">
                <c:v>0.9304774438997421</c:v>
              </c:pt>
              <c:pt idx="3548">
                <c:v>0.919140894707733</c:v>
              </c:pt>
              <c:pt idx="3549">
                <c:v>0.8015038230153024</c:v>
              </c:pt>
              <c:pt idx="3550">
                <c:v>0.9367386300264648</c:v>
              </c:pt>
              <c:pt idx="3551">
                <c:v>0.8853705965808485</c:v>
              </c:pt>
              <c:pt idx="3552">
                <c:v>0.9232790161135799</c:v>
              </c:pt>
              <c:pt idx="3553">
                <c:v>0.8834066143309203</c:v>
              </c:pt>
              <c:pt idx="3554">
                <c:v>0.8585678895731308</c:v>
              </c:pt>
              <c:pt idx="3555">
                <c:v>0.9409306197015035</c:v>
              </c:pt>
              <c:pt idx="3556">
                <c:v>0.9470419590774096</c:v>
              </c:pt>
              <c:pt idx="3557">
                <c:v>0.7786194609559027</c:v>
              </c:pt>
              <c:pt idx="3558">
                <c:v>0.9374912514078281</c:v>
              </c:pt>
              <c:pt idx="3559">
                <c:v>0.9515828786083743</c:v>
              </c:pt>
              <c:pt idx="3560">
                <c:v>0.8403406360134718</c:v>
              </c:pt>
              <c:pt idx="3561">
                <c:v>0.9865586718936298</c:v>
              </c:pt>
              <c:pt idx="3562">
                <c:v>0.9315423048708762</c:v>
              </c:pt>
              <c:pt idx="3563">
                <c:v>0.9737245863091801</c:v>
              </c:pt>
              <c:pt idx="3564">
                <c:v>0.9693310706734003</c:v>
              </c:pt>
              <c:pt idx="3565">
                <c:v>0.9334058779204327</c:v>
              </c:pt>
              <c:pt idx="3566">
                <c:v>0.8896781477047134</c:v>
              </c:pt>
              <c:pt idx="3567">
                <c:v>0.9556454735053268</c:v>
              </c:pt>
              <c:pt idx="3568">
                <c:v>0.9902988845268125</c:v>
              </c:pt>
              <c:pt idx="3569">
                <c:v>0.9371423262520732</c:v>
              </c:pt>
              <c:pt idx="3570">
                <c:v>0.9127614541069653</c:v>
              </c:pt>
              <c:pt idx="3571">
                <c:v>0.9076523899511321</c:v>
              </c:pt>
              <c:pt idx="3572">
                <c:v>0.9582546182587224</c:v>
              </c:pt>
              <c:pt idx="3573">
                <c:v>0.923526225847414</c:v>
              </c:pt>
              <c:pt idx="3574">
                <c:v>0.9870295688266615</c:v>
              </c:pt>
              <c:pt idx="3575">
                <c:v>0.9908980856989819</c:v>
              </c:pt>
              <c:pt idx="3576">
                <c:v>0.9591908266031731</c:v>
              </c:pt>
              <c:pt idx="3577">
                <c:v>0.9583528490621992</c:v>
              </c:pt>
            </c:numLit>
          </c:xVal>
          <c:yVal>
            <c:numLit>
              <c:formatCode>0.00</c:formatCode>
              <c:ptCount val="3578"/>
              <c:pt idx="0">
                <c:v>0.03138864919209466</c:v>
              </c:pt>
              <c:pt idx="1">
                <c:v>-0.04916359039983928</c:v>
              </c:pt>
              <c:pt idx="2">
                <c:v>0.012321730227652754</c:v>
              </c:pt>
              <c:pt idx="3">
                <c:v>0.08284578222480238</c:v>
              </c:pt>
              <c:pt idx="4">
                <c:v>0.11397446926514365</c:v>
              </c:pt>
              <c:pt idx="5">
                <c:v>0.0820821309782638</c:v>
              </c:pt>
              <c:pt idx="6">
                <c:v>0.10830530808740593</c:v>
              </c:pt>
              <c:pt idx="7">
                <c:v>0.08033784063333568</c:v>
              </c:pt>
              <c:pt idx="8">
                <c:v>0.08019269430518713</c:v>
              </c:pt>
              <c:pt idx="9">
                <c:v>0.0729126851038331</c:v>
              </c:pt>
              <c:pt idx="10">
                <c:v>0.07481890035050218</c:v>
              </c:pt>
              <c:pt idx="11">
                <c:v>0.016710647098512686</c:v>
              </c:pt>
              <c:pt idx="12">
                <c:v>0.005850397625024156</c:v>
              </c:pt>
              <c:pt idx="13">
                <c:v>0.004845394697595108</c:v>
              </c:pt>
              <c:pt idx="14">
                <c:v>0.01714294561694967</c:v>
              </c:pt>
              <c:pt idx="15">
                <c:v>0.020382318647697274</c:v>
              </c:pt>
              <c:pt idx="16">
                <c:v>-0.060301401631910376</c:v>
              </c:pt>
              <c:pt idx="17">
                <c:v>-0.05722096055551704</c:v>
              </c:pt>
              <c:pt idx="18">
                <c:v>-0.0237387642445233</c:v>
              </c:pt>
              <c:pt idx="19">
                <c:v>0.030930593782562146</c:v>
              </c:pt>
              <c:pt idx="20">
                <c:v>-0.055033220639854594</c:v>
              </c:pt>
              <c:pt idx="21">
                <c:v>0.044908261102689084</c:v>
              </c:pt>
              <c:pt idx="22">
                <c:v>0.04429436752256586</c:v>
              </c:pt>
              <c:pt idx="23">
                <c:v>0.02391042032125079</c:v>
              </c:pt>
              <c:pt idx="24">
                <c:v>0.042393283223937275</c:v>
              </c:pt>
              <c:pt idx="25">
                <c:v>0.04283249533179135</c:v>
              </c:pt>
              <c:pt idx="26">
                <c:v>0.04102677559299539</c:v>
              </c:pt>
              <c:pt idx="27">
                <c:v>0.04344608357188056</c:v>
              </c:pt>
              <c:pt idx="28">
                <c:v>0.03388813873637776</c:v>
              </c:pt>
              <c:pt idx="29">
                <c:v>0.03582202688012241</c:v>
              </c:pt>
              <c:pt idx="30">
                <c:v>0.0333826718858626</c:v>
              </c:pt>
              <c:pt idx="31">
                <c:v>0.03571424677036039</c:v>
              </c:pt>
              <c:pt idx="32">
                <c:v>0.03823553214807442</c:v>
              </c:pt>
              <c:pt idx="33">
                <c:v>0.03771950843625679</c:v>
              </c:pt>
              <c:pt idx="34">
                <c:v>0.023577493065562203</c:v>
              </c:pt>
              <c:pt idx="35">
                <c:v>0.021275066106124948</c:v>
              </c:pt>
              <c:pt idx="36">
                <c:v>0.03143357844353119</c:v>
              </c:pt>
              <c:pt idx="37">
                <c:v>0.029595603202734955</c:v>
              </c:pt>
              <c:pt idx="38">
                <c:v>0.0520903504388189</c:v>
              </c:pt>
              <c:pt idx="39">
                <c:v>0.06762435733996176</c:v>
              </c:pt>
              <c:pt idx="40">
                <c:v>0.05064908360133395</c:v>
              </c:pt>
              <c:pt idx="41">
                <c:v>0.05024547062621091</c:v>
              </c:pt>
              <c:pt idx="42">
                <c:v>0.0674430935947222</c:v>
              </c:pt>
              <c:pt idx="43">
                <c:v>0.06115489228040864</c:v>
              </c:pt>
              <c:pt idx="44">
                <c:v>0.05888811917015427</c:v>
              </c:pt>
              <c:pt idx="45">
                <c:v>0.014438551944547292</c:v>
              </c:pt>
              <c:pt idx="46">
                <c:v>0.01032083938101317</c:v>
              </c:pt>
              <c:pt idx="47">
                <c:v>0.00987062604805244</c:v>
              </c:pt>
              <c:pt idx="48">
                <c:v>-0.007007171030012052</c:v>
              </c:pt>
              <c:pt idx="49">
                <c:v>-0.006824262316494205</c:v>
              </c:pt>
              <c:pt idx="50">
                <c:v>-0.007749331487473039</c:v>
              </c:pt>
              <c:pt idx="51">
                <c:v>0.023171041322202303</c:v>
              </c:pt>
              <c:pt idx="52">
                <c:v>0.034796935565174714</c:v>
              </c:pt>
              <c:pt idx="53">
                <c:v>0.020262589755441943</c:v>
              </c:pt>
              <c:pt idx="54">
                <c:v>0.008396505197612952</c:v>
              </c:pt>
              <c:pt idx="55">
                <c:v>0.007745612607566916</c:v>
              </c:pt>
              <c:pt idx="56">
                <c:v>0.004389039013509873</c:v>
              </c:pt>
              <c:pt idx="57">
                <c:v>0.001348738839442188</c:v>
              </c:pt>
              <c:pt idx="58">
                <c:v>0.09910907035602073</c:v>
              </c:pt>
              <c:pt idx="59">
                <c:v>0.0977350047933357</c:v>
              </c:pt>
              <c:pt idx="60">
                <c:v>0.09847943257376471</c:v>
              </c:pt>
              <c:pt idx="61">
                <c:v>0.09861750139578343</c:v>
              </c:pt>
              <c:pt idx="62">
                <c:v>0.06835330279953963</c:v>
              </c:pt>
              <c:pt idx="63">
                <c:v>0.06654094433022949</c:v>
              </c:pt>
              <c:pt idx="64">
                <c:v>0.06650500701843387</c:v>
              </c:pt>
              <c:pt idx="65">
                <c:v>0.022141109365062715</c:v>
              </c:pt>
              <c:pt idx="66">
                <c:v>0.06985517264956038</c:v>
              </c:pt>
              <c:pt idx="67">
                <c:v>0.06181872882766892</c:v>
              </c:pt>
              <c:pt idx="68">
                <c:v>0.07923508321414818</c:v>
              </c:pt>
              <c:pt idx="69">
                <c:v>0.07714801520311557</c:v>
              </c:pt>
              <c:pt idx="70">
                <c:v>0.024072273834953636</c:v>
              </c:pt>
              <c:pt idx="71">
                <c:v>0.02518291061308104</c:v>
              </c:pt>
              <c:pt idx="72">
                <c:v>0.02280777917368227</c:v>
              </c:pt>
              <c:pt idx="73">
                <c:v>0.02009289013161684</c:v>
              </c:pt>
              <c:pt idx="74">
                <c:v>0.019977501781899405</c:v>
              </c:pt>
              <c:pt idx="75">
                <c:v>0.00850929006888053</c:v>
              </c:pt>
              <c:pt idx="76">
                <c:v>0.07042971331282503</c:v>
              </c:pt>
              <c:pt idx="77">
                <c:v>0.06636168689264152</c:v>
              </c:pt>
              <c:pt idx="78">
                <c:v>0.07206979861834356</c:v>
              </c:pt>
              <c:pt idx="79">
                <c:v>0.035649125261727956</c:v>
              </c:pt>
              <c:pt idx="80">
                <c:v>0.04452880021358906</c:v>
              </c:pt>
              <c:pt idx="81">
                <c:v>0.0390521537070469</c:v>
              </c:pt>
              <c:pt idx="82">
                <c:v>0.047701166170277906</c:v>
              </c:pt>
              <c:pt idx="83">
                <c:v>0.003696790437113594</c:v>
              </c:pt>
              <c:pt idx="84">
                <c:v>0.005496058580633723</c:v>
              </c:pt>
              <c:pt idx="85">
                <c:v>0.0064668657264107645</c:v>
              </c:pt>
              <c:pt idx="86">
                <c:v>0.00305515100109992</c:v>
              </c:pt>
              <c:pt idx="87">
                <c:v>0.00043159116792987286</c:v>
              </c:pt>
              <c:pt idx="88">
                <c:v>1.9668821577232967E-08</c:v>
              </c:pt>
              <c:pt idx="89">
                <c:v>0.04288746062362122</c:v>
              </c:pt>
              <c:pt idx="90">
                <c:v>0.02993516627165608</c:v>
              </c:pt>
              <c:pt idx="91">
                <c:v>0.03631785207778736</c:v>
              </c:pt>
              <c:pt idx="92">
                <c:v>0.05030082867118689</c:v>
              </c:pt>
              <c:pt idx="93">
                <c:v>0.052578735312785646</c:v>
              </c:pt>
              <c:pt idx="94">
                <c:v>0.04992829984137862</c:v>
              </c:pt>
              <c:pt idx="95">
                <c:v>0.050120236878891854</c:v>
              </c:pt>
              <c:pt idx="96">
                <c:v>0.05243269164627546</c:v>
              </c:pt>
              <c:pt idx="97">
                <c:v>0.043123587857269025</c:v>
              </c:pt>
              <c:pt idx="98">
                <c:v>0.10077493341880658</c:v>
              </c:pt>
              <c:pt idx="99">
                <c:v>0.07958383352588183</c:v>
              </c:pt>
              <c:pt idx="100">
                <c:v>0.07981356345956671</c:v>
              </c:pt>
              <c:pt idx="101">
                <c:v>0.08570917961612219</c:v>
              </c:pt>
              <c:pt idx="102">
                <c:v>0.10438344365239205</c:v>
              </c:pt>
              <c:pt idx="103">
                <c:v>0.09485292214483958</c:v>
              </c:pt>
              <c:pt idx="104">
                <c:v>0.09525040788961905</c:v>
              </c:pt>
              <c:pt idx="105">
                <c:v>0.08770890357427738</c:v>
              </c:pt>
              <c:pt idx="106">
                <c:v>0.05322256502817696</c:v>
              </c:pt>
              <c:pt idx="107">
                <c:v>0.055143463065171164</c:v>
              </c:pt>
              <c:pt idx="108">
                <c:v>0.06026681060857006</c:v>
              </c:pt>
              <c:pt idx="109">
                <c:v>0.03536828555099604</c:v>
              </c:pt>
              <c:pt idx="110">
                <c:v>0.036552345585139305</c:v>
              </c:pt>
              <c:pt idx="111">
                <c:v>0.0291858390540129</c:v>
              </c:pt>
              <c:pt idx="112">
                <c:v>0.03162612687048133</c:v>
              </c:pt>
              <c:pt idx="113">
                <c:v>0.08597431017863588</c:v>
              </c:pt>
              <c:pt idx="114">
                <c:v>0.05717221663286271</c:v>
              </c:pt>
              <c:pt idx="115">
                <c:v>0.0790312514151399</c:v>
              </c:pt>
              <c:pt idx="116">
                <c:v>0.03695586556648609</c:v>
              </c:pt>
              <c:pt idx="117">
                <c:v>0.029168999369677956</c:v>
              </c:pt>
              <c:pt idx="118">
                <c:v>0.029467901161110553</c:v>
              </c:pt>
              <c:pt idx="119">
                <c:v>-0.0012859080315019637</c:v>
              </c:pt>
              <c:pt idx="120">
                <c:v>-0.0005196542634488149</c:v>
              </c:pt>
              <c:pt idx="121">
                <c:v>-0.002034611106514708</c:v>
              </c:pt>
              <c:pt idx="122">
                <c:v>-0.0016197934940520016</c:v>
              </c:pt>
              <c:pt idx="123">
                <c:v>-0.0022030764622744817</c:v>
              </c:pt>
              <c:pt idx="124">
                <c:v>0.04898758746168618</c:v>
              </c:pt>
              <c:pt idx="125">
                <c:v>0.013492484606019286</c:v>
              </c:pt>
              <c:pt idx="126">
                <c:v>0.015261058844884007</c:v>
              </c:pt>
              <c:pt idx="127">
                <c:v>0.01779419200838267</c:v>
              </c:pt>
              <c:pt idx="128">
                <c:v>0.052273581608036</c:v>
              </c:pt>
              <c:pt idx="129">
                <c:v>0.04985573560024252</c:v>
              </c:pt>
              <c:pt idx="130">
                <c:v>0.010276230337754795</c:v>
              </c:pt>
              <c:pt idx="131">
                <c:v>-0.05839994666992326</c:v>
              </c:pt>
              <c:pt idx="132">
                <c:v>-0.06251822431629298</c:v>
              </c:pt>
              <c:pt idx="133">
                <c:v>-0.04826746569885584</c:v>
              </c:pt>
              <c:pt idx="134">
                <c:v>0.018361390489680763</c:v>
              </c:pt>
              <c:pt idx="135">
                <c:v>0.04598453740872277</c:v>
              </c:pt>
              <c:pt idx="136">
                <c:v>0.007702824334057666</c:v>
              </c:pt>
              <c:pt idx="137">
                <c:v>0.05613056721836868</c:v>
              </c:pt>
              <c:pt idx="138">
                <c:v>0.059220111409104284</c:v>
              </c:pt>
              <c:pt idx="139">
                <c:v>0.05066740890997669</c:v>
              </c:pt>
              <c:pt idx="140">
                <c:v>0.08143164107206752</c:v>
              </c:pt>
              <c:pt idx="141">
                <c:v>0.0756562608683649</c:v>
              </c:pt>
              <c:pt idx="142">
                <c:v>0.049922311376751384</c:v>
              </c:pt>
              <c:pt idx="143">
                <c:v>0.04882394754442222</c:v>
              </c:pt>
              <c:pt idx="144">
                <c:v>0.06795398879279388</c:v>
              </c:pt>
              <c:pt idx="145">
                <c:v>0.06871620095871563</c:v>
              </c:pt>
              <c:pt idx="146">
                <c:v>0.06620612423789438</c:v>
              </c:pt>
              <c:pt idx="147">
                <c:v>0.046350154107342695</c:v>
              </c:pt>
              <c:pt idx="148">
                <c:v>0.04247106100707875</c:v>
              </c:pt>
              <c:pt idx="149">
                <c:v>0.017211734130033757</c:v>
              </c:pt>
              <c:pt idx="150">
                <c:v>0.0050701890877838315</c:v>
              </c:pt>
              <c:pt idx="151">
                <c:v>0.02154356018240427</c:v>
              </c:pt>
              <c:pt idx="152">
                <c:v>0.0074705989313826205</c:v>
              </c:pt>
              <c:pt idx="153">
                <c:v>0.07757448846978607</c:v>
              </c:pt>
              <c:pt idx="154">
                <c:v>0.076942550286635</c:v>
              </c:pt>
              <c:pt idx="155">
                <c:v>0.06908273965405208</c:v>
              </c:pt>
              <c:pt idx="156">
                <c:v>0.06756652641619608</c:v>
              </c:pt>
              <c:pt idx="157">
                <c:v>0.0233945410709162</c:v>
              </c:pt>
              <c:pt idx="158">
                <c:v>0.018755328863190875</c:v>
              </c:pt>
              <c:pt idx="159">
                <c:v>0.021538989108654545</c:v>
              </c:pt>
              <c:pt idx="160">
                <c:v>0.007592395808999387</c:v>
              </c:pt>
              <c:pt idx="161">
                <c:v>0.014040146247772124</c:v>
              </c:pt>
              <c:pt idx="162">
                <c:v>0.05873263345927621</c:v>
              </c:pt>
              <c:pt idx="163">
                <c:v>0.06148798009332887</c:v>
              </c:pt>
              <c:pt idx="164">
                <c:v>0.05686583335915517</c:v>
              </c:pt>
              <c:pt idx="165">
                <c:v>-0.0005983508871800353</c:v>
              </c:pt>
              <c:pt idx="166">
                <c:v>0.005787270745619644</c:v>
              </c:pt>
              <c:pt idx="167">
                <c:v>1.1092968801658306E-07</c:v>
              </c:pt>
              <c:pt idx="168">
                <c:v>1.1066898709753978E-07</c:v>
              </c:pt>
              <c:pt idx="169">
                <c:v>0.044750441406357915</c:v>
              </c:pt>
              <c:pt idx="170">
                <c:v>0.04814941893757192</c:v>
              </c:pt>
              <c:pt idx="171">
                <c:v>0.03908676490709623</c:v>
              </c:pt>
              <c:pt idx="172">
                <c:v>0.05230269791215341</c:v>
              </c:pt>
              <c:pt idx="173">
                <c:v>0.05092289251029988</c:v>
              </c:pt>
              <c:pt idx="174">
                <c:v>0.02456604616029382</c:v>
              </c:pt>
              <c:pt idx="175">
                <c:v>0.024220956403491718</c:v>
              </c:pt>
              <c:pt idx="176">
                <c:v>0.03865759064773203</c:v>
              </c:pt>
              <c:pt idx="177">
                <c:v>0.04347926348978249</c:v>
              </c:pt>
              <c:pt idx="178">
                <c:v>0.03702758661238889</c:v>
              </c:pt>
              <c:pt idx="179">
                <c:v>0.02735242160129755</c:v>
              </c:pt>
              <c:pt idx="180">
                <c:v>0.09276696769206196</c:v>
              </c:pt>
              <c:pt idx="181">
                <c:v>0.09196543668380365</c:v>
              </c:pt>
              <c:pt idx="182">
                <c:v>0.09342533904061284</c:v>
              </c:pt>
              <c:pt idx="183">
                <c:v>0.06903194014217288</c:v>
              </c:pt>
              <c:pt idx="184">
                <c:v>0.07995006183318534</c:v>
              </c:pt>
              <c:pt idx="185">
                <c:v>0.06885500820299917</c:v>
              </c:pt>
              <c:pt idx="186">
                <c:v>0.07507075197952853</c:v>
              </c:pt>
              <c:pt idx="187">
                <c:v>0.03524368217498696</c:v>
              </c:pt>
              <c:pt idx="188">
                <c:v>0.034082334499155896</c:v>
              </c:pt>
              <c:pt idx="189">
                <c:v>0.03444328676978343</c:v>
              </c:pt>
              <c:pt idx="190">
                <c:v>0.001321469273987515</c:v>
              </c:pt>
              <c:pt idx="191">
                <c:v>-0.00157056392067395</c:v>
              </c:pt>
              <c:pt idx="192">
                <c:v>0.02235342952307067</c:v>
              </c:pt>
              <c:pt idx="193">
                <c:v>0.020683553233412172</c:v>
              </c:pt>
              <c:pt idx="194">
                <c:v>0.06875637419389342</c:v>
              </c:pt>
              <c:pt idx="195">
                <c:v>0.047915201412119995</c:v>
              </c:pt>
              <c:pt idx="196">
                <c:v>0.033484935261089074</c:v>
              </c:pt>
              <c:pt idx="197">
                <c:v>0.034055432014735425</c:v>
              </c:pt>
              <c:pt idx="198">
                <c:v>0.005691825120110417</c:v>
              </c:pt>
              <c:pt idx="199">
                <c:v>0.01095398309037827</c:v>
              </c:pt>
              <c:pt idx="200">
                <c:v>1.0310408040207727E-07</c:v>
              </c:pt>
              <c:pt idx="201">
                <c:v>1.0327867985125952E-07</c:v>
              </c:pt>
              <c:pt idx="202">
                <c:v>0.030081504668163235</c:v>
              </c:pt>
              <c:pt idx="203">
                <c:v>0.021370624272035607</c:v>
              </c:pt>
              <c:pt idx="204">
                <c:v>0.018825211705410124</c:v>
              </c:pt>
              <c:pt idx="205">
                <c:v>0.00010858586788312964</c:v>
              </c:pt>
              <c:pt idx="206">
                <c:v>9.325280942356936E-09</c:v>
              </c:pt>
              <c:pt idx="207">
                <c:v>0.06692507409296362</c:v>
              </c:pt>
              <c:pt idx="208">
                <c:v>0.05993315579746156</c:v>
              </c:pt>
              <c:pt idx="209">
                <c:v>0.04919706176580922</c:v>
              </c:pt>
              <c:pt idx="210">
                <c:v>0.011185218549789731</c:v>
              </c:pt>
              <c:pt idx="211">
                <c:v>0.011817379196900147</c:v>
              </c:pt>
              <c:pt idx="212">
                <c:v>0.021431486112578266</c:v>
              </c:pt>
              <c:pt idx="213">
                <c:v>0.006754194812346872</c:v>
              </c:pt>
              <c:pt idx="214">
                <c:v>0.007055285657661892</c:v>
              </c:pt>
              <c:pt idx="215">
                <c:v>0.006715659804993922</c:v>
              </c:pt>
              <c:pt idx="216">
                <c:v>0.011721573793993259</c:v>
              </c:pt>
              <c:pt idx="217">
                <c:v>0.014531670148871433</c:v>
              </c:pt>
              <c:pt idx="218">
                <c:v>0.011425231648551663</c:v>
              </c:pt>
              <c:pt idx="219">
                <c:v>0.01145910268800907</c:v>
              </c:pt>
              <c:pt idx="220">
                <c:v>0.004051306205704984</c:v>
              </c:pt>
              <c:pt idx="221">
                <c:v>0.06415421369930055</c:v>
              </c:pt>
              <c:pt idx="222">
                <c:v>0.0497281562667872</c:v>
              </c:pt>
              <c:pt idx="223">
                <c:v>0.05133738650633323</c:v>
              </c:pt>
              <c:pt idx="224">
                <c:v>0.01747842090377836</c:v>
              </c:pt>
              <c:pt idx="225">
                <c:v>0.027853453396847642</c:v>
              </c:pt>
              <c:pt idx="226">
                <c:v>0.04859675375601642</c:v>
              </c:pt>
              <c:pt idx="227">
                <c:v>0.029199926795101395</c:v>
              </c:pt>
              <c:pt idx="228">
                <c:v>0.02457463617266685</c:v>
              </c:pt>
              <c:pt idx="229">
                <c:v>0.020358838410979213</c:v>
              </c:pt>
              <c:pt idx="230">
                <c:v>0.026870783013648727</c:v>
              </c:pt>
              <c:pt idx="231">
                <c:v>0.025617104233342656</c:v>
              </c:pt>
              <c:pt idx="232">
                <c:v>0.029068065503454765</c:v>
              </c:pt>
              <c:pt idx="233">
                <c:v>0.03350842686256319</c:v>
              </c:pt>
              <c:pt idx="234">
                <c:v>0.02709543097248903</c:v>
              </c:pt>
              <c:pt idx="235">
                <c:v>0.04204912043722647</c:v>
              </c:pt>
              <c:pt idx="236">
                <c:v>0.012282335875120561</c:v>
              </c:pt>
              <c:pt idx="237">
                <c:v>0.02092837252087095</c:v>
              </c:pt>
              <c:pt idx="238">
                <c:v>0.02747688013617922</c:v>
              </c:pt>
              <c:pt idx="239">
                <c:v>1.0914395678122156E-07</c:v>
              </c:pt>
              <c:pt idx="240">
                <c:v>1.1957118799520463E-07</c:v>
              </c:pt>
              <c:pt idx="241">
                <c:v>0.001742985339765287</c:v>
              </c:pt>
              <c:pt idx="242">
                <c:v>0.07288587490505848</c:v>
              </c:pt>
              <c:pt idx="243">
                <c:v>0.07743572702086439</c:v>
              </c:pt>
              <c:pt idx="244">
                <c:v>0.015228186732200978</c:v>
              </c:pt>
              <c:pt idx="245">
                <c:v>0.017702858228442954</c:v>
              </c:pt>
              <c:pt idx="246">
                <c:v>0.02317310773389151</c:v>
              </c:pt>
              <c:pt idx="247">
                <c:v>0.010933413584100358</c:v>
              </c:pt>
              <c:pt idx="248">
                <c:v>0.0775213668559786</c:v>
              </c:pt>
              <c:pt idx="249">
                <c:v>0.06047536781929414</c:v>
              </c:pt>
              <c:pt idx="250">
                <c:v>0.07935211615311744</c:v>
              </c:pt>
              <c:pt idx="251">
                <c:v>0.04253499805889245</c:v>
              </c:pt>
              <c:pt idx="252">
                <c:v>-0.008832859220651166</c:v>
              </c:pt>
              <c:pt idx="253">
                <c:v>-0.008913524280721561</c:v>
              </c:pt>
              <c:pt idx="254">
                <c:v>-0.00866582778382312</c:v>
              </c:pt>
              <c:pt idx="255">
                <c:v>0.059131917775910196</c:v>
              </c:pt>
              <c:pt idx="256">
                <c:v>0.012600286807145032</c:v>
              </c:pt>
              <c:pt idx="257">
                <c:v>0.01600854279189281</c:v>
              </c:pt>
              <c:pt idx="258">
                <c:v>0.018128214611037693</c:v>
              </c:pt>
              <c:pt idx="259">
                <c:v>0.061207778937893316</c:v>
              </c:pt>
              <c:pt idx="260">
                <c:v>0.08982899563114789</c:v>
              </c:pt>
              <c:pt idx="261">
                <c:v>0.080058705268573</c:v>
              </c:pt>
              <c:pt idx="262">
                <c:v>0.0782970549695926</c:v>
              </c:pt>
              <c:pt idx="263">
                <c:v>0.016851969980335654</c:v>
              </c:pt>
              <c:pt idx="264">
                <c:v>0.0207362021140781</c:v>
              </c:pt>
              <c:pt idx="265">
                <c:v>0.05878561143514308</c:v>
              </c:pt>
              <c:pt idx="266">
                <c:v>8.031649683955709E-08</c:v>
              </c:pt>
              <c:pt idx="267">
                <c:v>0.005677723557525832</c:v>
              </c:pt>
              <c:pt idx="268">
                <c:v>7.968326552378145E-08</c:v>
              </c:pt>
              <c:pt idx="269">
                <c:v>0.07895449738240819</c:v>
              </c:pt>
              <c:pt idx="270">
                <c:v>0.07841515083688279</c:v>
              </c:pt>
              <c:pt idx="271">
                <c:v>0.06296939867939245</c:v>
              </c:pt>
              <c:pt idx="272">
                <c:v>-1.313771203009905E-08</c:v>
              </c:pt>
              <c:pt idx="273">
                <c:v>-1.2132236515321263E-08</c:v>
              </c:pt>
              <c:pt idx="274">
                <c:v>-0.0016705796002193971</c:v>
              </c:pt>
              <c:pt idx="275">
                <c:v>0.02777102446753675</c:v>
              </c:pt>
              <c:pt idx="276">
                <c:v>0.00989160698445915</c:v>
              </c:pt>
              <c:pt idx="277">
                <c:v>0.004430332828577602</c:v>
              </c:pt>
              <c:pt idx="278">
                <c:v>0.010788147408471028</c:v>
              </c:pt>
              <c:pt idx="279">
                <c:v>-0.003783508275290932</c:v>
              </c:pt>
              <c:pt idx="280">
                <c:v>0.00957282913959489</c:v>
              </c:pt>
              <c:pt idx="281">
                <c:v>-0.037675693433475</c:v>
              </c:pt>
              <c:pt idx="282">
                <c:v>-0.03640716834114329</c:v>
              </c:pt>
              <c:pt idx="283">
                <c:v>1.2772363230115272E-07</c:v>
              </c:pt>
              <c:pt idx="284">
                <c:v>1.2844395376455028E-07</c:v>
              </c:pt>
              <c:pt idx="285">
                <c:v>0.026833670072313444</c:v>
              </c:pt>
              <c:pt idx="286">
                <c:v>0.08432518784120906</c:v>
              </c:pt>
              <c:pt idx="287">
                <c:v>0.08979678396667673</c:v>
              </c:pt>
              <c:pt idx="288">
                <c:v>0.0909413465468053</c:v>
              </c:pt>
              <c:pt idx="289">
                <c:v>0.06617178071064121</c:v>
              </c:pt>
              <c:pt idx="290">
                <c:v>0.08000015361850286</c:v>
              </c:pt>
              <c:pt idx="291">
                <c:v>0.06977351644346426</c:v>
              </c:pt>
              <c:pt idx="292">
                <c:v>0.04038352516811149</c:v>
              </c:pt>
              <c:pt idx="293">
                <c:v>0.03894049179639459</c:v>
              </c:pt>
              <c:pt idx="294">
                <c:v>0.034395708234587014</c:v>
              </c:pt>
              <c:pt idx="295">
                <c:v>0.0015056044026416368</c:v>
              </c:pt>
              <c:pt idx="296">
                <c:v>0.05162196087077722</c:v>
              </c:pt>
              <c:pt idx="297">
                <c:v>0.051861879601283765</c:v>
              </c:pt>
              <c:pt idx="298">
                <c:v>0.057723733150602086</c:v>
              </c:pt>
              <c:pt idx="299">
                <c:v>0.05387419067320061</c:v>
              </c:pt>
              <c:pt idx="300">
                <c:v>0.06608784459322165</c:v>
              </c:pt>
              <c:pt idx="301">
                <c:v>-0.009045504973094573</c:v>
              </c:pt>
              <c:pt idx="302">
                <c:v>0.02747171656389355</c:v>
              </c:pt>
              <c:pt idx="303">
                <c:v>0.024603533602951932</c:v>
              </c:pt>
              <c:pt idx="304">
                <c:v>0.02826933772493384</c:v>
              </c:pt>
              <c:pt idx="305">
                <c:v>0.030140538115629254</c:v>
              </c:pt>
              <c:pt idx="306">
                <c:v>0.009231018837789</c:v>
              </c:pt>
              <c:pt idx="307">
                <c:v>0.0077813601665750005</c:v>
              </c:pt>
              <c:pt idx="308">
                <c:v>0.009076022898803026</c:v>
              </c:pt>
              <c:pt idx="309">
                <c:v>0.07711492489103336</c:v>
              </c:pt>
              <c:pt idx="310">
                <c:v>0.0679427904981862</c:v>
              </c:pt>
              <c:pt idx="311">
                <c:v>0.05134905610908919</c:v>
              </c:pt>
              <c:pt idx="312">
                <c:v>-0.008148492776056011</c:v>
              </c:pt>
              <c:pt idx="313">
                <c:v>-0.008385199687317997</c:v>
              </c:pt>
              <c:pt idx="314">
                <c:v>-0.007444686004056673</c:v>
              </c:pt>
              <c:pt idx="315">
                <c:v>-0.006945580393061268</c:v>
              </c:pt>
              <c:pt idx="316">
                <c:v>0.019630762271861286</c:v>
              </c:pt>
              <c:pt idx="317">
                <c:v>0.009230950367068887</c:v>
              </c:pt>
              <c:pt idx="318">
                <c:v>1.36718686079906E-07</c:v>
              </c:pt>
              <c:pt idx="319">
                <c:v>0.029732102541244757</c:v>
              </c:pt>
              <c:pt idx="320">
                <c:v>0.0006855586159403748</c:v>
              </c:pt>
              <c:pt idx="321">
                <c:v>0.0025845428949740207</c:v>
              </c:pt>
              <c:pt idx="322">
                <c:v>0.0023439672018600415</c:v>
              </c:pt>
              <c:pt idx="323">
                <c:v>-0.0037349597027109774</c:v>
              </c:pt>
              <c:pt idx="324">
                <c:v>-2.2535312947912497E-08</c:v>
              </c:pt>
              <c:pt idx="325">
                <c:v>-0.0006299509795253792</c:v>
              </c:pt>
              <c:pt idx="326">
                <c:v>-0.003839141397210126</c:v>
              </c:pt>
              <c:pt idx="327">
                <c:v>-0.004591364681214172</c:v>
              </c:pt>
              <c:pt idx="328">
                <c:v>-2.9489685186281845E-08</c:v>
              </c:pt>
              <c:pt idx="329">
                <c:v>0.09703351064722292</c:v>
              </c:pt>
              <c:pt idx="330">
                <c:v>0.0536158214771274</c:v>
              </c:pt>
              <c:pt idx="331">
                <c:v>-0.0031918373375181782</c:v>
              </c:pt>
              <c:pt idx="332">
                <c:v>-0.0026698477421715776</c:v>
              </c:pt>
              <c:pt idx="333">
                <c:v>-0.003548223864819424</c:v>
              </c:pt>
              <c:pt idx="334">
                <c:v>0.0059207888394515774</c:v>
              </c:pt>
              <c:pt idx="335">
                <c:v>-0.0010989006639264814</c:v>
              </c:pt>
              <c:pt idx="336">
                <c:v>0.016590102481295114</c:v>
              </c:pt>
              <c:pt idx="337">
                <c:v>0.017947967109252245</c:v>
              </c:pt>
              <c:pt idx="338">
                <c:v>0.051519058672623574</c:v>
              </c:pt>
              <c:pt idx="339">
                <c:v>0.06279456124911408</c:v>
              </c:pt>
              <c:pt idx="340">
                <c:v>0.060377411269065845</c:v>
              </c:pt>
              <c:pt idx="341">
                <c:v>-0.009175548197808928</c:v>
              </c:pt>
              <c:pt idx="342">
                <c:v>-0.005347634281339246</c:v>
              </c:pt>
              <c:pt idx="343">
                <c:v>-0.008140649282733647</c:v>
              </c:pt>
              <c:pt idx="344">
                <c:v>-0.007874802256851793</c:v>
              </c:pt>
              <c:pt idx="345">
                <c:v>-0.006655844932046405</c:v>
              </c:pt>
              <c:pt idx="346">
                <c:v>0.05800904338954403</c:v>
              </c:pt>
              <c:pt idx="347">
                <c:v>0.0034153613109293456</c:v>
              </c:pt>
              <c:pt idx="348">
                <c:v>0.03635131863384028</c:v>
              </c:pt>
              <c:pt idx="349">
                <c:v>0.045235133607206976</c:v>
              </c:pt>
              <c:pt idx="350">
                <c:v>0.0494919159133263</c:v>
              </c:pt>
              <c:pt idx="351">
                <c:v>-3.898849248529071E-08</c:v>
              </c:pt>
              <c:pt idx="352">
                <c:v>-0.0018152146310762023</c:v>
              </c:pt>
              <c:pt idx="353">
                <c:v>-0.000255252349581879</c:v>
              </c:pt>
              <c:pt idx="354">
                <c:v>-0.0027752123022558735</c:v>
              </c:pt>
              <c:pt idx="355">
                <c:v>-0.0030394006891763287</c:v>
              </c:pt>
              <c:pt idx="356">
                <c:v>0.05394220467119607</c:v>
              </c:pt>
              <c:pt idx="357">
                <c:v>0.05801989104151827</c:v>
              </c:pt>
              <c:pt idx="358">
                <c:v>0.06493310652196445</c:v>
              </c:pt>
              <c:pt idx="359">
                <c:v>0.06817226243842979</c:v>
              </c:pt>
              <c:pt idx="360">
                <c:v>0.06584755868130326</c:v>
              </c:pt>
              <c:pt idx="361">
                <c:v>-0.007978146333631284</c:v>
              </c:pt>
              <c:pt idx="362">
                <c:v>0.04776362742823494</c:v>
              </c:pt>
              <c:pt idx="363">
                <c:v>0.037794361363680154</c:v>
              </c:pt>
              <c:pt idx="364">
                <c:v>0.042368930964330045</c:v>
              </c:pt>
              <c:pt idx="365">
                <c:v>0.034220431415119525</c:v>
              </c:pt>
              <c:pt idx="366">
                <c:v>0.03106395888183206</c:v>
              </c:pt>
              <c:pt idx="367">
                <c:v>0.02125217394466043</c:v>
              </c:pt>
              <c:pt idx="368">
                <c:v>0.028625400098002064</c:v>
              </c:pt>
              <c:pt idx="369">
                <c:v>0.0499567802676626</c:v>
              </c:pt>
              <c:pt idx="370">
                <c:v>0.07875863014866465</c:v>
              </c:pt>
              <c:pt idx="371">
                <c:v>0.0892839627861297</c:v>
              </c:pt>
              <c:pt idx="372">
                <c:v>0.08448673176561244</c:v>
              </c:pt>
              <c:pt idx="373">
                <c:v>0.07724261979706415</c:v>
              </c:pt>
              <c:pt idx="374">
                <c:v>0.08981129798338217</c:v>
              </c:pt>
              <c:pt idx="375">
                <c:v>0.04584084225278971</c:v>
              </c:pt>
              <c:pt idx="376">
                <c:v>0.04149945704766413</c:v>
              </c:pt>
              <c:pt idx="377">
                <c:v>0.0319513988963506</c:v>
              </c:pt>
              <c:pt idx="378">
                <c:v>-0.0006758241997397996</c:v>
              </c:pt>
              <c:pt idx="379">
                <c:v>0.0018620421696676995</c:v>
              </c:pt>
              <c:pt idx="380">
                <c:v>-0.006510840885713389</c:v>
              </c:pt>
              <c:pt idx="381">
                <c:v>0.06753977354530441</c:v>
              </c:pt>
              <c:pt idx="382">
                <c:v>0.00994045963010612</c:v>
              </c:pt>
              <c:pt idx="383">
                <c:v>0.06848149461992865</c:v>
              </c:pt>
              <c:pt idx="384">
                <c:v>0.07770056616278026</c:v>
              </c:pt>
              <c:pt idx="385">
                <c:v>0.07067904687274278</c:v>
              </c:pt>
              <c:pt idx="386">
                <c:v>0.08211643653390971</c:v>
              </c:pt>
              <c:pt idx="387">
                <c:v>0.0008828408508404983</c:v>
              </c:pt>
              <c:pt idx="388">
                <c:v>0.0022316150260089608</c:v>
              </c:pt>
              <c:pt idx="389">
                <c:v>0.00016780380724723144</c:v>
              </c:pt>
              <c:pt idx="390">
                <c:v>6.551362388065029E-09</c:v>
              </c:pt>
              <c:pt idx="391">
                <c:v>4.4499845272194056E-09</c:v>
              </c:pt>
              <c:pt idx="392">
                <c:v>0.046312027762011126</c:v>
              </c:pt>
              <c:pt idx="393">
                <c:v>0.04315722917352524</c:v>
              </c:pt>
              <c:pt idx="394">
                <c:v>0.04941928767748447</c:v>
              </c:pt>
              <c:pt idx="395">
                <c:v>0.04795640129341145</c:v>
              </c:pt>
              <c:pt idx="396">
                <c:v>0.09311208472117924</c:v>
              </c:pt>
              <c:pt idx="397">
                <c:v>0.0324121894842393</c:v>
              </c:pt>
              <c:pt idx="398">
                <c:v>0.04333040527734182</c:v>
              </c:pt>
              <c:pt idx="399">
                <c:v>0.035828248647516325</c:v>
              </c:pt>
              <c:pt idx="400">
                <c:v>0.0026638044989847737</c:v>
              </c:pt>
              <c:pt idx="401">
                <c:v>0.08393777332715353</c:v>
              </c:pt>
              <c:pt idx="402">
                <c:v>0.046524237577489774</c:v>
              </c:pt>
              <c:pt idx="403">
                <c:v>0.048950040875298806</c:v>
              </c:pt>
              <c:pt idx="404">
                <c:v>0.060827106735054814</c:v>
              </c:pt>
              <c:pt idx="405">
                <c:v>0.011524257879847167</c:v>
              </c:pt>
              <c:pt idx="406">
                <c:v>0.0061531771484306655</c:v>
              </c:pt>
              <c:pt idx="407">
                <c:v>0.06534739125358507</c:v>
              </c:pt>
              <c:pt idx="408">
                <c:v>0.06864353071779579</c:v>
              </c:pt>
              <c:pt idx="409">
                <c:v>0.051947512765774306</c:v>
              </c:pt>
              <c:pt idx="410">
                <c:v>0.036148792437628585</c:v>
              </c:pt>
              <c:pt idx="411">
                <c:v>0.029126706879812263</c:v>
              </c:pt>
              <c:pt idx="412">
                <c:v>0.02273376568008059</c:v>
              </c:pt>
              <c:pt idx="413">
                <c:v>0.0485198492121794</c:v>
              </c:pt>
              <c:pt idx="414">
                <c:v>-0.0018144964078421395</c:v>
              </c:pt>
              <c:pt idx="415">
                <c:v>-0.002425817317156166</c:v>
              </c:pt>
              <c:pt idx="416">
                <c:v>0.08523926801297485</c:v>
              </c:pt>
              <c:pt idx="417">
                <c:v>0.06981949204182952</c:v>
              </c:pt>
              <c:pt idx="418">
                <c:v>0.06577354851707579</c:v>
              </c:pt>
              <c:pt idx="419">
                <c:v>0.06708809843270594</c:v>
              </c:pt>
              <c:pt idx="420">
                <c:v>0.06646767495968063</c:v>
              </c:pt>
              <c:pt idx="421">
                <c:v>0.06686017331512104</c:v>
              </c:pt>
              <c:pt idx="422">
                <c:v>0.033118643220215446</c:v>
              </c:pt>
              <c:pt idx="423">
                <c:v>0.06400938086008573</c:v>
              </c:pt>
              <c:pt idx="424">
                <c:v>0.07674478125939457</c:v>
              </c:pt>
              <c:pt idx="425">
                <c:v>0.01340036519287027</c:v>
              </c:pt>
              <c:pt idx="426">
                <c:v>0.014351238505054363</c:v>
              </c:pt>
              <c:pt idx="427">
                <c:v>0.011506535505910576</c:v>
              </c:pt>
              <c:pt idx="428">
                <c:v>0.015961770992264788</c:v>
              </c:pt>
              <c:pt idx="429">
                <c:v>0.011913486462574686</c:v>
              </c:pt>
              <c:pt idx="430">
                <c:v>0.01729294993413371</c:v>
              </c:pt>
              <c:pt idx="431">
                <c:v>0.015589269190716711</c:v>
              </c:pt>
              <c:pt idx="432">
                <c:v>0.010185683000062758</c:v>
              </c:pt>
              <c:pt idx="433">
                <c:v>0.06080320081816107</c:v>
              </c:pt>
              <c:pt idx="434">
                <c:v>0.05129338872998679</c:v>
              </c:pt>
              <c:pt idx="435">
                <c:v>0.012333102147094726</c:v>
              </c:pt>
              <c:pt idx="436">
                <c:v>0.006278704584087527</c:v>
              </c:pt>
              <c:pt idx="437">
                <c:v>0.0031948450241328697</c:v>
              </c:pt>
              <c:pt idx="438">
                <c:v>0.002442055483709048</c:v>
              </c:pt>
              <c:pt idx="439">
                <c:v>0.06077771521252756</c:v>
              </c:pt>
              <c:pt idx="440">
                <c:v>0.05591462238878439</c:v>
              </c:pt>
              <c:pt idx="441">
                <c:v>0.05231171437636036</c:v>
              </c:pt>
              <c:pt idx="442">
                <c:v>0.06003103017225357</c:v>
              </c:pt>
              <c:pt idx="443">
                <c:v>0.04670074698193508</c:v>
              </c:pt>
              <c:pt idx="444">
                <c:v>0.038163106897212556</c:v>
              </c:pt>
              <c:pt idx="445">
                <c:v>0.03638378283803842</c:v>
              </c:pt>
              <c:pt idx="446">
                <c:v>-0.008023498427647699</c:v>
              </c:pt>
              <c:pt idx="447">
                <c:v>0.010740108359108822</c:v>
              </c:pt>
              <c:pt idx="448">
                <c:v>0.006340785016840157</c:v>
              </c:pt>
              <c:pt idx="449">
                <c:v>0.03476768925929427</c:v>
              </c:pt>
              <c:pt idx="450">
                <c:v>0.03286718391415106</c:v>
              </c:pt>
              <c:pt idx="451">
                <c:v>0.02756194702249019</c:v>
              </c:pt>
              <c:pt idx="452">
                <c:v>0.02562319210844805</c:v>
              </c:pt>
              <c:pt idx="453">
                <c:v>0.04814918747559664</c:v>
              </c:pt>
              <c:pt idx="454">
                <c:v>0.04681016986238871</c:v>
              </c:pt>
              <c:pt idx="455">
                <c:v>0.042056923374933</c:v>
              </c:pt>
              <c:pt idx="456">
                <c:v>0.03704629164348275</c:v>
              </c:pt>
              <c:pt idx="457">
                <c:v>0.0168082532686341</c:v>
              </c:pt>
              <c:pt idx="458">
                <c:v>0.024339744565558236</c:v>
              </c:pt>
              <c:pt idx="459">
                <c:v>0.03860486055354686</c:v>
              </c:pt>
              <c:pt idx="460">
                <c:v>0.039712069448646484</c:v>
              </c:pt>
              <c:pt idx="461">
                <c:v>0.0353568364195201</c:v>
              </c:pt>
              <c:pt idx="462">
                <c:v>0.004414465389105066</c:v>
              </c:pt>
              <c:pt idx="463">
                <c:v>0.006455950978810773</c:v>
              </c:pt>
              <c:pt idx="464">
                <c:v>0.00971519480656283</c:v>
              </c:pt>
              <c:pt idx="465">
                <c:v>0.02944796409149084</c:v>
              </c:pt>
              <c:pt idx="466">
                <c:v>0.027483503775410298</c:v>
              </c:pt>
              <c:pt idx="467">
                <c:v>0.004381840728060869</c:v>
              </c:pt>
              <c:pt idx="468">
                <c:v>-0.06329743838669888</c:v>
              </c:pt>
              <c:pt idx="469">
                <c:v>0.020836050436364453</c:v>
              </c:pt>
              <c:pt idx="470">
                <c:v>0.004684186269796976</c:v>
              </c:pt>
              <c:pt idx="471">
                <c:v>0.009526059853784314</c:v>
              </c:pt>
              <c:pt idx="472">
                <c:v>0.0656860881145078</c:v>
              </c:pt>
              <c:pt idx="473">
                <c:v>8.431039408369608E-08</c:v>
              </c:pt>
              <c:pt idx="474">
                <c:v>9.011844786574357E-08</c:v>
              </c:pt>
              <c:pt idx="475">
                <c:v>7.754080828146785E-08</c:v>
              </c:pt>
              <c:pt idx="476">
                <c:v>1.0193553627772072E-07</c:v>
              </c:pt>
              <c:pt idx="477">
                <c:v>0.014908982429876016</c:v>
              </c:pt>
              <c:pt idx="478">
                <c:v>9.705620305330143E-08</c:v>
              </c:pt>
              <c:pt idx="479">
                <c:v>8.971394830394413E-08</c:v>
              </c:pt>
              <c:pt idx="480">
                <c:v>0.015316488812237135</c:v>
              </c:pt>
              <c:pt idx="481">
                <c:v>-4.271276585273601E-08</c:v>
              </c:pt>
              <c:pt idx="482">
                <c:v>-0.006666130823453919</c:v>
              </c:pt>
              <c:pt idx="483">
                <c:v>-5.660414033462463E-08</c:v>
              </c:pt>
              <c:pt idx="484">
                <c:v>-0.009027216837914959</c:v>
              </c:pt>
              <c:pt idx="485">
                <c:v>0.011463703515832504</c:v>
              </c:pt>
              <c:pt idx="486">
                <c:v>-0.0018744102043651994</c:v>
              </c:pt>
              <c:pt idx="487">
                <c:v>-0.0003691432828927341</c:v>
              </c:pt>
              <c:pt idx="488">
                <c:v>-0.000392469969680512</c:v>
              </c:pt>
              <c:pt idx="489">
                <c:v>-0.003090321701665142</c:v>
              </c:pt>
              <c:pt idx="490">
                <c:v>-0.00022526437018076644</c:v>
              </c:pt>
              <c:pt idx="491">
                <c:v>0.0010087852105293803</c:v>
              </c:pt>
              <c:pt idx="492">
                <c:v>9.752551120799426E-08</c:v>
              </c:pt>
              <c:pt idx="493">
                <c:v>0.010272560825008005</c:v>
              </c:pt>
              <c:pt idx="494">
                <c:v>0.00670012386705802</c:v>
              </c:pt>
              <c:pt idx="495">
                <c:v>7.030823442063762E-08</c:v>
              </c:pt>
              <c:pt idx="496">
                <c:v>7.391414874487026E-08</c:v>
              </c:pt>
              <c:pt idx="497">
                <c:v>4.349145943035956E-08</c:v>
              </c:pt>
              <c:pt idx="498">
                <c:v>5.692252577955468E-08</c:v>
              </c:pt>
              <c:pt idx="499">
                <c:v>0.0995130435035019</c:v>
              </c:pt>
              <c:pt idx="500">
                <c:v>5.090244390061855E-08</c:v>
              </c:pt>
              <c:pt idx="501">
                <c:v>0.010075979925259567</c:v>
              </c:pt>
              <c:pt idx="502">
                <c:v>5.66755948047498E-08</c:v>
              </c:pt>
              <c:pt idx="503">
                <c:v>0.0265555692056652</c:v>
              </c:pt>
              <c:pt idx="504">
                <c:v>0.04926039227851197</c:v>
              </c:pt>
              <c:pt idx="505">
                <c:v>-0.006359864066375001</c:v>
              </c:pt>
              <c:pt idx="506">
                <c:v>-3.644856566011034E-08</c:v>
              </c:pt>
              <c:pt idx="507">
                <c:v>-0.004424940124499288</c:v>
              </c:pt>
              <c:pt idx="508">
                <c:v>-0.005781718884510173</c:v>
              </c:pt>
              <c:pt idx="509">
                <c:v>1.0232067909482623E-07</c:v>
              </c:pt>
              <c:pt idx="510">
                <c:v>1.2402527208217112E-07</c:v>
              </c:pt>
              <c:pt idx="511">
                <c:v>-3.873428248833824E-09</c:v>
              </c:pt>
              <c:pt idx="512">
                <c:v>-0.00797636421798316</c:v>
              </c:pt>
              <c:pt idx="513">
                <c:v>-0.00743008409275611</c:v>
              </c:pt>
              <c:pt idx="514">
                <c:v>0.016017750873321045</c:v>
              </c:pt>
              <c:pt idx="515">
                <c:v>-3.654590336821327E-08</c:v>
              </c:pt>
              <c:pt idx="516">
                <c:v>0.00702522056555511</c:v>
              </c:pt>
              <c:pt idx="517">
                <c:v>0.007558795238503495</c:v>
              </c:pt>
              <c:pt idx="518">
                <c:v>0.002296853164559052</c:v>
              </c:pt>
              <c:pt idx="519">
                <c:v>0.007045348814367475</c:v>
              </c:pt>
              <c:pt idx="520">
                <c:v>0.0022868044329732583</c:v>
              </c:pt>
              <c:pt idx="521">
                <c:v>0.011683230453590486</c:v>
              </c:pt>
              <c:pt idx="522">
                <c:v>0.032509067150588475</c:v>
              </c:pt>
              <c:pt idx="523">
                <c:v>0.028931331009190604</c:v>
              </c:pt>
              <c:pt idx="524">
                <c:v>0.03429545108030802</c:v>
              </c:pt>
              <c:pt idx="525">
                <c:v>0.02872713381627513</c:v>
              </c:pt>
              <c:pt idx="526">
                <c:v>0.026072073061043404</c:v>
              </c:pt>
              <c:pt idx="527">
                <c:v>0.025255901041233837</c:v>
              </c:pt>
              <c:pt idx="528">
                <c:v>0.014539115640845998</c:v>
              </c:pt>
              <c:pt idx="529">
                <c:v>-0.003602965320102699</c:v>
              </c:pt>
              <c:pt idx="530">
                <c:v>-0.004767809511689997</c:v>
              </c:pt>
              <c:pt idx="531">
                <c:v>0.033928849263936384</c:v>
              </c:pt>
              <c:pt idx="532">
                <c:v>0.006318599758940959</c:v>
              </c:pt>
              <c:pt idx="533">
                <c:v>0.004524664787812403</c:v>
              </c:pt>
              <c:pt idx="534">
                <c:v>-0.0074837924194156216</c:v>
              </c:pt>
              <c:pt idx="535">
                <c:v>-0.007983597649751761</c:v>
              </c:pt>
              <c:pt idx="536">
                <c:v>-0.007308148517828411</c:v>
              </c:pt>
              <c:pt idx="537">
                <c:v>0.009273507932954067</c:v>
              </c:pt>
              <c:pt idx="538">
                <c:v>0.007661037158849143</c:v>
              </c:pt>
              <c:pt idx="539">
                <c:v>0.0033555516069722364</c:v>
              </c:pt>
              <c:pt idx="540">
                <c:v>-5.0618573749024245E-08</c:v>
              </c:pt>
              <c:pt idx="541">
                <c:v>-4.5389917785399126E-08</c:v>
              </c:pt>
              <c:pt idx="542">
                <c:v>7.330991916028539E-08</c:v>
              </c:pt>
              <c:pt idx="543">
                <c:v>0.009870809205597759</c:v>
              </c:pt>
              <c:pt idx="544">
                <c:v>5.892806120284907E-08</c:v>
              </c:pt>
              <c:pt idx="545">
                <c:v>-0.006108218062578144</c:v>
              </c:pt>
              <c:pt idx="546">
                <c:v>-6.083358414614407E-08</c:v>
              </c:pt>
              <c:pt idx="547">
                <c:v>-6.021789588006299E-08</c:v>
              </c:pt>
              <c:pt idx="548">
                <c:v>-0.006875782852576624</c:v>
              </c:pt>
              <c:pt idx="549">
                <c:v>-5.8019824395381873E-08</c:v>
              </c:pt>
              <c:pt idx="550">
                <c:v>0.05550365089379008</c:v>
              </c:pt>
              <c:pt idx="551">
                <c:v>0.08046237490002624</c:v>
              </c:pt>
              <c:pt idx="552">
                <c:v>0.08625775323324425</c:v>
              </c:pt>
              <c:pt idx="553">
                <c:v>0.07431598588345849</c:v>
              </c:pt>
              <c:pt idx="554">
                <c:v>0.07598243401394747</c:v>
              </c:pt>
              <c:pt idx="555">
                <c:v>0.05871072012358529</c:v>
              </c:pt>
              <c:pt idx="556">
                <c:v>0.03834521303100676</c:v>
              </c:pt>
              <c:pt idx="557">
                <c:v>0.10054498558369823</c:v>
              </c:pt>
              <c:pt idx="558">
                <c:v>0.07795667998012396</c:v>
              </c:pt>
              <c:pt idx="559">
                <c:v>0.0835057235641952</c:v>
              </c:pt>
              <c:pt idx="560">
                <c:v>0.0816552250442453</c:v>
              </c:pt>
              <c:pt idx="561">
                <c:v>0.10069512419424469</c:v>
              </c:pt>
              <c:pt idx="562">
                <c:v>0.02434270894339846</c:v>
              </c:pt>
              <c:pt idx="563">
                <c:v>0.04425881247538688</c:v>
              </c:pt>
              <c:pt idx="564">
                <c:v>0.01571665670471924</c:v>
              </c:pt>
              <c:pt idx="565">
                <c:v>0.005157646667423301</c:v>
              </c:pt>
              <c:pt idx="566">
                <c:v>0.017176128791262273</c:v>
              </c:pt>
              <c:pt idx="567">
                <c:v>0.017828646039066295</c:v>
              </c:pt>
              <c:pt idx="568">
                <c:v>0.011380153777922933</c:v>
              </c:pt>
              <c:pt idx="569">
                <c:v>0.026445255001777485</c:v>
              </c:pt>
              <c:pt idx="570">
                <c:v>0.06026705688900003</c:v>
              </c:pt>
              <c:pt idx="571">
                <c:v>0.0673641583138778</c:v>
              </c:pt>
              <c:pt idx="572">
                <c:v>-0.004934918735505086</c:v>
              </c:pt>
              <c:pt idx="573">
                <c:v>-0.0030181561067919157</c:v>
              </c:pt>
              <c:pt idx="574">
                <c:v>-6.517284451656848E-08</c:v>
              </c:pt>
              <c:pt idx="575">
                <c:v>-0.008609283943721971</c:v>
              </c:pt>
              <c:pt idx="576">
                <c:v>0.011218495859120287</c:v>
              </c:pt>
              <c:pt idx="577">
                <c:v>0.08970135484359322</c:v>
              </c:pt>
              <c:pt idx="578">
                <c:v>0.07272202112954765</c:v>
              </c:pt>
              <c:pt idx="579">
                <c:v>0.08346265947018548</c:v>
              </c:pt>
              <c:pt idx="580">
                <c:v>0.07301635330697807</c:v>
              </c:pt>
              <c:pt idx="581">
                <c:v>0.02878798620864755</c:v>
              </c:pt>
              <c:pt idx="582">
                <c:v>0.03684811025345418</c:v>
              </c:pt>
              <c:pt idx="583">
                <c:v>0.08025328077105778</c:v>
              </c:pt>
              <c:pt idx="584">
                <c:v>0.06147628423381426</c:v>
              </c:pt>
              <c:pt idx="585">
                <c:v>0.08154459060138218</c:v>
              </c:pt>
              <c:pt idx="586">
                <c:v>0.0744520678954507</c:v>
              </c:pt>
              <c:pt idx="587">
                <c:v>0.09088276056012495</c:v>
              </c:pt>
              <c:pt idx="588">
                <c:v>0.09159133724390896</c:v>
              </c:pt>
              <c:pt idx="589">
                <c:v>0.04967233838130735</c:v>
              </c:pt>
              <c:pt idx="590">
                <c:v>0.012348333416395492</c:v>
              </c:pt>
              <c:pt idx="591">
                <c:v>0.019225242987867906</c:v>
              </c:pt>
              <c:pt idx="592">
                <c:v>0.011292402306108916</c:v>
              </c:pt>
              <c:pt idx="593">
                <c:v>0.004063451357199504</c:v>
              </c:pt>
              <c:pt idx="594">
                <c:v>0.011018505861332491</c:v>
              </c:pt>
              <c:pt idx="595">
                <c:v>0.044048525063797105</c:v>
              </c:pt>
              <c:pt idx="596">
                <c:v>0.0459219374444362</c:v>
              </c:pt>
              <c:pt idx="597">
                <c:v>0.042578257458926745</c:v>
              </c:pt>
              <c:pt idx="598">
                <c:v>-0.009226773272808542</c:v>
              </c:pt>
              <c:pt idx="599">
                <c:v>0.03202298902961506</c:v>
              </c:pt>
              <c:pt idx="600">
                <c:v>4.099966693058691E-09</c:v>
              </c:pt>
              <c:pt idx="601">
                <c:v>-0.0036769827091349344</c:v>
              </c:pt>
              <c:pt idx="602">
                <c:v>-0.0026299034128070024</c:v>
              </c:pt>
              <c:pt idx="603">
                <c:v>0.08201032391962908</c:v>
              </c:pt>
              <c:pt idx="604">
                <c:v>0.08009354099271983</c:v>
              </c:pt>
              <c:pt idx="605">
                <c:v>0.0838628389225714</c:v>
              </c:pt>
              <c:pt idx="606">
                <c:v>0.08945485078940725</c:v>
              </c:pt>
              <c:pt idx="607">
                <c:v>0.0028762923710666174</c:v>
              </c:pt>
              <c:pt idx="608">
                <c:v>0.046806230149712066</c:v>
              </c:pt>
              <c:pt idx="609">
                <c:v>0.09230759971267137</c:v>
              </c:pt>
              <c:pt idx="610">
                <c:v>6.748354561164135E-08</c:v>
              </c:pt>
              <c:pt idx="611">
                <c:v>1.2701647759821042E-05</c:v>
              </c:pt>
              <c:pt idx="612">
                <c:v>0.0019978814830507157</c:v>
              </c:pt>
              <c:pt idx="613">
                <c:v>0.02534056587230434</c:v>
              </c:pt>
              <c:pt idx="614">
                <c:v>0.026591757089343526</c:v>
              </c:pt>
              <c:pt idx="615">
                <c:v>4.706966717105431E-08</c:v>
              </c:pt>
              <c:pt idx="616">
                <c:v>4.4345198899302425E-08</c:v>
              </c:pt>
              <c:pt idx="617">
                <c:v>0.04894837800497312</c:v>
              </c:pt>
              <c:pt idx="618">
                <c:v>0.03081578868878748</c:v>
              </c:pt>
              <c:pt idx="619">
                <c:v>0.01305458602382289</c:v>
              </c:pt>
              <c:pt idx="620">
                <c:v>0.013103727155113227</c:v>
              </c:pt>
              <c:pt idx="621">
                <c:v>0.028009425138713503</c:v>
              </c:pt>
              <c:pt idx="622">
                <c:v>0.015172145368069719</c:v>
              </c:pt>
              <c:pt idx="623">
                <c:v>0.013586106893388782</c:v>
              </c:pt>
              <c:pt idx="624">
                <c:v>-0.04990719171987178</c:v>
              </c:pt>
              <c:pt idx="625">
                <c:v>-0.0576786691654056</c:v>
              </c:pt>
              <c:pt idx="626">
                <c:v>0.0221484571226388</c:v>
              </c:pt>
              <c:pt idx="627">
                <c:v>0.02082270272275354</c:v>
              </c:pt>
              <c:pt idx="628">
                <c:v>0.026622400137453643</c:v>
              </c:pt>
              <c:pt idx="629">
                <c:v>-0.05309199964525756</c:v>
              </c:pt>
              <c:pt idx="630">
                <c:v>-0.020095302400966797</c:v>
              </c:pt>
              <c:pt idx="631">
                <c:v>0.10066309781083725</c:v>
              </c:pt>
              <c:pt idx="632">
                <c:v>0.09480006542420569</c:v>
              </c:pt>
              <c:pt idx="633">
                <c:v>0.1016094303241855</c:v>
              </c:pt>
              <c:pt idx="634">
                <c:v>0.10647080442423573</c:v>
              </c:pt>
              <c:pt idx="635">
                <c:v>0.05337990462678484</c:v>
              </c:pt>
              <c:pt idx="636">
                <c:v>0.05227064428798155</c:v>
              </c:pt>
              <c:pt idx="637">
                <c:v>0.0448136276114936</c:v>
              </c:pt>
              <c:pt idx="638">
                <c:v>0.05058113768633832</c:v>
              </c:pt>
              <c:pt idx="639">
                <c:v>0.05346482034548618</c:v>
              </c:pt>
              <c:pt idx="640">
                <c:v>0.055792749764680544</c:v>
              </c:pt>
              <c:pt idx="641">
                <c:v>0.056975200041158164</c:v>
              </c:pt>
              <c:pt idx="642">
                <c:v>0.06514109528261897</c:v>
              </c:pt>
              <c:pt idx="643">
                <c:v>0.018181943425453217</c:v>
              </c:pt>
              <c:pt idx="644">
                <c:v>0.010343562353087966</c:v>
              </c:pt>
              <c:pt idx="645">
                <c:v>-0.0027720147006791724</c:v>
              </c:pt>
              <c:pt idx="646">
                <c:v>-0.008545631479178604</c:v>
              </c:pt>
              <c:pt idx="647">
                <c:v>-0.007450500431987801</c:v>
              </c:pt>
              <c:pt idx="648">
                <c:v>-0.009274165975064193</c:v>
              </c:pt>
              <c:pt idx="649">
                <c:v>0.05424076138309293</c:v>
              </c:pt>
              <c:pt idx="650">
                <c:v>0.04914528101477941</c:v>
              </c:pt>
              <c:pt idx="651">
                <c:v>0.05881670219573734</c:v>
              </c:pt>
              <c:pt idx="652">
                <c:v>0.05649843080605869</c:v>
              </c:pt>
              <c:pt idx="653">
                <c:v>0.01492229765224575</c:v>
              </c:pt>
              <c:pt idx="654">
                <c:v>0.031139228768517525</c:v>
              </c:pt>
              <c:pt idx="655">
                <c:v>-0.003903391334783739</c:v>
              </c:pt>
              <c:pt idx="656">
                <c:v>0.06813539490068365</c:v>
              </c:pt>
              <c:pt idx="657">
                <c:v>0.07879412751416673</c:v>
              </c:pt>
              <c:pt idx="658">
                <c:v>0.07981270888030138</c:v>
              </c:pt>
              <c:pt idx="659">
                <c:v>0.0999751634098259</c:v>
              </c:pt>
              <c:pt idx="660">
                <c:v>0.013455369815468597</c:v>
              </c:pt>
              <c:pt idx="661">
                <c:v>0.014177993738131146</c:v>
              </c:pt>
              <c:pt idx="662">
                <c:v>0.012196287308383822</c:v>
              </c:pt>
              <c:pt idx="663">
                <c:v>-0.007484268996053466</c:v>
              </c:pt>
              <c:pt idx="664">
                <c:v>0.011285663100941866</c:v>
              </c:pt>
              <c:pt idx="665">
                <c:v>-0.005614803994541664</c:v>
              </c:pt>
              <c:pt idx="666">
                <c:v>-0.0566276554893264</c:v>
              </c:pt>
              <c:pt idx="667">
                <c:v>0.06964507469825591</c:v>
              </c:pt>
              <c:pt idx="668">
                <c:v>0.08672537246787397</c:v>
              </c:pt>
              <c:pt idx="669">
                <c:v>0.0867016220410171</c:v>
              </c:pt>
              <c:pt idx="670">
                <c:v>0.07650269916042864</c:v>
              </c:pt>
              <c:pt idx="671">
                <c:v>0.08131698650532493</c:v>
              </c:pt>
              <c:pt idx="672">
                <c:v>0.06726794672961195</c:v>
              </c:pt>
              <c:pt idx="673">
                <c:v>0.0740362831532706</c:v>
              </c:pt>
              <c:pt idx="674">
                <c:v>0.07855038330990789</c:v>
              </c:pt>
              <c:pt idx="675">
                <c:v>0.07344439716995169</c:v>
              </c:pt>
              <c:pt idx="676">
                <c:v>0.07581061849934675</c:v>
              </c:pt>
              <c:pt idx="677">
                <c:v>0.06620234327140147</c:v>
              </c:pt>
              <c:pt idx="678">
                <c:v>0.0680309831587958</c:v>
              </c:pt>
              <c:pt idx="679">
                <c:v>0.030207483312823125</c:v>
              </c:pt>
              <c:pt idx="680">
                <c:v>0.02938281895131367</c:v>
              </c:pt>
              <c:pt idx="681">
                <c:v>0.03275683167786009</c:v>
              </c:pt>
              <c:pt idx="682">
                <c:v>0.024049051631094023</c:v>
              </c:pt>
              <c:pt idx="683">
                <c:v>0.052474447533423944</c:v>
              </c:pt>
              <c:pt idx="684">
                <c:v>0.03910197846907894</c:v>
              </c:pt>
              <c:pt idx="685">
                <c:v>0.04526188979943338</c:v>
              </c:pt>
              <c:pt idx="686">
                <c:v>0.07660936468509712</c:v>
              </c:pt>
              <c:pt idx="687">
                <c:v>0.03220167928557</c:v>
              </c:pt>
              <c:pt idx="688">
                <c:v>-0.0065716140738332</c:v>
              </c:pt>
              <c:pt idx="689">
                <c:v>0.043260868821149455</c:v>
              </c:pt>
              <c:pt idx="690">
                <c:v>0.0378123792771949</c:v>
              </c:pt>
              <c:pt idx="691">
                <c:v>0.037863122385364344</c:v>
              </c:pt>
              <c:pt idx="692">
                <c:v>0.0111671298318604</c:v>
              </c:pt>
              <c:pt idx="693">
                <c:v>0.006813931410600917</c:v>
              </c:pt>
              <c:pt idx="694">
                <c:v>0.013251334735544483</c:v>
              </c:pt>
              <c:pt idx="695">
                <c:v>0.021161508856374214</c:v>
              </c:pt>
              <c:pt idx="696">
                <c:v>-1.2252474719389961E-08</c:v>
              </c:pt>
              <c:pt idx="697">
                <c:v>0.07241761223878478</c:v>
              </c:pt>
              <c:pt idx="698">
                <c:v>0.01510887330313194</c:v>
              </c:pt>
              <c:pt idx="699">
                <c:v>0.013286586911235729</c:v>
              </c:pt>
              <c:pt idx="700">
                <c:v>0.012263215202857647</c:v>
              </c:pt>
              <c:pt idx="701">
                <c:v>0.013245160172503328</c:v>
              </c:pt>
              <c:pt idx="702">
                <c:v>0.007822469351861603</c:v>
              </c:pt>
              <c:pt idx="703">
                <c:v>0.011684229728786072</c:v>
              </c:pt>
              <c:pt idx="704">
                <c:v>0.01206644774685459</c:v>
              </c:pt>
              <c:pt idx="705">
                <c:v>0.023084882666176264</c:v>
              </c:pt>
              <c:pt idx="706">
                <c:v>0.02598022600587018</c:v>
              </c:pt>
              <c:pt idx="707">
                <c:v>0.08302160141521428</c:v>
              </c:pt>
              <c:pt idx="708">
                <c:v>0.02223101627353012</c:v>
              </c:pt>
              <c:pt idx="709">
                <c:v>-0.003879109818634926</c:v>
              </c:pt>
              <c:pt idx="710">
                <c:v>0.0008463832298829426</c:v>
              </c:pt>
              <c:pt idx="711">
                <c:v>-0.005155470142374878</c:v>
              </c:pt>
              <c:pt idx="712">
                <c:v>0.0020544975940191426</c:v>
              </c:pt>
              <c:pt idx="713">
                <c:v>0.005172185973145273</c:v>
              </c:pt>
              <c:pt idx="714">
                <c:v>0.04074386294445475</c:v>
              </c:pt>
              <c:pt idx="715">
                <c:v>0.04496165087692597</c:v>
              </c:pt>
              <c:pt idx="716">
                <c:v>0.061342183320577205</c:v>
              </c:pt>
              <c:pt idx="717">
                <c:v>0.06887514231553647</c:v>
              </c:pt>
              <c:pt idx="718">
                <c:v>-0.0021787957694683036</c:v>
              </c:pt>
              <c:pt idx="719">
                <c:v>0.04009768309230463</c:v>
              </c:pt>
              <c:pt idx="720">
                <c:v>0.08086951289594829</c:v>
              </c:pt>
              <c:pt idx="721">
                <c:v>0.0844092922131452</c:v>
              </c:pt>
              <c:pt idx="722">
                <c:v>0.07926113013765955</c:v>
              </c:pt>
              <c:pt idx="723">
                <c:v>0.07716598359228051</c:v>
              </c:pt>
              <c:pt idx="724">
                <c:v>0.08410382505583493</c:v>
              </c:pt>
              <c:pt idx="725">
                <c:v>0.08445951740793577</c:v>
              </c:pt>
              <c:pt idx="726">
                <c:v>0.08370574832509921</c:v>
              </c:pt>
              <c:pt idx="727">
                <c:v>0.07869169757102992</c:v>
              </c:pt>
              <c:pt idx="728">
                <c:v>0.06840890182790106</c:v>
              </c:pt>
              <c:pt idx="729">
                <c:v>0.023278824617460555</c:v>
              </c:pt>
              <c:pt idx="730">
                <c:v>0.015689549284207713</c:v>
              </c:pt>
              <c:pt idx="731">
                <c:v>0.019038672435674066</c:v>
              </c:pt>
              <c:pt idx="732">
                <c:v>0.01968569076970729</c:v>
              </c:pt>
              <c:pt idx="733">
                <c:v>0.02477687763986431</c:v>
              </c:pt>
              <c:pt idx="734">
                <c:v>0.014782438447451848</c:v>
              </c:pt>
              <c:pt idx="735">
                <c:v>0.007860486893348765</c:v>
              </c:pt>
              <c:pt idx="736">
                <c:v>0.005168995111017134</c:v>
              </c:pt>
              <c:pt idx="737">
                <c:v>0.009680845135086538</c:v>
              </c:pt>
              <c:pt idx="738">
                <c:v>0.0037063359652790965</c:v>
              </c:pt>
              <c:pt idx="739">
                <c:v>4.647993175516196E-08</c:v>
              </c:pt>
              <c:pt idx="740">
                <c:v>0.001734510854557828</c:v>
              </c:pt>
              <c:pt idx="741">
                <c:v>0.011943357954338317</c:v>
              </c:pt>
              <c:pt idx="742">
                <c:v>0.01201460835904709</c:v>
              </c:pt>
              <c:pt idx="743">
                <c:v>0.08150194309306864</c:v>
              </c:pt>
              <c:pt idx="744">
                <c:v>0.0804622438761253</c:v>
              </c:pt>
              <c:pt idx="745">
                <c:v>0.048009740623192104</c:v>
              </c:pt>
              <c:pt idx="746">
                <c:v>0.07824133294725505</c:v>
              </c:pt>
              <c:pt idx="747">
                <c:v>0.0835675426422703</c:v>
              </c:pt>
              <c:pt idx="748">
                <c:v>0.05624694505696587</c:v>
              </c:pt>
              <c:pt idx="749">
                <c:v>0.04964795497101651</c:v>
              </c:pt>
              <c:pt idx="750">
                <c:v>0.05402580857265464</c:v>
              </c:pt>
              <c:pt idx="751">
                <c:v>0.04656958828122378</c:v>
              </c:pt>
              <c:pt idx="752">
                <c:v>0.048391067022506076</c:v>
              </c:pt>
              <c:pt idx="753">
                <c:v>0.05462360987212737</c:v>
              </c:pt>
              <c:pt idx="754">
                <c:v>0.009133125382538954</c:v>
              </c:pt>
              <c:pt idx="755">
                <c:v>9.042945372680063E-08</c:v>
              </c:pt>
              <c:pt idx="756">
                <c:v>0.030134343736093756</c:v>
              </c:pt>
              <c:pt idx="757">
                <c:v>0.024412989020400958</c:v>
              </c:pt>
              <c:pt idx="758">
                <c:v>0.017185510680712238</c:v>
              </c:pt>
              <c:pt idx="759">
                <c:v>0.022234363569937347</c:v>
              </c:pt>
              <c:pt idx="760">
                <c:v>0.010901722378239867</c:v>
              </c:pt>
              <c:pt idx="761">
                <c:v>0.04453855397924931</c:v>
              </c:pt>
              <c:pt idx="762">
                <c:v>0.048284735478253724</c:v>
              </c:pt>
              <c:pt idx="763">
                <c:v>0.04517326757588638</c:v>
              </c:pt>
              <c:pt idx="764">
                <c:v>8.934958606426494E-09</c:v>
              </c:pt>
              <c:pt idx="765">
                <c:v>0.031576738605974625</c:v>
              </c:pt>
              <c:pt idx="766">
                <c:v>0.020787660803017853</c:v>
              </c:pt>
              <c:pt idx="767">
                <c:v>0.017304995109892002</c:v>
              </c:pt>
              <c:pt idx="768">
                <c:v>0.026643834631594587</c:v>
              </c:pt>
              <c:pt idx="769">
                <c:v>0.023782300874297856</c:v>
              </c:pt>
              <c:pt idx="770">
                <c:v>0.03236707821908913</c:v>
              </c:pt>
              <c:pt idx="771">
                <c:v>0.03319517931846968</c:v>
              </c:pt>
              <c:pt idx="772">
                <c:v>0.03376656957035024</c:v>
              </c:pt>
              <c:pt idx="773">
                <c:v>0.03638540688512952</c:v>
              </c:pt>
              <c:pt idx="774">
                <c:v>0.07895392167080034</c:v>
              </c:pt>
              <c:pt idx="775">
                <c:v>0.00330339731020926</c:v>
              </c:pt>
              <c:pt idx="776">
                <c:v>0.005556009902421602</c:v>
              </c:pt>
              <c:pt idx="777">
                <c:v>0.013289755745326235</c:v>
              </c:pt>
              <c:pt idx="778">
                <c:v>0.008271818017660741</c:v>
              </c:pt>
              <c:pt idx="779">
                <c:v>0.057519502201276725</c:v>
              </c:pt>
              <c:pt idx="780">
                <c:v>0.056462784894905804</c:v>
              </c:pt>
              <c:pt idx="781">
                <c:v>0.055177829894711525</c:v>
              </c:pt>
              <c:pt idx="782">
                <c:v>0.04766872791638723</c:v>
              </c:pt>
              <c:pt idx="783">
                <c:v>0.05272994885441815</c:v>
              </c:pt>
              <c:pt idx="784">
                <c:v>0.047358201476498336</c:v>
              </c:pt>
              <c:pt idx="785">
                <c:v>0.03307751325646929</c:v>
              </c:pt>
              <c:pt idx="786">
                <c:v>0.04446372017900286</c:v>
              </c:pt>
              <c:pt idx="787">
                <c:v>-0.004594114401814294</c:v>
              </c:pt>
              <c:pt idx="788">
                <c:v>0.07193964671595375</c:v>
              </c:pt>
              <c:pt idx="789">
                <c:v>0.05861670081377557</c:v>
              </c:pt>
              <c:pt idx="790">
                <c:v>0.06920868017910323</c:v>
              </c:pt>
              <c:pt idx="791">
                <c:v>0.06380583441761395</c:v>
              </c:pt>
              <c:pt idx="792">
                <c:v>0.044149100157232966</c:v>
              </c:pt>
              <c:pt idx="793">
                <c:v>0.04639786771151387</c:v>
              </c:pt>
              <c:pt idx="794">
                <c:v>0.03252174785464493</c:v>
              </c:pt>
              <c:pt idx="795">
                <c:v>0.04752605740412325</c:v>
              </c:pt>
              <c:pt idx="796">
                <c:v>0.08999520707103535</c:v>
              </c:pt>
              <c:pt idx="797">
                <c:v>0.039287739728761234</c:v>
              </c:pt>
              <c:pt idx="798">
                <c:v>0.04311397821041226</c:v>
              </c:pt>
              <c:pt idx="799">
                <c:v>0.04035462753047082</c:v>
              </c:pt>
              <c:pt idx="800">
                <c:v>0.04511433835712265</c:v>
              </c:pt>
              <c:pt idx="801">
                <c:v>0.019424979909722237</c:v>
              </c:pt>
              <c:pt idx="802">
                <c:v>0.019651618829603184</c:v>
              </c:pt>
              <c:pt idx="803">
                <c:v>0.05559631173776194</c:v>
              </c:pt>
              <c:pt idx="804">
                <c:v>0.054688176757739466</c:v>
              </c:pt>
              <c:pt idx="805">
                <c:v>0.055057822929317296</c:v>
              </c:pt>
              <c:pt idx="806">
                <c:v>0.054510287869790834</c:v>
              </c:pt>
              <c:pt idx="807">
                <c:v>0.06716221308965765</c:v>
              </c:pt>
              <c:pt idx="808">
                <c:v>0.08233658606717971</c:v>
              </c:pt>
              <c:pt idx="809">
                <c:v>0.07153372683486581</c:v>
              </c:pt>
              <c:pt idx="810">
                <c:v>0.047566222460870354</c:v>
              </c:pt>
              <c:pt idx="811">
                <c:v>0.05445143189421078</c:v>
              </c:pt>
              <c:pt idx="812">
                <c:v>2.8915492370757712E-08</c:v>
              </c:pt>
              <c:pt idx="813">
                <c:v>2.9610395520500233E-08</c:v>
              </c:pt>
              <c:pt idx="814">
                <c:v>0.0219131314581285</c:v>
              </c:pt>
              <c:pt idx="815">
                <c:v>0.04669755155528372</c:v>
              </c:pt>
              <c:pt idx="816">
                <c:v>0.01202020761462774</c:v>
              </c:pt>
              <c:pt idx="817">
                <c:v>-0.0044119619787258875</c:v>
              </c:pt>
              <c:pt idx="818">
                <c:v>-0.00896208871378306</c:v>
              </c:pt>
              <c:pt idx="819">
                <c:v>-0.008786420436252194</c:v>
              </c:pt>
              <c:pt idx="820">
                <c:v>0.028423002259949096</c:v>
              </c:pt>
              <c:pt idx="821">
                <c:v>0.07736128816046117</c:v>
              </c:pt>
              <c:pt idx="822">
                <c:v>0.06913291636660082</c:v>
              </c:pt>
              <c:pt idx="823">
                <c:v>0.06660145345003694</c:v>
              </c:pt>
              <c:pt idx="824">
                <c:v>0.0007609533194635745</c:v>
              </c:pt>
              <c:pt idx="825">
                <c:v>0.0022249237644080275</c:v>
              </c:pt>
              <c:pt idx="826">
                <c:v>0.09145385684699059</c:v>
              </c:pt>
              <c:pt idx="827">
                <c:v>0.05435944093534162</c:v>
              </c:pt>
              <c:pt idx="828">
                <c:v>0.049693135133213905</c:v>
              </c:pt>
              <c:pt idx="829">
                <c:v>0.08866181707932648</c:v>
              </c:pt>
              <c:pt idx="830">
                <c:v>0.08941633899834288</c:v>
              </c:pt>
              <c:pt idx="831">
                <c:v>0.08468742645408515</c:v>
              </c:pt>
              <c:pt idx="832">
                <c:v>0.011185920632217494</c:v>
              </c:pt>
              <c:pt idx="833">
                <c:v>6.299263227795901E-08</c:v>
              </c:pt>
              <c:pt idx="834">
                <c:v>6.415845389502777E-08</c:v>
              </c:pt>
              <c:pt idx="835">
                <c:v>0.02362873643172176</c:v>
              </c:pt>
              <c:pt idx="836">
                <c:v>0.04920387690483376</c:v>
              </c:pt>
              <c:pt idx="837">
                <c:v>0.046965987621749326</c:v>
              </c:pt>
              <c:pt idx="838">
                <c:v>0.0460110212471053</c:v>
              </c:pt>
              <c:pt idx="839">
                <c:v>0.04317103089578761</c:v>
              </c:pt>
              <c:pt idx="840">
                <c:v>0.03640021649042232</c:v>
              </c:pt>
              <c:pt idx="841">
                <c:v>0.06454520511849286</c:v>
              </c:pt>
              <c:pt idx="842">
                <c:v>0.06031093877766172</c:v>
              </c:pt>
              <c:pt idx="843">
                <c:v>0.060581675207166855</c:v>
              </c:pt>
              <c:pt idx="844">
                <c:v>0.04182774168009447</c:v>
              </c:pt>
              <c:pt idx="845">
                <c:v>0.00780322046897606</c:v>
              </c:pt>
              <c:pt idx="846">
                <c:v>0.007946047753175974</c:v>
              </c:pt>
              <c:pt idx="847">
                <c:v>0.01315792706337044</c:v>
              </c:pt>
              <c:pt idx="848">
                <c:v>0.016277929139762195</c:v>
              </c:pt>
              <c:pt idx="849">
                <c:v>0.01643426332307316</c:v>
              </c:pt>
              <c:pt idx="850">
                <c:v>0.06574349865623887</c:v>
              </c:pt>
              <c:pt idx="851">
                <c:v>0.07199322609738015</c:v>
              </c:pt>
              <c:pt idx="852">
                <c:v>3.862299751866361E-08</c:v>
              </c:pt>
              <c:pt idx="853">
                <c:v>0.0731718790659922</c:v>
              </c:pt>
              <c:pt idx="854">
                <c:v>0.10079808353204778</c:v>
              </c:pt>
              <c:pt idx="855">
                <c:v>1.1187975838966692E-07</c:v>
              </c:pt>
              <c:pt idx="856">
                <c:v>0.008468675720982347</c:v>
              </c:pt>
              <c:pt idx="857">
                <c:v>1.1239086550624363E-07</c:v>
              </c:pt>
              <c:pt idx="858">
                <c:v>0.05595536746901993</c:v>
              </c:pt>
              <c:pt idx="859">
                <c:v>0.0978174600486243</c:v>
              </c:pt>
              <c:pt idx="860">
                <c:v>0.07649250851752243</c:v>
              </c:pt>
              <c:pt idx="861">
                <c:v>-0.008018513999623776</c:v>
              </c:pt>
              <c:pt idx="862">
                <c:v>-0.008648072309289176</c:v>
              </c:pt>
              <c:pt idx="863">
                <c:v>-0.008709320656051575</c:v>
              </c:pt>
              <c:pt idx="864">
                <c:v>0.003975773333919538</c:v>
              </c:pt>
              <c:pt idx="865">
                <c:v>-0.0008855789540156691</c:v>
              </c:pt>
              <c:pt idx="866">
                <c:v>-0.006588517770177925</c:v>
              </c:pt>
              <c:pt idx="867">
                <c:v>0.022215917447125068</c:v>
              </c:pt>
              <c:pt idx="868">
                <c:v>0.08295482863685862</c:v>
              </c:pt>
              <c:pt idx="869">
                <c:v>0.08210079513493902</c:v>
              </c:pt>
              <c:pt idx="870">
                <c:v>0.0823651374620039</c:v>
              </c:pt>
              <c:pt idx="871">
                <c:v>0.007599714505409869</c:v>
              </c:pt>
              <c:pt idx="872">
                <c:v>6.953509817234152E-08</c:v>
              </c:pt>
              <c:pt idx="873">
                <c:v>0.023459322959812574</c:v>
              </c:pt>
              <c:pt idx="874">
                <c:v>0.024161361586117324</c:v>
              </c:pt>
              <c:pt idx="875">
                <c:v>-0.002267586204339124</c:v>
              </c:pt>
              <c:pt idx="876">
                <c:v>0.0010520084398845553</c:v>
              </c:pt>
              <c:pt idx="877">
                <c:v>0.0010516768759512422</c:v>
              </c:pt>
              <c:pt idx="878">
                <c:v>0.0010533299744225238</c:v>
              </c:pt>
              <c:pt idx="879">
                <c:v>0.03720121353306548</c:v>
              </c:pt>
              <c:pt idx="880">
                <c:v>0.042170482363986704</c:v>
              </c:pt>
              <c:pt idx="881">
                <c:v>0.04587042719559485</c:v>
              </c:pt>
              <c:pt idx="882">
                <c:v>0.04617878295013589</c:v>
              </c:pt>
              <c:pt idx="883">
                <c:v>0.023680344170661033</c:v>
              </c:pt>
              <c:pt idx="884">
                <c:v>0.04615015049845744</c:v>
              </c:pt>
              <c:pt idx="885">
                <c:v>-0.007709690408890604</c:v>
              </c:pt>
              <c:pt idx="886">
                <c:v>-4.880014401524283E-08</c:v>
              </c:pt>
              <c:pt idx="887">
                <c:v>-6.272192143205384E-08</c:v>
              </c:pt>
              <c:pt idx="888">
                <c:v>0.06561798941557317</c:v>
              </c:pt>
              <c:pt idx="889">
                <c:v>0.02732382366519511</c:v>
              </c:pt>
              <c:pt idx="890">
                <c:v>0.02595003280428776</c:v>
              </c:pt>
              <c:pt idx="891">
                <c:v>0.029815032961860284</c:v>
              </c:pt>
              <c:pt idx="892">
                <c:v>0.011032659609703484</c:v>
              </c:pt>
              <c:pt idx="893">
                <c:v>0.009037216476301334</c:v>
              </c:pt>
              <c:pt idx="894">
                <c:v>0.0075565697407269945</c:v>
              </c:pt>
              <c:pt idx="895">
                <c:v>0.030673023280038982</c:v>
              </c:pt>
              <c:pt idx="896">
                <c:v>4.6551976745128046E-08</c:v>
              </c:pt>
              <c:pt idx="897">
                <c:v>-0.00860936248040415</c:v>
              </c:pt>
              <c:pt idx="898">
                <c:v>0.07842970043733627</c:v>
              </c:pt>
              <c:pt idx="899">
                <c:v>0.09086188775509196</c:v>
              </c:pt>
              <c:pt idx="900">
                <c:v>0.05739318729794443</c:v>
              </c:pt>
              <c:pt idx="901">
                <c:v>0.05917412713918189</c:v>
              </c:pt>
              <c:pt idx="902">
                <c:v>0.0010447153321767584</c:v>
              </c:pt>
              <c:pt idx="903">
                <c:v>0.011520803925919056</c:v>
              </c:pt>
              <c:pt idx="904">
                <c:v>0.012673185273299198</c:v>
              </c:pt>
              <c:pt idx="905">
                <c:v>0.03158317629814503</c:v>
              </c:pt>
              <c:pt idx="906">
                <c:v>0.005847543890940145</c:v>
              </c:pt>
              <c:pt idx="907">
                <c:v>0.07856395884301072</c:v>
              </c:pt>
              <c:pt idx="908">
                <c:v>0.06616534657973756</c:v>
              </c:pt>
              <c:pt idx="909">
                <c:v>0.032268992593178406</c:v>
              </c:pt>
              <c:pt idx="910">
                <c:v>0.012373018518495389</c:v>
              </c:pt>
              <c:pt idx="911">
                <c:v>0.018363755825190013</c:v>
              </c:pt>
              <c:pt idx="912">
                <c:v>-0.0072290638226295036</c:v>
              </c:pt>
              <c:pt idx="913">
                <c:v>0.08138289050678249</c:v>
              </c:pt>
              <c:pt idx="914">
                <c:v>0.07645633564479966</c:v>
              </c:pt>
              <c:pt idx="915">
                <c:v>0.041625460505879106</c:v>
              </c:pt>
              <c:pt idx="916">
                <c:v>0.034601691686817065</c:v>
              </c:pt>
              <c:pt idx="917">
                <c:v>0.06736895724422692</c:v>
              </c:pt>
              <c:pt idx="918">
                <c:v>0.06556342588842558</c:v>
              </c:pt>
              <c:pt idx="919">
                <c:v>0.0834585067002444</c:v>
              </c:pt>
              <c:pt idx="920">
                <c:v>0.08302279803543589</c:v>
              </c:pt>
              <c:pt idx="921">
                <c:v>0.07929173317545268</c:v>
              </c:pt>
              <c:pt idx="922">
                <c:v>0.08059059755802951</c:v>
              </c:pt>
              <c:pt idx="923">
                <c:v>0.07963820576120274</c:v>
              </c:pt>
              <c:pt idx="924">
                <c:v>0.09190900262914403</c:v>
              </c:pt>
              <c:pt idx="925">
                <c:v>0.07856732197587606</c:v>
              </c:pt>
              <c:pt idx="926">
                <c:v>-0.0066000873988304246</c:v>
              </c:pt>
              <c:pt idx="927">
                <c:v>-0.00636502583779331</c:v>
              </c:pt>
              <c:pt idx="928">
                <c:v>0.05444195863647753</c:v>
              </c:pt>
              <c:pt idx="929">
                <c:v>0.05441589571454013</c:v>
              </c:pt>
              <c:pt idx="930">
                <c:v>0.0687613197032843</c:v>
              </c:pt>
              <c:pt idx="931">
                <c:v>0.06953636132662971</c:v>
              </c:pt>
              <c:pt idx="932">
                <c:v>0.06597460294317051</c:v>
              </c:pt>
              <c:pt idx="933">
                <c:v>0.07219109664156857</c:v>
              </c:pt>
              <c:pt idx="934">
                <c:v>-0.052912725123731436</c:v>
              </c:pt>
              <c:pt idx="935">
                <c:v>0.07523756360728794</c:v>
              </c:pt>
              <c:pt idx="936">
                <c:v>0.077478106993699</c:v>
              </c:pt>
              <c:pt idx="937">
                <c:v>0.08209045680540951</c:v>
              </c:pt>
              <c:pt idx="938">
                <c:v>0.092483753953761</c:v>
              </c:pt>
              <c:pt idx="939">
                <c:v>0.055990942679714405</c:v>
              </c:pt>
              <c:pt idx="940">
                <c:v>0.08025110029987163</c:v>
              </c:pt>
              <c:pt idx="941">
                <c:v>0.031036650267730333</c:v>
              </c:pt>
              <c:pt idx="942">
                <c:v>0.03783938415667635</c:v>
              </c:pt>
              <c:pt idx="943">
                <c:v>-0.00605463796825443</c:v>
              </c:pt>
              <c:pt idx="944">
                <c:v>0.06767870699875343</c:v>
              </c:pt>
              <c:pt idx="945">
                <c:v>0.07302599536124704</c:v>
              </c:pt>
              <c:pt idx="946">
                <c:v>1.0577513441061557E-07</c:v>
              </c:pt>
              <c:pt idx="947">
                <c:v>0.09176720840404486</c:v>
              </c:pt>
              <c:pt idx="948">
                <c:v>0.09227077556607173</c:v>
              </c:pt>
              <c:pt idx="949">
                <c:v>0.08187602057143034</c:v>
              </c:pt>
              <c:pt idx="950">
                <c:v>0.05673475166133526</c:v>
              </c:pt>
              <c:pt idx="951">
                <c:v>0.06071549670275199</c:v>
              </c:pt>
              <c:pt idx="952">
                <c:v>0.07861813774214785</c:v>
              </c:pt>
              <c:pt idx="953">
                <c:v>0.08086444231459705</c:v>
              </c:pt>
              <c:pt idx="954">
                <c:v>0.07940093219388737</c:v>
              </c:pt>
              <c:pt idx="955">
                <c:v>0.08984952150964902</c:v>
              </c:pt>
              <c:pt idx="956">
                <c:v>0.023906558372533717</c:v>
              </c:pt>
              <c:pt idx="957">
                <c:v>0.02369892302265733</c:v>
              </c:pt>
              <c:pt idx="958">
                <c:v>0.023699044058741736</c:v>
              </c:pt>
              <c:pt idx="959">
                <c:v>0.06815530391330753</c:v>
              </c:pt>
              <c:pt idx="960">
                <c:v>0.05783635931365425</c:v>
              </c:pt>
              <c:pt idx="961">
                <c:v>0.05912685773361823</c:v>
              </c:pt>
              <c:pt idx="962">
                <c:v>0.06377553643355709</c:v>
              </c:pt>
              <c:pt idx="963">
                <c:v>0.09957126696969322</c:v>
              </c:pt>
              <c:pt idx="964">
                <c:v>0.09425799993003667</c:v>
              </c:pt>
              <c:pt idx="965">
                <c:v>0.027326818043590773</c:v>
              </c:pt>
              <c:pt idx="966">
                <c:v>0.03246497247743212</c:v>
              </c:pt>
              <c:pt idx="967">
                <c:v>0.03539840987230076</c:v>
              </c:pt>
              <c:pt idx="968">
                <c:v>0.06881757784736603</c:v>
              </c:pt>
              <c:pt idx="969">
                <c:v>0.08689079085133672</c:v>
              </c:pt>
              <c:pt idx="970">
                <c:v>0.02369893540529867</c:v>
              </c:pt>
              <c:pt idx="971">
                <c:v>0.035091635763987425</c:v>
              </c:pt>
              <c:pt idx="972">
                <c:v>0.0639321440665783</c:v>
              </c:pt>
              <c:pt idx="973">
                <c:v>0.06653857804534072</c:v>
              </c:pt>
              <c:pt idx="974">
                <c:v>0.06326717373344222</c:v>
              </c:pt>
              <c:pt idx="975">
                <c:v>0.07303843492393779</c:v>
              </c:pt>
              <c:pt idx="976">
                <c:v>0.010167579921836556</c:v>
              </c:pt>
              <c:pt idx="977">
                <c:v>0.01196013488377847</c:v>
              </c:pt>
              <c:pt idx="978">
                <c:v>0.02909146594784686</c:v>
              </c:pt>
              <c:pt idx="979">
                <c:v>0.057050604388513074</c:v>
              </c:pt>
              <c:pt idx="980">
                <c:v>0.07705918565473308</c:v>
              </c:pt>
              <c:pt idx="981">
                <c:v>0.029214364489707136</c:v>
              </c:pt>
              <c:pt idx="982">
                <c:v>0.015021119817985765</c:v>
              </c:pt>
              <c:pt idx="983">
                <c:v>0.021561093489354553</c:v>
              </c:pt>
              <c:pt idx="984">
                <c:v>0.04119666484529193</c:v>
              </c:pt>
              <c:pt idx="985">
                <c:v>0.040478415045407265</c:v>
              </c:pt>
              <c:pt idx="986">
                <c:v>0.04469905250964156</c:v>
              </c:pt>
              <c:pt idx="987">
                <c:v>6.503019750966972E-08</c:v>
              </c:pt>
              <c:pt idx="988">
                <c:v>0.002768402555955453</c:v>
              </c:pt>
              <c:pt idx="989">
                <c:v>0.003330765469081022</c:v>
              </c:pt>
              <c:pt idx="990">
                <c:v>6.285377895866681E-08</c:v>
              </c:pt>
              <c:pt idx="991">
                <c:v>0.007131727978176237</c:v>
              </c:pt>
              <c:pt idx="992">
                <c:v>0.008935629133471677</c:v>
              </c:pt>
              <c:pt idx="993">
                <c:v>0.004131787134964342</c:v>
              </c:pt>
              <c:pt idx="994">
                <c:v>0.021233907250606032</c:v>
              </c:pt>
              <c:pt idx="995">
                <c:v>0.06879557586988233</c:v>
              </c:pt>
              <c:pt idx="996">
                <c:v>-0.006674407522158283</c:v>
              </c:pt>
              <c:pt idx="997">
                <c:v>0.0008299282065231508</c:v>
              </c:pt>
              <c:pt idx="998">
                <c:v>0.0012055544943048386</c:v>
              </c:pt>
              <c:pt idx="999">
                <c:v>0.008409009593990121</c:v>
              </c:pt>
              <c:pt idx="1000">
                <c:v>0.00828163058722967</c:v>
              </c:pt>
              <c:pt idx="1001">
                <c:v>0.00942127335982483</c:v>
              </c:pt>
              <c:pt idx="1002">
                <c:v>8.765717867548528E-08</c:v>
              </c:pt>
              <c:pt idx="1003">
                <c:v>0.04416297615266618</c:v>
              </c:pt>
              <c:pt idx="1004">
                <c:v>0.04151742346286793</c:v>
              </c:pt>
              <c:pt idx="1005">
                <c:v>0.03431124768974138</c:v>
              </c:pt>
              <c:pt idx="1006">
                <c:v>0.0018400057886383894</c:v>
              </c:pt>
              <c:pt idx="1007">
                <c:v>0.011494216345121832</c:v>
              </c:pt>
              <c:pt idx="1008">
                <c:v>0.012226217014847739</c:v>
              </c:pt>
              <c:pt idx="1009">
                <c:v>0.02723796222113269</c:v>
              </c:pt>
              <c:pt idx="1010">
                <c:v>0.01658452516076015</c:v>
              </c:pt>
              <c:pt idx="1011">
                <c:v>0.03638623788442012</c:v>
              </c:pt>
              <c:pt idx="1012">
                <c:v>0.0018497255843053146</c:v>
              </c:pt>
              <c:pt idx="1013">
                <c:v>0.014990965448854691</c:v>
              </c:pt>
              <c:pt idx="1014">
                <c:v>1.2030357366353051E-07</c:v>
              </c:pt>
              <c:pt idx="1015">
                <c:v>0.0073482549632001536</c:v>
              </c:pt>
              <c:pt idx="1016">
                <c:v>0.025900878574280035</c:v>
              </c:pt>
              <c:pt idx="1017">
                <c:v>0.06833431507652195</c:v>
              </c:pt>
              <c:pt idx="1018">
                <c:v>0.03117395491355687</c:v>
              </c:pt>
              <c:pt idx="1019">
                <c:v>0.031063519786680347</c:v>
              </c:pt>
              <c:pt idx="1020">
                <c:v>0.031214916447969962</c:v>
              </c:pt>
              <c:pt idx="1021">
                <c:v>0.031050143741321423</c:v>
              </c:pt>
              <c:pt idx="1022">
                <c:v>0.024305838198405694</c:v>
              </c:pt>
              <c:pt idx="1023">
                <c:v>0.024484764560673656</c:v>
              </c:pt>
              <c:pt idx="1024">
                <c:v>0.023628939919487696</c:v>
              </c:pt>
              <c:pt idx="1025">
                <c:v>0.019086194601713433</c:v>
              </c:pt>
              <c:pt idx="1026">
                <c:v>0.07885983997455755</c:v>
              </c:pt>
              <c:pt idx="1027">
                <c:v>0.06264998229463431</c:v>
              </c:pt>
              <c:pt idx="1028">
                <c:v>0.010856739383347634</c:v>
              </c:pt>
              <c:pt idx="1029">
                <c:v>0.011455782347044667</c:v>
              </c:pt>
              <c:pt idx="1030">
                <c:v>0.02163604776437271</c:v>
              </c:pt>
              <c:pt idx="1031">
                <c:v>0.039199326063612955</c:v>
              </c:pt>
              <c:pt idx="1032">
                <c:v>0.011543022569714411</c:v>
              </c:pt>
              <c:pt idx="1033">
                <c:v>0.04412532604538473</c:v>
              </c:pt>
              <c:pt idx="1034">
                <c:v>0.001514265054242523</c:v>
              </c:pt>
              <c:pt idx="1035">
                <c:v>3.8166362067124637E-08</c:v>
              </c:pt>
              <c:pt idx="1036">
                <c:v>-0.0015463373196345227</c:v>
              </c:pt>
              <c:pt idx="1037">
                <c:v>-1.8324174350012015E-08</c:v>
              </c:pt>
              <c:pt idx="1038">
                <c:v>-0.0008092195850258131</c:v>
              </c:pt>
              <c:pt idx="1039">
                <c:v>0.08046865301479059</c:v>
              </c:pt>
              <c:pt idx="1040">
                <c:v>0.04204415508282143</c:v>
              </c:pt>
              <c:pt idx="1041">
                <c:v>0.006165789005628223</c:v>
              </c:pt>
              <c:pt idx="1042">
                <c:v>0.010528917769500564</c:v>
              </c:pt>
              <c:pt idx="1043">
                <c:v>0.04922240762675799</c:v>
              </c:pt>
              <c:pt idx="1044">
                <c:v>0.047227870767957224</c:v>
              </c:pt>
              <c:pt idx="1045">
                <c:v>0.07791087152364015</c:v>
              </c:pt>
              <c:pt idx="1046">
                <c:v>0.07370878374625871</c:v>
              </c:pt>
              <c:pt idx="1047">
                <c:v>0.0628334431650056</c:v>
              </c:pt>
              <c:pt idx="1048">
                <c:v>0.06802441587328147</c:v>
              </c:pt>
              <c:pt idx="1049">
                <c:v>0.07625309524980428</c:v>
              </c:pt>
              <c:pt idx="1050">
                <c:v>0.07207153970422515</c:v>
              </c:pt>
              <c:pt idx="1051">
                <c:v>0.017285338441588857</c:v>
              </c:pt>
              <c:pt idx="1052">
                <c:v>0.013033986335457782</c:v>
              </c:pt>
              <c:pt idx="1053">
                <c:v>0.02016273512381589</c:v>
              </c:pt>
              <c:pt idx="1054">
                <c:v>0.03253237584548909</c:v>
              </c:pt>
              <c:pt idx="1055">
                <c:v>0.029012054474874035</c:v>
              </c:pt>
              <c:pt idx="1056">
                <c:v>0.03267659882176122</c:v>
              </c:pt>
              <c:pt idx="1057">
                <c:v>0.0787273162284216</c:v>
              </c:pt>
              <c:pt idx="1058">
                <c:v>-0.003574710580055346</c:v>
              </c:pt>
              <c:pt idx="1059">
                <c:v>-0.008563782835707048</c:v>
              </c:pt>
              <c:pt idx="1060">
                <c:v>0.0595280565900427</c:v>
              </c:pt>
              <c:pt idx="1061">
                <c:v>0.05450677399364035</c:v>
              </c:pt>
              <c:pt idx="1062">
                <c:v>-0.005842059575263092</c:v>
              </c:pt>
              <c:pt idx="1063">
                <c:v>-0.007993616819386476</c:v>
              </c:pt>
              <c:pt idx="1064">
                <c:v>-0.006734955306393209</c:v>
              </c:pt>
              <c:pt idx="1065">
                <c:v>-0.007614827418627345</c:v>
              </c:pt>
              <c:pt idx="1066">
                <c:v>-0.0036009614338883486</c:v>
              </c:pt>
              <c:pt idx="1067">
                <c:v>0.023698979954021877</c:v>
              </c:pt>
              <c:pt idx="1068">
                <c:v>0.03705318635583513</c:v>
              </c:pt>
              <c:pt idx="1069">
                <c:v>0.040260769613570904</c:v>
              </c:pt>
              <c:pt idx="1070">
                <c:v>0.036789012658159065</c:v>
              </c:pt>
              <c:pt idx="1071">
                <c:v>0.03533732835975643</c:v>
              </c:pt>
              <c:pt idx="1072">
                <c:v>0.03631750073009047</c:v>
              </c:pt>
              <c:pt idx="1073">
                <c:v>0.05120267857693382</c:v>
              </c:pt>
              <c:pt idx="1074">
                <c:v>0.06823809274766092</c:v>
              </c:pt>
              <c:pt idx="1075">
                <c:v>0.07689055131329812</c:v>
              </c:pt>
              <c:pt idx="1076">
                <c:v>0.07387811930405351</c:v>
              </c:pt>
              <c:pt idx="1077">
                <c:v>0.04494105632214612</c:v>
              </c:pt>
              <c:pt idx="1078">
                <c:v>0.04779871183023152</c:v>
              </c:pt>
              <c:pt idx="1079">
                <c:v>0.08053429346820563</c:v>
              </c:pt>
              <c:pt idx="1080">
                <c:v>0.06656525016118028</c:v>
              </c:pt>
              <c:pt idx="1081">
                <c:v>0.041052777374838284</c:v>
              </c:pt>
              <c:pt idx="1082">
                <c:v>0.06213097786955838</c:v>
              </c:pt>
              <c:pt idx="1083">
                <c:v>0.0636077901462139</c:v>
              </c:pt>
              <c:pt idx="1084">
                <c:v>0.05353541429243374</c:v>
              </c:pt>
              <c:pt idx="1085">
                <c:v>0.06397854014758635</c:v>
              </c:pt>
              <c:pt idx="1086">
                <c:v>0.056725045980275425</c:v>
              </c:pt>
              <c:pt idx="1087">
                <c:v>0.01634778454762919</c:v>
              </c:pt>
              <c:pt idx="1088">
                <c:v>0.05562150322061163</c:v>
              </c:pt>
              <c:pt idx="1089">
                <c:v>0.05522424911450618</c:v>
              </c:pt>
              <c:pt idx="1090">
                <c:v>0.0010665143737387415</c:v>
              </c:pt>
              <c:pt idx="1091">
                <c:v>0.01573153391961679</c:v>
              </c:pt>
              <c:pt idx="1092">
                <c:v>0.007940055874327702</c:v>
              </c:pt>
              <c:pt idx="1093">
                <c:v>0.008505753661062296</c:v>
              </c:pt>
              <c:pt idx="1094">
                <c:v>0.02278387584019652</c:v>
              </c:pt>
              <c:pt idx="1095">
                <c:v>-0.006173355515823837</c:v>
              </c:pt>
              <c:pt idx="1096">
                <c:v>8.76288414060626E-08</c:v>
              </c:pt>
              <c:pt idx="1097">
                <c:v>9.809086426063796E-08</c:v>
              </c:pt>
              <c:pt idx="1098">
                <c:v>-3.921831621122984E-09</c:v>
              </c:pt>
              <c:pt idx="1099">
                <c:v>-0.00022503947156318448</c:v>
              </c:pt>
              <c:pt idx="1100">
                <c:v>-5.093825621082108E-10</c:v>
              </c:pt>
              <c:pt idx="1101">
                <c:v>0.021329310934985846</c:v>
              </c:pt>
              <c:pt idx="1102">
                <c:v>0.023370596402114436</c:v>
              </c:pt>
              <c:pt idx="1103">
                <c:v>0.056319158600329794</c:v>
              </c:pt>
              <c:pt idx="1104">
                <c:v>3.8418354964636207E-08</c:v>
              </c:pt>
              <c:pt idx="1105">
                <c:v>3.702959366076385E-08</c:v>
              </c:pt>
              <c:pt idx="1106">
                <c:v>-0.0019662755598672072</c:v>
              </c:pt>
              <c:pt idx="1107">
                <c:v>0.005058494405540272</c:v>
              </c:pt>
              <c:pt idx="1108">
                <c:v>8.180577235400107E-08</c:v>
              </c:pt>
              <c:pt idx="1109">
                <c:v>0.008016244914279902</c:v>
              </c:pt>
              <c:pt idx="1110">
                <c:v>0.06016106495286211</c:v>
              </c:pt>
              <c:pt idx="1111">
                <c:v>0.03579190682904178</c:v>
              </c:pt>
              <c:pt idx="1112">
                <c:v>0.04304380276534807</c:v>
              </c:pt>
              <c:pt idx="1113">
                <c:v>0.02658321217989058</c:v>
              </c:pt>
              <c:pt idx="1114">
                <c:v>0.014529276496192312</c:v>
              </c:pt>
              <c:pt idx="1115">
                <c:v>0.0020371421550440835</c:v>
              </c:pt>
              <c:pt idx="1116">
                <c:v>0.008166170258462823</c:v>
              </c:pt>
              <c:pt idx="1117">
                <c:v>0.03473319397835226</c:v>
              </c:pt>
              <c:pt idx="1118">
                <c:v>0.03166425830572528</c:v>
              </c:pt>
              <c:pt idx="1119">
                <c:v>0.03210778220617517</c:v>
              </c:pt>
              <c:pt idx="1120">
                <c:v>0.047178368564402204</c:v>
              </c:pt>
              <c:pt idx="1121">
                <c:v>0.03805594349678818</c:v>
              </c:pt>
              <c:pt idx="1122">
                <c:v>0.06318450580252113</c:v>
              </c:pt>
              <c:pt idx="1123">
                <c:v>0.03398244294997421</c:v>
              </c:pt>
              <c:pt idx="1124">
                <c:v>0.056585738553366335</c:v>
              </c:pt>
              <c:pt idx="1125">
                <c:v>0.00710718234922041</c:v>
              </c:pt>
              <c:pt idx="1126">
                <c:v>0.0037409081936660422</c:v>
              </c:pt>
              <c:pt idx="1127">
                <c:v>0.039713739407733636</c:v>
              </c:pt>
              <c:pt idx="1128">
                <c:v>0.037270995918891</c:v>
              </c:pt>
              <c:pt idx="1129">
                <c:v>0.03621968996589715</c:v>
              </c:pt>
              <c:pt idx="1130">
                <c:v>0.020942752872857195</c:v>
              </c:pt>
              <c:pt idx="1131">
                <c:v>0.018372681878952874</c:v>
              </c:pt>
              <c:pt idx="1132">
                <c:v>0.030413113854163006</c:v>
              </c:pt>
              <c:pt idx="1133">
                <c:v>0.031410832984231994</c:v>
              </c:pt>
              <c:pt idx="1134">
                <c:v>0.008229820721446455</c:v>
              </c:pt>
              <c:pt idx="1135">
                <c:v>0.10052923173466938</c:v>
              </c:pt>
              <c:pt idx="1136">
                <c:v>-0.0031531758116666656</c:v>
              </c:pt>
              <c:pt idx="1137">
                <c:v>-0.004944371198594852</c:v>
              </c:pt>
              <c:pt idx="1138">
                <c:v>0.10023212614851389</c:v>
              </c:pt>
              <c:pt idx="1139">
                <c:v>0.10074145382525666</c:v>
              </c:pt>
              <c:pt idx="1140">
                <c:v>0.010184828722025249</c:v>
              </c:pt>
              <c:pt idx="1141">
                <c:v>0.014475945723098805</c:v>
              </c:pt>
              <c:pt idx="1142">
                <c:v>0.01282190083452768</c:v>
              </c:pt>
              <c:pt idx="1143">
                <c:v>0.004469425651305829</c:v>
              </c:pt>
              <c:pt idx="1144">
                <c:v>6.239385705398994E-08</c:v>
              </c:pt>
              <c:pt idx="1145">
                <c:v>7.662860393997466E-08</c:v>
              </c:pt>
              <c:pt idx="1146">
                <c:v>0.0002619275875518655</c:v>
              </c:pt>
              <c:pt idx="1147">
                <c:v>0.009684775635632867</c:v>
              </c:pt>
              <c:pt idx="1148">
                <c:v>0.018457832442850725</c:v>
              </c:pt>
              <c:pt idx="1149">
                <c:v>0.055459611853086926</c:v>
              </c:pt>
              <c:pt idx="1150">
                <c:v>0.05499317258370435</c:v>
              </c:pt>
              <c:pt idx="1151">
                <c:v>0.05403744324846045</c:v>
              </c:pt>
              <c:pt idx="1152">
                <c:v>-1.9623582735894188E-08</c:v>
              </c:pt>
              <c:pt idx="1153">
                <c:v>0.05917345488479887</c:v>
              </c:pt>
              <c:pt idx="1154">
                <c:v>0.06362044556189353</c:v>
              </c:pt>
              <c:pt idx="1155">
                <c:v>0.02939047107843064</c:v>
              </c:pt>
              <c:pt idx="1156">
                <c:v>0.008710411154142842</c:v>
              </c:pt>
              <c:pt idx="1157">
                <c:v>0.07592895688967713</c:v>
              </c:pt>
              <c:pt idx="1158">
                <c:v>0.07780611932566858</c:v>
              </c:pt>
              <c:pt idx="1159">
                <c:v>0.07205344699835368</c:v>
              </c:pt>
              <c:pt idx="1160">
                <c:v>0.005208473419302505</c:v>
              </c:pt>
              <c:pt idx="1161">
                <c:v>0.000485233942466645</c:v>
              </c:pt>
              <c:pt idx="1162">
                <c:v>4.90972689447483E-08</c:v>
              </c:pt>
              <c:pt idx="1163">
                <c:v>4.0134310557484733E-08</c:v>
              </c:pt>
              <c:pt idx="1164">
                <c:v>0.05664066946011696</c:v>
              </c:pt>
              <c:pt idx="1165">
                <c:v>0.04347527314838798</c:v>
              </c:pt>
              <c:pt idx="1166">
                <c:v>5.0958613782755275E-08</c:v>
              </c:pt>
              <c:pt idx="1167">
                <c:v>0.02308459702673006</c:v>
              </c:pt>
              <c:pt idx="1168">
                <c:v>0.06415489162085748</c:v>
              </c:pt>
              <c:pt idx="1169">
                <c:v>0.027150676128795317</c:v>
              </c:pt>
              <c:pt idx="1170">
                <c:v>0.008305387843690448</c:v>
              </c:pt>
              <c:pt idx="1171">
                <c:v>0.04170147583615148</c:v>
              </c:pt>
              <c:pt idx="1172">
                <c:v>0.03789439009835634</c:v>
              </c:pt>
              <c:pt idx="1173">
                <c:v>0.08115130411345388</c:v>
              </c:pt>
              <c:pt idx="1174">
                <c:v>0.012193795660472843</c:v>
              </c:pt>
              <c:pt idx="1175">
                <c:v>0.07883861443569204</c:v>
              </c:pt>
              <c:pt idx="1176">
                <c:v>-0.007909208087200937</c:v>
              </c:pt>
              <c:pt idx="1177">
                <c:v>0.08322269678953095</c:v>
              </c:pt>
              <c:pt idx="1178">
                <c:v>0.033874509655145484</c:v>
              </c:pt>
              <c:pt idx="1179">
                <c:v>-0.008578328698836532</c:v>
              </c:pt>
              <c:pt idx="1180">
                <c:v>-0.004687781475262202</c:v>
              </c:pt>
              <c:pt idx="1181">
                <c:v>0.007881244042902231</c:v>
              </c:pt>
              <c:pt idx="1182">
                <c:v>0.08487215223215662</c:v>
              </c:pt>
              <c:pt idx="1183">
                <c:v>0.033578734093759874</c:v>
              </c:pt>
              <c:pt idx="1184">
                <c:v>0.034099008684924235</c:v>
              </c:pt>
              <c:pt idx="1185">
                <c:v>0.03849196542406413</c:v>
              </c:pt>
              <c:pt idx="1186">
                <c:v>0.09812537435631566</c:v>
              </c:pt>
              <c:pt idx="1187">
                <c:v>0.08316933952567025</c:v>
              </c:pt>
              <c:pt idx="1188">
                <c:v>8.012171507164215E-08</c:v>
              </c:pt>
              <c:pt idx="1189">
                <c:v>4.068885543143249E-08</c:v>
              </c:pt>
              <c:pt idx="1190">
                <c:v>4.2282374959226234E-08</c:v>
              </c:pt>
              <c:pt idx="1191">
                <c:v>0.07870246023633891</c:v>
              </c:pt>
              <c:pt idx="1192">
                <c:v>0.053464502546296554</c:v>
              </c:pt>
              <c:pt idx="1193">
                <c:v>0.05340108115068978</c:v>
              </c:pt>
              <c:pt idx="1194">
                <c:v>0.022908991137205934</c:v>
              </c:pt>
              <c:pt idx="1195">
                <c:v>0.08682111441093339</c:v>
              </c:pt>
              <c:pt idx="1196">
                <c:v>0.05470642943579275</c:v>
              </c:pt>
              <c:pt idx="1197">
                <c:v>0.017832957341514185</c:v>
              </c:pt>
              <c:pt idx="1198">
                <c:v>0.01951339752046042</c:v>
              </c:pt>
              <c:pt idx="1199">
                <c:v>0.03142190514319014</c:v>
              </c:pt>
              <c:pt idx="1200">
                <c:v>0.07526464442115914</c:v>
              </c:pt>
              <c:pt idx="1201">
                <c:v>-0.0026772327100230225</c:v>
              </c:pt>
              <c:pt idx="1202">
                <c:v>-0.004126597256431235</c:v>
              </c:pt>
              <c:pt idx="1203">
                <c:v>0.07220631983071628</c:v>
              </c:pt>
              <c:pt idx="1204">
                <c:v>0.03569389353569815</c:v>
              </c:pt>
              <c:pt idx="1205">
                <c:v>0.09673379051096284</c:v>
              </c:pt>
              <c:pt idx="1206">
                <c:v>0.06785959322962899</c:v>
              </c:pt>
              <c:pt idx="1207">
                <c:v>0.01389048229603759</c:v>
              </c:pt>
              <c:pt idx="1208">
                <c:v>0.018000162234616566</c:v>
              </c:pt>
              <c:pt idx="1209">
                <c:v>0.015312240267216826</c:v>
              </c:pt>
              <c:pt idx="1210">
                <c:v>0.06660978593862894</c:v>
              </c:pt>
              <c:pt idx="1211">
                <c:v>-0.007993431891290145</c:v>
              </c:pt>
              <c:pt idx="1212">
                <c:v>0.07645179678361982</c:v>
              </c:pt>
              <c:pt idx="1213">
                <c:v>0.06334321818796383</c:v>
              </c:pt>
              <c:pt idx="1214">
                <c:v>0.08099892141014997</c:v>
              </c:pt>
              <c:pt idx="1215">
                <c:v>-0.004442896847872463</c:v>
              </c:pt>
              <c:pt idx="1216">
                <c:v>0.023698846494762282</c:v>
              </c:pt>
              <c:pt idx="1217">
                <c:v>0.07491703141044743</c:v>
              </c:pt>
              <c:pt idx="1218">
                <c:v>0.009040849245452776</c:v>
              </c:pt>
              <c:pt idx="1219">
                <c:v>0.06546642167955163</c:v>
              </c:pt>
              <c:pt idx="1220">
                <c:v>-4.629674585679891E-08</c:v>
              </c:pt>
              <c:pt idx="1221">
                <c:v>-0.001084897718682524</c:v>
              </c:pt>
              <c:pt idx="1222">
                <c:v>0.014171536301486142</c:v>
              </c:pt>
              <c:pt idx="1223">
                <c:v>0.056111975417158955</c:v>
              </c:pt>
              <c:pt idx="1224">
                <c:v>-0.0029363605780402665</c:v>
              </c:pt>
              <c:pt idx="1225">
                <c:v>0.05301253041085866</c:v>
              </c:pt>
              <c:pt idx="1226">
                <c:v>0.052153971938841026</c:v>
              </c:pt>
              <c:pt idx="1227">
                <c:v>0.000796198891988689</c:v>
              </c:pt>
              <c:pt idx="1228">
                <c:v>0.09952566079987388</c:v>
              </c:pt>
              <c:pt idx="1229">
                <c:v>-0.004215597021833849</c:v>
              </c:pt>
              <c:pt idx="1230">
                <c:v>0.05605232749492306</c:v>
              </c:pt>
              <c:pt idx="1231">
                <c:v>0.017527704897376525</c:v>
              </c:pt>
              <c:pt idx="1232">
                <c:v>0.016748282539597644</c:v>
              </c:pt>
              <c:pt idx="1233">
                <c:v>0.014016849524645889</c:v>
              </c:pt>
              <c:pt idx="1234">
                <c:v>0.034609995911150084</c:v>
              </c:pt>
              <c:pt idx="1235">
                <c:v>0.03880689858930724</c:v>
              </c:pt>
              <c:pt idx="1236">
                <c:v>0.017096806130592168</c:v>
              </c:pt>
              <c:pt idx="1237">
                <c:v>0.02656595424836832</c:v>
              </c:pt>
              <c:pt idx="1238">
                <c:v>0.015447133826766823</c:v>
              </c:pt>
              <c:pt idx="1239">
                <c:v>0.0009384855148868608</c:v>
              </c:pt>
              <c:pt idx="1240">
                <c:v>0.017602463973615097</c:v>
              </c:pt>
              <c:pt idx="1241">
                <c:v>0.002689151615230698</c:v>
              </c:pt>
              <c:pt idx="1242">
                <c:v>0.10006694091860527</c:v>
              </c:pt>
              <c:pt idx="1243">
                <c:v>-0.006490508129070146</c:v>
              </c:pt>
              <c:pt idx="1244">
                <c:v>0.0823057717629904</c:v>
              </c:pt>
              <c:pt idx="1245">
                <c:v>0.08337321244108044</c:v>
              </c:pt>
              <c:pt idx="1246">
                <c:v>0.04228773715562863</c:v>
              </c:pt>
              <c:pt idx="1247">
                <c:v>0.033463660727790376</c:v>
              </c:pt>
              <c:pt idx="1248">
                <c:v>-0.03104899815494766</c:v>
              </c:pt>
              <c:pt idx="1249">
                <c:v>-0.04897828402646494</c:v>
              </c:pt>
              <c:pt idx="1250">
                <c:v>-0.016766092936335113</c:v>
              </c:pt>
              <c:pt idx="1251">
                <c:v>0.12031235875035867</c:v>
              </c:pt>
              <c:pt idx="1252">
                <c:v>0.15144644508885932</c:v>
              </c:pt>
              <c:pt idx="1253">
                <c:v>0.12578220200781537</c:v>
              </c:pt>
              <c:pt idx="1254">
                <c:v>0.09938210302166323</c:v>
              </c:pt>
              <c:pt idx="1255">
                <c:v>0.10235259331028765</c:v>
              </c:pt>
              <c:pt idx="1256">
                <c:v>0.059775869786243746</c:v>
              </c:pt>
              <c:pt idx="1257">
                <c:v>0.07167762408598435</c:v>
              </c:pt>
              <c:pt idx="1258">
                <c:v>0.015571526920211406</c:v>
              </c:pt>
              <c:pt idx="1259">
                <c:v>0.02096641839046369</c:v>
              </c:pt>
              <c:pt idx="1260">
                <c:v>0.024511297643672332</c:v>
              </c:pt>
              <c:pt idx="1261">
                <c:v>0.03706092059366288</c:v>
              </c:pt>
              <c:pt idx="1262">
                <c:v>0.052669499366216385</c:v>
              </c:pt>
              <c:pt idx="1263">
                <c:v>0.013964577940857889</c:v>
              </c:pt>
              <c:pt idx="1264">
                <c:v>0.004841006075619671</c:v>
              </c:pt>
              <c:pt idx="1265">
                <c:v>0.012281021551528017</c:v>
              </c:pt>
              <c:pt idx="1266">
                <c:v>0.13656135538535769</c:v>
              </c:pt>
              <c:pt idx="1267">
                <c:v>0.13746699835497306</c:v>
              </c:pt>
              <c:pt idx="1268">
                <c:v>0.10571961842941693</c:v>
              </c:pt>
              <c:pt idx="1269">
                <c:v>0.1036159955636353</c:v>
              </c:pt>
              <c:pt idx="1270">
                <c:v>0.1060930681234919</c:v>
              </c:pt>
              <c:pt idx="1271">
                <c:v>0.08444853851911088</c:v>
              </c:pt>
              <c:pt idx="1272">
                <c:v>0.06822997695103786</c:v>
              </c:pt>
              <c:pt idx="1273">
                <c:v>0.06722875578721349</c:v>
              </c:pt>
              <c:pt idx="1274">
                <c:v>0.06717754466680223</c:v>
              </c:pt>
              <c:pt idx="1275">
                <c:v>0.06291581404276321</c:v>
              </c:pt>
              <c:pt idx="1276">
                <c:v>0.06416921398277005</c:v>
              </c:pt>
              <c:pt idx="1277">
                <c:v>0.14521977786739787</c:v>
              </c:pt>
              <c:pt idx="1278">
                <c:v>0.13283999501205532</c:v>
              </c:pt>
              <c:pt idx="1279">
                <c:v>0.05998877311344086</c:v>
              </c:pt>
              <c:pt idx="1280">
                <c:v>0.03975713543658608</c:v>
              </c:pt>
              <c:pt idx="1281">
                <c:v>-0.04708012205389963</c:v>
              </c:pt>
              <c:pt idx="1282">
                <c:v>-0.06184972264938138</c:v>
              </c:pt>
              <c:pt idx="1283">
                <c:v>-0.0491309909306827</c:v>
              </c:pt>
              <c:pt idx="1284">
                <c:v>-0.02049355480409383</c:v>
              </c:pt>
              <c:pt idx="1285">
                <c:v>-0.0022348584852039596</c:v>
              </c:pt>
              <c:pt idx="1286">
                <c:v>-0.005757209306731476</c:v>
              </c:pt>
              <c:pt idx="1287">
                <c:v>0.011736517461836616</c:v>
              </c:pt>
              <c:pt idx="1288">
                <c:v>0.022767678338181413</c:v>
              </c:pt>
              <c:pt idx="1289">
                <c:v>0.02146590989251997</c:v>
              </c:pt>
              <c:pt idx="1290">
                <c:v>-0.029358227814808707</c:v>
              </c:pt>
              <c:pt idx="1291">
                <c:v>-0.02100694719353466</c:v>
              </c:pt>
              <c:pt idx="1292">
                <c:v>0.004744878211733944</c:v>
              </c:pt>
              <c:pt idx="1293">
                <c:v>-0.03687221641465579</c:v>
              </c:pt>
              <c:pt idx="1294">
                <c:v>-0.04187269942289961</c:v>
              </c:pt>
              <c:pt idx="1295">
                <c:v>-0.062476024182962</c:v>
              </c:pt>
              <c:pt idx="1296">
                <c:v>-0.05584601383389824</c:v>
              </c:pt>
              <c:pt idx="1297">
                <c:v>-0.05515474701866915</c:v>
              </c:pt>
              <c:pt idx="1298">
                <c:v>-0.05440701960355297</c:v>
              </c:pt>
              <c:pt idx="1299">
                <c:v>0.02118273439742309</c:v>
              </c:pt>
              <c:pt idx="1300">
                <c:v>0.12065366019076192</c:v>
              </c:pt>
              <c:pt idx="1301">
                <c:v>0.13914551251251078</c:v>
              </c:pt>
              <c:pt idx="1302">
                <c:v>0.13658069973127226</c:v>
              </c:pt>
              <c:pt idx="1303">
                <c:v>0.1262040356728643</c:v>
              </c:pt>
              <c:pt idx="1304">
                <c:v>0.1672715108603219</c:v>
              </c:pt>
              <c:pt idx="1305">
                <c:v>0.13562563759927582</c:v>
              </c:pt>
              <c:pt idx="1306">
                <c:v>0.1172977459657664</c:v>
              </c:pt>
              <c:pt idx="1307">
                <c:v>0.055901333004557324</c:v>
              </c:pt>
              <c:pt idx="1308">
                <c:v>0.04174038137642158</c:v>
              </c:pt>
              <c:pt idx="1309">
                <c:v>0.024689480450753514</c:v>
              </c:pt>
              <c:pt idx="1310">
                <c:v>0.06248178256659327</c:v>
              </c:pt>
              <c:pt idx="1311">
                <c:v>0.0540047689372426</c:v>
              </c:pt>
              <c:pt idx="1312">
                <c:v>0.060513372834739794</c:v>
              </c:pt>
              <c:pt idx="1313">
                <c:v>0.0941724699497361</c:v>
              </c:pt>
              <c:pt idx="1314">
                <c:v>0.09777119112961997</c:v>
              </c:pt>
              <c:pt idx="1315">
                <c:v>0.09649284803833202</c:v>
              </c:pt>
              <c:pt idx="1316">
                <c:v>0.09819860025981784</c:v>
              </c:pt>
              <c:pt idx="1317">
                <c:v>0.08122490597211501</c:v>
              </c:pt>
              <c:pt idx="1318">
                <c:v>0.07992732428367634</c:v>
              </c:pt>
              <c:pt idx="1319">
                <c:v>0.07952547427911308</c:v>
              </c:pt>
              <c:pt idx="1320">
                <c:v>0.09442480733870999</c:v>
              </c:pt>
              <c:pt idx="1321">
                <c:v>0.024389170467751922</c:v>
              </c:pt>
              <c:pt idx="1322">
                <c:v>0.012598101987672427</c:v>
              </c:pt>
              <c:pt idx="1323">
                <c:v>0.010727130087871177</c:v>
              </c:pt>
              <c:pt idx="1324">
                <c:v>0.008935331754615163</c:v>
              </c:pt>
              <c:pt idx="1325">
                <c:v>0.0965305586884163</c:v>
              </c:pt>
              <c:pt idx="1326">
                <c:v>0.08979382185533662</c:v>
              </c:pt>
              <c:pt idx="1327">
                <c:v>0.09990166536793728</c:v>
              </c:pt>
              <c:pt idx="1328">
                <c:v>0.1391494042349044</c:v>
              </c:pt>
              <c:pt idx="1329">
                <c:v>0.13550769704027993</c:v>
              </c:pt>
              <c:pt idx="1330">
                <c:v>0.09608500891905945</c:v>
              </c:pt>
              <c:pt idx="1331">
                <c:v>0.09628202802906581</c:v>
              </c:pt>
              <c:pt idx="1332">
                <c:v>-0.05898063250367261</c:v>
              </c:pt>
              <c:pt idx="1333">
                <c:v>-0.04234947525491317</c:v>
              </c:pt>
              <c:pt idx="1334">
                <c:v>-0.06682679408717199</c:v>
              </c:pt>
              <c:pt idx="1335">
                <c:v>-0.04883980440965492</c:v>
              </c:pt>
              <c:pt idx="1336">
                <c:v>0.08419315906148155</c:v>
              </c:pt>
              <c:pt idx="1337">
                <c:v>0.08338554286998763</c:v>
              </c:pt>
              <c:pt idx="1338">
                <c:v>0.06615789477430042</c:v>
              </c:pt>
              <c:pt idx="1339">
                <c:v>0.09425402777935261</c:v>
              </c:pt>
              <c:pt idx="1340">
                <c:v>0.09422273828808504</c:v>
              </c:pt>
              <c:pt idx="1341">
                <c:v>0.09418951053031169</c:v>
              </c:pt>
              <c:pt idx="1342">
                <c:v>-0.013116683030758188</c:v>
              </c:pt>
              <c:pt idx="1343">
                <c:v>-0.019551981983830416</c:v>
              </c:pt>
              <c:pt idx="1344">
                <c:v>-0.00730669720644417</c:v>
              </c:pt>
              <c:pt idx="1345">
                <c:v>0.09795222743485332</c:v>
              </c:pt>
              <c:pt idx="1346">
                <c:v>0.09787151195271653</c:v>
              </c:pt>
              <c:pt idx="1347">
                <c:v>0.09793198873755396</c:v>
              </c:pt>
              <c:pt idx="1348">
                <c:v>0.03890580210031555</c:v>
              </c:pt>
              <c:pt idx="1349">
                <c:v>0.0953826224542004</c:v>
              </c:pt>
              <c:pt idx="1350">
                <c:v>-0.05891182399757052</c:v>
              </c:pt>
              <c:pt idx="1351">
                <c:v>-0.059776049640750374</c:v>
              </c:pt>
              <c:pt idx="1352">
                <c:v>-0.05854358689976756</c:v>
              </c:pt>
              <c:pt idx="1353">
                <c:v>0.0006198419859528507</c:v>
              </c:pt>
              <c:pt idx="1354">
                <c:v>7.5949660889613E-08</c:v>
              </c:pt>
              <c:pt idx="1355">
                <c:v>0.0013129629236704554</c:v>
              </c:pt>
              <c:pt idx="1356">
                <c:v>0.02085181476888438</c:v>
              </c:pt>
              <c:pt idx="1357">
                <c:v>0.01637406139009189</c:v>
              </c:pt>
              <c:pt idx="1358">
                <c:v>0.016478779028606103</c:v>
              </c:pt>
              <c:pt idx="1359">
                <c:v>0.004458827893768273</c:v>
              </c:pt>
              <c:pt idx="1360">
                <c:v>0.14205012785845195</c:v>
              </c:pt>
              <c:pt idx="1361">
                <c:v>0.13040173844754857</c:v>
              </c:pt>
              <c:pt idx="1362">
                <c:v>0.08624908961048719</c:v>
              </c:pt>
              <c:pt idx="1363">
                <c:v>0.04054651733408566</c:v>
              </c:pt>
              <c:pt idx="1364">
                <c:v>0.01312755665466723</c:v>
              </c:pt>
              <c:pt idx="1365">
                <c:v>0.0046075739238717675</c:v>
              </c:pt>
              <c:pt idx="1366">
                <c:v>0.010612879062609219</c:v>
              </c:pt>
              <c:pt idx="1367">
                <c:v>-0.0633212090315525</c:v>
              </c:pt>
              <c:pt idx="1368">
                <c:v>0.030250887369103727</c:v>
              </c:pt>
              <c:pt idx="1369">
                <c:v>0.05053980071762389</c:v>
              </c:pt>
              <c:pt idx="1370">
                <c:v>0.06911815039160882</c:v>
              </c:pt>
              <c:pt idx="1371">
                <c:v>0.05111490799581083</c:v>
              </c:pt>
              <c:pt idx="1372">
                <c:v>0.07042844846025285</c:v>
              </c:pt>
              <c:pt idx="1373">
                <c:v>0.060207794314213775</c:v>
              </c:pt>
              <c:pt idx="1374">
                <c:v>0.07301289811458334</c:v>
              </c:pt>
              <c:pt idx="1375">
                <c:v>0.07621883387678663</c:v>
              </c:pt>
              <c:pt idx="1376">
                <c:v>-0.06734307371519663</c:v>
              </c:pt>
              <c:pt idx="1377">
                <c:v>-0.0839181359792031</c:v>
              </c:pt>
              <c:pt idx="1378">
                <c:v>-0.0288582701601634</c:v>
              </c:pt>
              <c:pt idx="1379">
                <c:v>0.1116413280328819</c:v>
              </c:pt>
              <c:pt idx="1380">
                <c:v>0.08658065408589963</c:v>
              </c:pt>
              <c:pt idx="1381">
                <c:v>0.05519182000724768</c:v>
              </c:pt>
              <c:pt idx="1382">
                <c:v>-0.0408315850088978</c:v>
              </c:pt>
              <c:pt idx="1383">
                <c:v>-0.012604470689977273</c:v>
              </c:pt>
              <c:pt idx="1384">
                <c:v>-0.14792690646397536</c:v>
              </c:pt>
              <c:pt idx="1385">
                <c:v>-0.14064320705037975</c:v>
              </c:pt>
              <c:pt idx="1386">
                <c:v>-0.14955853201379343</c:v>
              </c:pt>
              <c:pt idx="1387">
                <c:v>-0.13468934288355944</c:v>
              </c:pt>
              <c:pt idx="1388">
                <c:v>-0.14250617569150312</c:v>
              </c:pt>
              <c:pt idx="1389">
                <c:v>0.009680559123663723</c:v>
              </c:pt>
              <c:pt idx="1390">
                <c:v>-0.01810298599141099</c:v>
              </c:pt>
              <c:pt idx="1391">
                <c:v>-0.01241936260960764</c:v>
              </c:pt>
              <c:pt idx="1392">
                <c:v>-0.11704474229462866</c:v>
              </c:pt>
              <c:pt idx="1393">
                <c:v>-0.1149646119734099</c:v>
              </c:pt>
              <c:pt idx="1394">
                <c:v>-0.12529912574058577</c:v>
              </c:pt>
              <c:pt idx="1395">
                <c:v>-0.10723066657726919</c:v>
              </c:pt>
              <c:pt idx="1396">
                <c:v>-0.05197516249877414</c:v>
              </c:pt>
              <c:pt idx="1397">
                <c:v>-0.07435185280026926</c:v>
              </c:pt>
              <c:pt idx="1398">
                <c:v>-0.03251785513986135</c:v>
              </c:pt>
              <c:pt idx="1399">
                <c:v>0.024106985305085735</c:v>
              </c:pt>
              <c:pt idx="1400">
                <c:v>0.09552800423927257</c:v>
              </c:pt>
              <c:pt idx="1401">
                <c:v>0.07791220462062527</c:v>
              </c:pt>
              <c:pt idx="1402">
                <c:v>0.08012144607012707</c:v>
              </c:pt>
              <c:pt idx="1403">
                <c:v>-0.10949438955043725</c:v>
              </c:pt>
              <c:pt idx="1404">
                <c:v>-0.07111673025582352</c:v>
              </c:pt>
              <c:pt idx="1405">
                <c:v>0.10172698466106588</c:v>
              </c:pt>
              <c:pt idx="1406">
                <c:v>0.12836243853886245</c:v>
              </c:pt>
              <c:pt idx="1407">
                <c:v>0.15148908449014908</c:v>
              </c:pt>
              <c:pt idx="1408">
                <c:v>0.1538017967422074</c:v>
              </c:pt>
              <c:pt idx="1409">
                <c:v>0.013324732659803494</c:v>
              </c:pt>
              <c:pt idx="1410">
                <c:v>7.188264011542543E-08</c:v>
              </c:pt>
              <c:pt idx="1411">
                <c:v>-0.14270680997597876</c:v>
              </c:pt>
              <c:pt idx="1412">
                <c:v>-0.1515201866523114</c:v>
              </c:pt>
              <c:pt idx="1413">
                <c:v>-0.1484869806699222</c:v>
              </c:pt>
              <c:pt idx="1414">
                <c:v>-0.1462151750828774</c:v>
              </c:pt>
              <c:pt idx="1415">
                <c:v>-0.14427254748429563</c:v>
              </c:pt>
              <c:pt idx="1416">
                <c:v>-0.1472560778632386</c:v>
              </c:pt>
              <c:pt idx="1417">
                <c:v>0.11030519661582767</c:v>
              </c:pt>
              <c:pt idx="1418">
                <c:v>0.1105120828213673</c:v>
              </c:pt>
              <c:pt idx="1419">
                <c:v>0.1099889866905347</c:v>
              </c:pt>
              <c:pt idx="1420">
                <c:v>-2.1128114508853545E-07</c:v>
              </c:pt>
              <c:pt idx="1421">
                <c:v>-0.009826551660365343</c:v>
              </c:pt>
              <c:pt idx="1422">
                <c:v>-2.027275307727745E-07</c:v>
              </c:pt>
              <c:pt idx="1423">
                <c:v>-0.14120163243257597</c:v>
              </c:pt>
              <c:pt idx="1424">
                <c:v>-0.0002106287049932279</c:v>
              </c:pt>
              <c:pt idx="1425">
                <c:v>-0.10649597865661048</c:v>
              </c:pt>
              <c:pt idx="1426">
                <c:v>-0.10655619568707095</c:v>
              </c:pt>
              <c:pt idx="1427">
                <c:v>-0.11804953558058612</c:v>
              </c:pt>
              <c:pt idx="1428">
                <c:v>0.04766920034128393</c:v>
              </c:pt>
              <c:pt idx="1429">
                <c:v>0.038689508543443114</c:v>
              </c:pt>
              <c:pt idx="1430">
                <c:v>0.04677815738812145</c:v>
              </c:pt>
              <c:pt idx="1431">
                <c:v>0.07506218840149638</c:v>
              </c:pt>
              <c:pt idx="1432">
                <c:v>0.10863341237671567</c:v>
              </c:pt>
              <c:pt idx="1433">
                <c:v>0.09332855628757805</c:v>
              </c:pt>
              <c:pt idx="1434">
                <c:v>0.07656636103600588</c:v>
              </c:pt>
              <c:pt idx="1435">
                <c:v>0.06992041878107538</c:v>
              </c:pt>
              <c:pt idx="1436">
                <c:v>-0.15197944189699789</c:v>
              </c:pt>
              <c:pt idx="1437">
                <c:v>0.05308599843637927</c:v>
              </c:pt>
              <c:pt idx="1438">
                <c:v>0.04176464661630208</c:v>
              </c:pt>
              <c:pt idx="1439">
                <c:v>0.035953544183865635</c:v>
              </c:pt>
              <c:pt idx="1440">
                <c:v>0.04706205783657766</c:v>
              </c:pt>
              <c:pt idx="1441">
                <c:v>0.014514457510355405</c:v>
              </c:pt>
              <c:pt idx="1442">
                <c:v>0.017062072272538042</c:v>
              </c:pt>
              <c:pt idx="1443">
                <c:v>0.05803796814896118</c:v>
              </c:pt>
              <c:pt idx="1444">
                <c:v>-0.1254214290813799</c:v>
              </c:pt>
              <c:pt idx="1445">
                <c:v>-0.12866458623586158</c:v>
              </c:pt>
              <c:pt idx="1446">
                <c:v>0.08540259303768524</c:v>
              </c:pt>
              <c:pt idx="1447">
                <c:v>0.10481880513489544</c:v>
              </c:pt>
              <c:pt idx="1448">
                <c:v>0.10916798046223977</c:v>
              </c:pt>
              <c:pt idx="1449">
                <c:v>-0.1349118041370737</c:v>
              </c:pt>
              <c:pt idx="1450">
                <c:v>0.0009747171037560298</c:v>
              </c:pt>
              <c:pt idx="1451">
                <c:v>0.08594141013480572</c:v>
              </c:pt>
              <c:pt idx="1452">
                <c:v>0.08383210057563825</c:v>
              </c:pt>
              <c:pt idx="1453">
                <c:v>-0.14584181050687708</c:v>
              </c:pt>
              <c:pt idx="1454">
                <c:v>-0.1428461980856958</c:v>
              </c:pt>
              <c:pt idx="1455">
                <c:v>-0.1521128310164456</c:v>
              </c:pt>
              <c:pt idx="1456">
                <c:v>-0.05630002960899207</c:v>
              </c:pt>
              <c:pt idx="1457">
                <c:v>-0.06938477060202465</c:v>
              </c:pt>
              <c:pt idx="1458">
                <c:v>-0.08357307779062947</c:v>
              </c:pt>
              <c:pt idx="1459">
                <c:v>0.013541282483967377</c:v>
              </c:pt>
              <c:pt idx="1460">
                <c:v>0.01791582890474814</c:v>
              </c:pt>
              <c:pt idx="1461">
                <c:v>0.017902190308459943</c:v>
              </c:pt>
              <c:pt idx="1462">
                <c:v>0.10322250338354601</c:v>
              </c:pt>
              <c:pt idx="1463">
                <c:v>0.06593217027673214</c:v>
              </c:pt>
              <c:pt idx="1464">
                <c:v>0.052364829245577255</c:v>
              </c:pt>
              <c:pt idx="1465">
                <c:v>0.09393693641951527</c:v>
              </c:pt>
              <c:pt idx="1466">
                <c:v>-0.005551477327182017</c:v>
              </c:pt>
              <c:pt idx="1467">
                <c:v>0.09653330068631544</c:v>
              </c:pt>
              <c:pt idx="1468">
                <c:v>0.03833976878518211</c:v>
              </c:pt>
              <c:pt idx="1469">
                <c:v>0.02959110575773883</c:v>
              </c:pt>
              <c:pt idx="1470">
                <c:v>0.09259170883437202</c:v>
              </c:pt>
              <c:pt idx="1471">
                <c:v>0.024224021277099186</c:v>
              </c:pt>
              <c:pt idx="1472">
                <c:v>0.02981611878791806</c:v>
              </c:pt>
              <c:pt idx="1473">
                <c:v>0.10059122315150743</c:v>
              </c:pt>
              <c:pt idx="1474">
                <c:v>0.10132539118094513</c:v>
              </c:pt>
              <c:pt idx="1475">
                <c:v>0.012315354038441792</c:v>
              </c:pt>
              <c:pt idx="1476">
                <c:v>0.02691163277038738</c:v>
              </c:pt>
              <c:pt idx="1477">
                <c:v>-0.0012394360394042889</c:v>
              </c:pt>
              <c:pt idx="1478">
                <c:v>0.0581787086958799</c:v>
              </c:pt>
              <c:pt idx="1479">
                <c:v>0.07374259446604903</c:v>
              </c:pt>
              <c:pt idx="1480">
                <c:v>0.055887914688156445</c:v>
              </c:pt>
              <c:pt idx="1481">
                <c:v>0.018559689096206693</c:v>
              </c:pt>
              <c:pt idx="1482">
                <c:v>0.002547377423957422</c:v>
              </c:pt>
              <c:pt idx="1483">
                <c:v>0.027227202021494864</c:v>
              </c:pt>
              <c:pt idx="1484">
                <c:v>-0.007712185417688186</c:v>
              </c:pt>
              <c:pt idx="1485">
                <c:v>-0.013358724039848119</c:v>
              </c:pt>
              <c:pt idx="1486">
                <c:v>-0.030420146393973856</c:v>
              </c:pt>
              <c:pt idx="1487">
                <c:v>-0.14324016655153893</c:v>
              </c:pt>
              <c:pt idx="1488">
                <c:v>-0.14670106220380894</c:v>
              </c:pt>
              <c:pt idx="1489">
                <c:v>-0.06231419419643254</c:v>
              </c:pt>
              <c:pt idx="1490">
                <c:v>-0.0939069637582375</c:v>
              </c:pt>
              <c:pt idx="1491">
                <c:v>-0.05711781966307425</c:v>
              </c:pt>
              <c:pt idx="1492">
                <c:v>-0.08132447688530366</c:v>
              </c:pt>
              <c:pt idx="1493">
                <c:v>-0.10829384732789324</c:v>
              </c:pt>
              <c:pt idx="1494">
                <c:v>0.02726861802773683</c:v>
              </c:pt>
              <c:pt idx="1495">
                <c:v>0.0384096144996745</c:v>
              </c:pt>
              <c:pt idx="1496">
                <c:v>0.008204142874617775</c:v>
              </c:pt>
              <c:pt idx="1497">
                <c:v>-0.034339427092355934</c:v>
              </c:pt>
              <c:pt idx="1498">
                <c:v>-0.0654514135466932</c:v>
              </c:pt>
              <c:pt idx="1499">
                <c:v>-0.03873166890365654</c:v>
              </c:pt>
              <c:pt idx="1500">
                <c:v>0.019868104646378195</c:v>
              </c:pt>
              <c:pt idx="1501">
                <c:v>0.019359675328637672</c:v>
              </c:pt>
              <c:pt idx="1502">
                <c:v>0.01864196580757691</c:v>
              </c:pt>
              <c:pt idx="1503">
                <c:v>-0.104155686588532</c:v>
              </c:pt>
              <c:pt idx="1504">
                <c:v>-0.11492780739212999</c:v>
              </c:pt>
              <c:pt idx="1505">
                <c:v>-0.11064329327079142</c:v>
              </c:pt>
              <c:pt idx="1506">
                <c:v>-0.10642922504000353</c:v>
              </c:pt>
              <c:pt idx="1507">
                <c:v>-0.10362514726901188</c:v>
              </c:pt>
              <c:pt idx="1508">
                <c:v>-0.10459347734730841</c:v>
              </c:pt>
              <c:pt idx="1509">
                <c:v>0.02212555561680749</c:v>
              </c:pt>
              <c:pt idx="1510">
                <c:v>0.047312990268093186</c:v>
              </c:pt>
              <c:pt idx="1511">
                <c:v>0.0679841891572957</c:v>
              </c:pt>
              <c:pt idx="1512">
                <c:v>0.096319701368588</c:v>
              </c:pt>
              <c:pt idx="1513">
                <c:v>0.07673322434379076</c:v>
              </c:pt>
              <c:pt idx="1514">
                <c:v>0.07847007080771567</c:v>
              </c:pt>
              <c:pt idx="1515">
                <c:v>0.07051164064964205</c:v>
              </c:pt>
              <c:pt idx="1516">
                <c:v>0.06650684799686807</c:v>
              </c:pt>
              <c:pt idx="1517">
                <c:v>0.15977871233431615</c:v>
              </c:pt>
              <c:pt idx="1518">
                <c:v>0.04982397890064337</c:v>
              </c:pt>
              <c:pt idx="1519">
                <c:v>0.043123121287157576</c:v>
              </c:pt>
              <c:pt idx="1520">
                <c:v>-0.1366488351184263</c:v>
              </c:pt>
              <c:pt idx="1521">
                <c:v>-0.13918383124346653</c:v>
              </c:pt>
              <c:pt idx="1522">
                <c:v>-0.1456009849913046</c:v>
              </c:pt>
              <c:pt idx="1523">
                <c:v>-0.14782333392387828</c:v>
              </c:pt>
              <c:pt idx="1524">
                <c:v>-0.009928837361503587</c:v>
              </c:pt>
              <c:pt idx="1525">
                <c:v>0.05678781283168623</c:v>
              </c:pt>
              <c:pt idx="1526">
                <c:v>0.08508639772332414</c:v>
              </c:pt>
              <c:pt idx="1527">
                <c:v>0.07650001728686787</c:v>
              </c:pt>
              <c:pt idx="1528">
                <c:v>0.08810931222035054</c:v>
              </c:pt>
              <c:pt idx="1529">
                <c:v>0.08430248994279556</c:v>
              </c:pt>
              <c:pt idx="1530">
                <c:v>0.06989878486925591</c:v>
              </c:pt>
              <c:pt idx="1531">
                <c:v>0.094251358414087</c:v>
              </c:pt>
              <c:pt idx="1532">
                <c:v>0.07390974541366431</c:v>
              </c:pt>
              <c:pt idx="1533">
                <c:v>0.056622568791529236</c:v>
              </c:pt>
              <c:pt idx="1534">
                <c:v>0.04526567871475998</c:v>
              </c:pt>
              <c:pt idx="1535">
                <c:v>0.03689698710248129</c:v>
              </c:pt>
              <c:pt idx="1536">
                <c:v>0.03604580786198203</c:v>
              </c:pt>
              <c:pt idx="1537">
                <c:v>-0.127892732278683</c:v>
              </c:pt>
              <c:pt idx="1538">
                <c:v>-0.11655398495091214</c:v>
              </c:pt>
              <c:pt idx="1539">
                <c:v>-0.11665237923742189</c:v>
              </c:pt>
              <c:pt idx="1540">
                <c:v>-0.1330626000309012</c:v>
              </c:pt>
              <c:pt idx="1541">
                <c:v>-0.05838606032346599</c:v>
              </c:pt>
              <c:pt idx="1542">
                <c:v>0.0980300988376828</c:v>
              </c:pt>
              <c:pt idx="1543">
                <c:v>0.08662702734554548</c:v>
              </c:pt>
              <c:pt idx="1544">
                <c:v>0.08536817734455329</c:v>
              </c:pt>
              <c:pt idx="1545">
                <c:v>0.08371943345444359</c:v>
              </c:pt>
              <c:pt idx="1546">
                <c:v>0.10189262541956115</c:v>
              </c:pt>
              <c:pt idx="1547">
                <c:v>0.10179878924878397</c:v>
              </c:pt>
              <c:pt idx="1548">
                <c:v>0.0932282282030759</c:v>
              </c:pt>
              <c:pt idx="1549">
                <c:v>-1.6314446602643753E-07</c:v>
              </c:pt>
              <c:pt idx="1550">
                <c:v>-2.4138494948630764E-05</c:v>
              </c:pt>
              <c:pt idx="1551">
                <c:v>-2.0324148521750101E-07</c:v>
              </c:pt>
              <c:pt idx="1552">
                <c:v>-0.016403771802007257</c:v>
              </c:pt>
              <c:pt idx="1553">
                <c:v>-0.014573119936194326</c:v>
              </c:pt>
              <c:pt idx="1554">
                <c:v>-0.03560597573666577</c:v>
              </c:pt>
              <c:pt idx="1555">
                <c:v>0.03488602158122198</c:v>
              </c:pt>
              <c:pt idx="1556">
                <c:v>-0.035784594400596115</c:v>
              </c:pt>
              <c:pt idx="1557">
                <c:v>-0.03368156520059171</c:v>
              </c:pt>
              <c:pt idx="1558">
                <c:v>-0.04117066569321346</c:v>
              </c:pt>
              <c:pt idx="1559">
                <c:v>-0.08673210450370006</c:v>
              </c:pt>
              <c:pt idx="1560">
                <c:v>-0.10109359258333223</c:v>
              </c:pt>
              <c:pt idx="1561">
                <c:v>-0.1061669226720913</c:v>
              </c:pt>
              <c:pt idx="1562">
                <c:v>-0.12993977036883475</c:v>
              </c:pt>
              <c:pt idx="1563">
                <c:v>-0.13165524127734027</c:v>
              </c:pt>
              <c:pt idx="1564">
                <c:v>-1.947574995115508E-09</c:v>
              </c:pt>
              <c:pt idx="1565">
                <c:v>-1.2139345863920188E-08</c:v>
              </c:pt>
              <c:pt idx="1566">
                <c:v>-0.00025750840927893706</c:v>
              </c:pt>
              <c:pt idx="1567">
                <c:v>0.013738797015351089</c:v>
              </c:pt>
              <c:pt idx="1568">
                <c:v>0.008416545086141917</c:v>
              </c:pt>
              <c:pt idx="1569">
                <c:v>0.009002133232325907</c:v>
              </c:pt>
              <c:pt idx="1570">
                <c:v>-0.1400984566092393</c:v>
              </c:pt>
              <c:pt idx="1571">
                <c:v>-0.13760267131703574</c:v>
              </c:pt>
              <c:pt idx="1572">
                <c:v>-0.13592159273425677</c:v>
              </c:pt>
              <c:pt idx="1573">
                <c:v>0.07841142399615543</c:v>
              </c:pt>
              <c:pt idx="1574">
                <c:v>-0.026330378208495313</c:v>
              </c:pt>
              <c:pt idx="1575">
                <c:v>-0.04941601222694559</c:v>
              </c:pt>
              <c:pt idx="1576">
                <c:v>-0.05122357433737603</c:v>
              </c:pt>
              <c:pt idx="1577">
                <c:v>0.03343360276869729</c:v>
              </c:pt>
              <c:pt idx="1578">
                <c:v>0.015589271909300725</c:v>
              </c:pt>
              <c:pt idx="1579">
                <c:v>-0.11653837489032604</c:v>
              </c:pt>
              <c:pt idx="1580">
                <c:v>0.05418730568054534</c:v>
              </c:pt>
              <c:pt idx="1581">
                <c:v>0.05150248014348979</c:v>
              </c:pt>
              <c:pt idx="1582">
                <c:v>0.046759585260855684</c:v>
              </c:pt>
              <c:pt idx="1583">
                <c:v>-0.07469074424159196</c:v>
              </c:pt>
              <c:pt idx="1584">
                <c:v>-0.07077675206341566</c:v>
              </c:pt>
              <c:pt idx="1585">
                <c:v>-0.13103984969497157</c:v>
              </c:pt>
              <c:pt idx="1586">
                <c:v>-0.04486041851863831</c:v>
              </c:pt>
              <c:pt idx="1587">
                <c:v>-0.010605495629902692</c:v>
              </c:pt>
              <c:pt idx="1588">
                <c:v>-0.04090808712171444</c:v>
              </c:pt>
              <c:pt idx="1589">
                <c:v>-0.01753320639087405</c:v>
              </c:pt>
              <c:pt idx="1590">
                <c:v>0.05438437364699128</c:v>
              </c:pt>
              <c:pt idx="1591">
                <c:v>0.06052790135297542</c:v>
              </c:pt>
              <c:pt idx="1592">
                <c:v>0.07648395712534767</c:v>
              </c:pt>
              <c:pt idx="1593">
                <c:v>-0.14905560596327233</c:v>
              </c:pt>
              <c:pt idx="1594">
                <c:v>-0.14947830599335157</c:v>
              </c:pt>
              <c:pt idx="1595">
                <c:v>-0.11929848731194045</c:v>
              </c:pt>
              <c:pt idx="1596">
                <c:v>-0.1171807970771853</c:v>
              </c:pt>
              <c:pt idx="1597">
                <c:v>-0.11738728941277657</c:v>
              </c:pt>
              <c:pt idx="1598">
                <c:v>-0.13181041388011946</c:v>
              </c:pt>
              <c:pt idx="1599">
                <c:v>-0.12790486094103526</c:v>
              </c:pt>
              <c:pt idx="1600">
                <c:v>0.1013418688224822</c:v>
              </c:pt>
              <c:pt idx="1601">
                <c:v>0.10424540044370323</c:v>
              </c:pt>
              <c:pt idx="1602">
                <c:v>-0.14374962454495913</c:v>
              </c:pt>
              <c:pt idx="1603">
                <c:v>-0.14181187102996604</c:v>
              </c:pt>
              <c:pt idx="1604">
                <c:v>-0.14293230228360443</c:v>
              </c:pt>
              <c:pt idx="1605">
                <c:v>0.003137317986423474</c:v>
              </c:pt>
              <c:pt idx="1606">
                <c:v>0.0025056794119589845</c:v>
              </c:pt>
              <c:pt idx="1607">
                <c:v>0.0013668203289659312</c:v>
              </c:pt>
              <c:pt idx="1608">
                <c:v>-0.05492205210562219</c:v>
              </c:pt>
              <c:pt idx="1609">
                <c:v>-0.10754364277611785</c:v>
              </c:pt>
              <c:pt idx="1610">
                <c:v>-0.11682661582529771</c:v>
              </c:pt>
              <c:pt idx="1611">
                <c:v>-0.11261723006630814</c:v>
              </c:pt>
              <c:pt idx="1612">
                <c:v>-0.03628673436623173</c:v>
              </c:pt>
              <c:pt idx="1613">
                <c:v>-0.09742789756043642</c:v>
              </c:pt>
              <c:pt idx="1614">
                <c:v>-0.04447430927264318</c:v>
              </c:pt>
              <c:pt idx="1615">
                <c:v>3.342198778899849E-08</c:v>
              </c:pt>
              <c:pt idx="1616">
                <c:v>0.007065072572255743</c:v>
              </c:pt>
              <c:pt idx="1617">
                <c:v>0.003978503510257846</c:v>
              </c:pt>
              <c:pt idx="1618">
                <c:v>0.007866438064154895</c:v>
              </c:pt>
              <c:pt idx="1619">
                <c:v>-0.12838190233661473</c:v>
              </c:pt>
              <c:pt idx="1620">
                <c:v>-0.12757045919844576</c:v>
              </c:pt>
              <c:pt idx="1621">
                <c:v>-0.14770462770740433</c:v>
              </c:pt>
              <c:pt idx="1622">
                <c:v>-0.14861389469011724</c:v>
              </c:pt>
              <c:pt idx="1623">
                <c:v>-0.05582100968905558</c:v>
              </c:pt>
              <c:pt idx="1624">
                <c:v>-0.03882084966759718</c:v>
              </c:pt>
              <c:pt idx="1625">
                <c:v>0.05947422709961163</c:v>
              </c:pt>
              <c:pt idx="1626">
                <c:v>0.06402085722044815</c:v>
              </c:pt>
              <c:pt idx="1627">
                <c:v>0.0560103502431337</c:v>
              </c:pt>
              <c:pt idx="1628">
                <c:v>0.056811120660005654</c:v>
              </c:pt>
              <c:pt idx="1629">
                <c:v>-2.9229620546038267E-07</c:v>
              </c:pt>
              <c:pt idx="1630">
                <c:v>-0.007741384114933132</c:v>
              </c:pt>
              <c:pt idx="1631">
                <c:v>-2.918136636356468E-07</c:v>
              </c:pt>
              <c:pt idx="1632">
                <c:v>-0.14151702188826049</c:v>
              </c:pt>
              <c:pt idx="1633">
                <c:v>-0.13650776730435557</c:v>
              </c:pt>
              <c:pt idx="1634">
                <c:v>-0.134515578859286</c:v>
              </c:pt>
              <c:pt idx="1635">
                <c:v>3.101722947879525E-08</c:v>
              </c:pt>
              <c:pt idx="1636">
                <c:v>3.0409187757349616E-08</c:v>
              </c:pt>
              <c:pt idx="1637">
                <c:v>0.002277841619960687</c:v>
              </c:pt>
              <c:pt idx="1638">
                <c:v>3.900973565564037E-09</c:v>
              </c:pt>
              <c:pt idx="1639">
                <c:v>0.0010202551151312746</c:v>
              </c:pt>
              <c:pt idx="1640">
                <c:v>1.023687000834951E-08</c:v>
              </c:pt>
              <c:pt idx="1641">
                <c:v>-0.12808268766009728</c:v>
              </c:pt>
              <c:pt idx="1642">
                <c:v>0.004523056582338093</c:v>
              </c:pt>
              <c:pt idx="1643">
                <c:v>0.01306356149032229</c:v>
              </c:pt>
              <c:pt idx="1644">
                <c:v>0.004738705624602413</c:v>
              </c:pt>
              <c:pt idx="1645">
                <c:v>0.005008162767859333</c:v>
              </c:pt>
              <c:pt idx="1646">
                <c:v>0.069058094425373</c:v>
              </c:pt>
              <c:pt idx="1647">
                <c:v>0.08325854126428593</c:v>
              </c:pt>
              <c:pt idx="1648">
                <c:v>0.07521150249607228</c:v>
              </c:pt>
              <c:pt idx="1649">
                <c:v>0.06782758772882305</c:v>
              </c:pt>
              <c:pt idx="1650">
                <c:v>0.09024662710926179</c:v>
              </c:pt>
              <c:pt idx="1651">
                <c:v>0.10819733833067688</c:v>
              </c:pt>
              <c:pt idx="1652">
                <c:v>0.09648971839643866</c:v>
              </c:pt>
              <c:pt idx="1653">
                <c:v>0.06286814074844449</c:v>
              </c:pt>
              <c:pt idx="1654">
                <c:v>0.0663043976588076</c:v>
              </c:pt>
              <c:pt idx="1655">
                <c:v>-2.281508355702537E-07</c:v>
              </c:pt>
              <c:pt idx="1656">
                <c:v>-2.2906507094801869E-07</c:v>
              </c:pt>
              <c:pt idx="1657">
                <c:v>0.014493254313837077</c:v>
              </c:pt>
              <c:pt idx="1658">
                <c:v>0.014573346542830958</c:v>
              </c:pt>
              <c:pt idx="1659">
                <c:v>0.06831966859990697</c:v>
              </c:pt>
              <c:pt idx="1660">
                <c:v>0.0674646397666233</c:v>
              </c:pt>
              <c:pt idx="1661">
                <c:v>0.07158702586239436</c:v>
              </c:pt>
              <c:pt idx="1662">
                <c:v>-0.14840054548013523</c:v>
              </c:pt>
              <c:pt idx="1663">
                <c:v>-0.08326093805421048</c:v>
              </c:pt>
              <c:pt idx="1664">
                <c:v>0.08211073862447807</c:v>
              </c:pt>
              <c:pt idx="1665">
                <c:v>0.07060534066845002</c:v>
              </c:pt>
              <c:pt idx="1666">
                <c:v>0.07571553639559656</c:v>
              </c:pt>
              <c:pt idx="1667">
                <c:v>0.10751708385591933</c:v>
              </c:pt>
              <c:pt idx="1668">
                <c:v>-0.10700999733886907</c:v>
              </c:pt>
              <c:pt idx="1669">
                <c:v>-0.09443059448751491</c:v>
              </c:pt>
              <c:pt idx="1670">
                <c:v>-0.109203287239162</c:v>
              </c:pt>
              <c:pt idx="1671">
                <c:v>-0.09072245392763338</c:v>
              </c:pt>
              <c:pt idx="1672">
                <c:v>-0.10971248848413964</c:v>
              </c:pt>
              <c:pt idx="1673">
                <c:v>0.07506237206866469</c:v>
              </c:pt>
              <c:pt idx="1674">
                <c:v>0.012587411896724547</c:v>
              </c:pt>
              <c:pt idx="1675">
                <c:v>0.01500274699099292</c:v>
              </c:pt>
              <c:pt idx="1676">
                <c:v>0.03555299213649289</c:v>
              </c:pt>
              <c:pt idx="1677">
                <c:v>0.0381775226465891</c:v>
              </c:pt>
              <c:pt idx="1678">
                <c:v>0.032506294954541555</c:v>
              </c:pt>
              <c:pt idx="1679">
                <c:v>-0.09415647951728838</c:v>
              </c:pt>
              <c:pt idx="1680">
                <c:v>-0.08773208634688577</c:v>
              </c:pt>
              <c:pt idx="1681">
                <c:v>-0.11648948403524914</c:v>
              </c:pt>
              <c:pt idx="1682">
                <c:v>-0.13489613627051694</c:v>
              </c:pt>
              <c:pt idx="1683">
                <c:v>-0.13802598987015405</c:v>
              </c:pt>
              <c:pt idx="1684">
                <c:v>-0.136703312887117</c:v>
              </c:pt>
              <c:pt idx="1685">
                <c:v>-0.10033187164055567</c:v>
              </c:pt>
              <c:pt idx="1686">
                <c:v>-0.10008894786722597</c:v>
              </c:pt>
              <c:pt idx="1687">
                <c:v>-0.09891773046907887</c:v>
              </c:pt>
              <c:pt idx="1688">
                <c:v>-0.12452075668145444</c:v>
              </c:pt>
              <c:pt idx="1689">
                <c:v>-0.10084939076051531</c:v>
              </c:pt>
              <c:pt idx="1690">
                <c:v>-0.05071838087196979</c:v>
              </c:pt>
              <c:pt idx="1691">
                <c:v>-0.04402237353242948</c:v>
              </c:pt>
              <c:pt idx="1692">
                <c:v>-0.12673281567055333</c:v>
              </c:pt>
              <c:pt idx="1693">
                <c:v>0.06894469411831274</c:v>
              </c:pt>
              <c:pt idx="1694">
                <c:v>-0.039080961893242165</c:v>
              </c:pt>
              <c:pt idx="1695">
                <c:v>-0.04110788823799734</c:v>
              </c:pt>
              <c:pt idx="1696">
                <c:v>-0.03831918677119964</c:v>
              </c:pt>
              <c:pt idx="1697">
                <c:v>-0.03532610484150437</c:v>
              </c:pt>
              <c:pt idx="1698">
                <c:v>-0.04927281478374556</c:v>
              </c:pt>
              <c:pt idx="1699">
                <c:v>-0.06821830370136796</c:v>
              </c:pt>
              <c:pt idx="1700">
                <c:v>0.0011335361543413033</c:v>
              </c:pt>
              <c:pt idx="1701">
                <c:v>2.230553044414253E-08</c:v>
              </c:pt>
              <c:pt idx="1702">
                <c:v>1.1747860557065289E-08</c:v>
              </c:pt>
              <c:pt idx="1703">
                <c:v>-0.10954605756675259</c:v>
              </c:pt>
              <c:pt idx="1704">
                <c:v>-0.14148545406583268</c:v>
              </c:pt>
              <c:pt idx="1705">
                <c:v>-0.13963130361797918</c:v>
              </c:pt>
              <c:pt idx="1706">
                <c:v>-0.1396081505882195</c:v>
              </c:pt>
              <c:pt idx="1707">
                <c:v>-1.889881057773459E-07</c:v>
              </c:pt>
              <c:pt idx="1708">
                <c:v>-0.001121965588685218</c:v>
              </c:pt>
              <c:pt idx="1709">
                <c:v>-0.0011479629124622971</c:v>
              </c:pt>
              <c:pt idx="1710">
                <c:v>-1.3121497243516425E-08</c:v>
              </c:pt>
              <c:pt idx="1711">
                <c:v>-1.3309714513981308E-08</c:v>
              </c:pt>
              <c:pt idx="1712">
                <c:v>-0.1252912186263524</c:v>
              </c:pt>
              <c:pt idx="1713">
                <c:v>-0.09835628882595149</c:v>
              </c:pt>
              <c:pt idx="1714">
                <c:v>-0.11648853774728227</c:v>
              </c:pt>
              <c:pt idx="1715">
                <c:v>0.061486174743450445</c:v>
              </c:pt>
              <c:pt idx="1716">
                <c:v>0.0036278952890236426</c:v>
              </c:pt>
              <c:pt idx="1717">
                <c:v>0.002636499715398928</c:v>
              </c:pt>
              <c:pt idx="1718">
                <c:v>0.008504565170896873</c:v>
              </c:pt>
              <c:pt idx="1719">
                <c:v>-0.047641803721992074</c:v>
              </c:pt>
              <c:pt idx="1720">
                <c:v>-0.03596961979509109</c:v>
              </c:pt>
              <c:pt idx="1721">
                <c:v>-0.05309134278322463</c:v>
              </c:pt>
              <c:pt idx="1722">
                <c:v>-0.027656062584908575</c:v>
              </c:pt>
              <c:pt idx="1723">
                <c:v>-0.0011238118786678804</c:v>
              </c:pt>
              <c:pt idx="1724">
                <c:v>0.07660115210468459</c:v>
              </c:pt>
              <c:pt idx="1725">
                <c:v>0.05881178199866795</c:v>
              </c:pt>
              <c:pt idx="1726">
                <c:v>0.019453189204774447</c:v>
              </c:pt>
              <c:pt idx="1727">
                <c:v>0.017605868795819806</c:v>
              </c:pt>
              <c:pt idx="1728">
                <c:v>0.07564193868279742</c:v>
              </c:pt>
              <c:pt idx="1729">
                <c:v>0.10728429224755938</c:v>
              </c:pt>
              <c:pt idx="1730">
                <c:v>0.044150802413734494</c:v>
              </c:pt>
              <c:pt idx="1731">
                <c:v>0.04492895069316559</c:v>
              </c:pt>
              <c:pt idx="1732">
                <c:v>0.04365798422046372</c:v>
              </c:pt>
              <c:pt idx="1733">
                <c:v>-0.0905211474603338</c:v>
              </c:pt>
              <c:pt idx="1734">
                <c:v>-0.08826073138663529</c:v>
              </c:pt>
              <c:pt idx="1735">
                <c:v>-0.0946591031825048</c:v>
              </c:pt>
              <c:pt idx="1736">
                <c:v>0.049670850365725376</c:v>
              </c:pt>
              <c:pt idx="1737">
                <c:v>0.05609147552464435</c:v>
              </c:pt>
              <c:pt idx="1738">
                <c:v>0.012217988775868856</c:v>
              </c:pt>
              <c:pt idx="1739">
                <c:v>-0.08475973525319605</c:v>
              </c:pt>
              <c:pt idx="1740">
                <c:v>-0.08532822252718379</c:v>
              </c:pt>
              <c:pt idx="1741">
                <c:v>0.027778069949675785</c:v>
              </c:pt>
              <c:pt idx="1742">
                <c:v>0.027357946565110286</c:v>
              </c:pt>
              <c:pt idx="1743">
                <c:v>0.040037732234057294</c:v>
              </c:pt>
              <c:pt idx="1744">
                <c:v>0.02086451514116433</c:v>
              </c:pt>
              <c:pt idx="1745">
                <c:v>-0.013608126787308255</c:v>
              </c:pt>
              <c:pt idx="1746">
                <c:v>0.11605384496859976</c:v>
              </c:pt>
              <c:pt idx="1747">
                <c:v>0.016757379732215184</c:v>
              </c:pt>
              <c:pt idx="1748">
                <c:v>0.05569872186559887</c:v>
              </c:pt>
              <c:pt idx="1749">
                <c:v>0.053825065032174345</c:v>
              </c:pt>
              <c:pt idx="1750">
                <c:v>0.06029193200248051</c:v>
              </c:pt>
              <c:pt idx="1751">
                <c:v>-0.10283712138010996</c:v>
              </c:pt>
              <c:pt idx="1752">
                <c:v>-0.10331952769724431</c:v>
              </c:pt>
              <c:pt idx="1753">
                <c:v>-0.10421558402719885</c:v>
              </c:pt>
              <c:pt idx="1754">
                <c:v>0.09665749134030553</c:v>
              </c:pt>
              <c:pt idx="1755">
                <c:v>0.10270731635343838</c:v>
              </c:pt>
              <c:pt idx="1756">
                <c:v>0.09644157567108184</c:v>
              </c:pt>
              <c:pt idx="1757">
                <c:v>0.08980971278981086</c:v>
              </c:pt>
              <c:pt idx="1758">
                <c:v>0.054389089672283564</c:v>
              </c:pt>
              <c:pt idx="1759">
                <c:v>0.04786155457536865</c:v>
              </c:pt>
              <c:pt idx="1760">
                <c:v>-0.08798089756804166</c:v>
              </c:pt>
              <c:pt idx="1761">
                <c:v>-0.10315494915651015</c:v>
              </c:pt>
              <c:pt idx="1762">
                <c:v>-0.10528601864204909</c:v>
              </c:pt>
              <c:pt idx="1763">
                <c:v>-0.1083603775630766</c:v>
              </c:pt>
              <c:pt idx="1764">
                <c:v>-0.1217603164170112</c:v>
              </c:pt>
              <c:pt idx="1765">
                <c:v>-0.04458880066603346</c:v>
              </c:pt>
              <c:pt idx="1766">
                <c:v>-0.028248462046745353</c:v>
              </c:pt>
              <c:pt idx="1767">
                <c:v>-0.01353444876449511</c:v>
              </c:pt>
              <c:pt idx="1768">
                <c:v>0.10906435165751198</c:v>
              </c:pt>
              <c:pt idx="1769">
                <c:v>-0.14772818775293822</c:v>
              </c:pt>
              <c:pt idx="1770">
                <c:v>-0.14781476542475766</c:v>
              </c:pt>
              <c:pt idx="1771">
                <c:v>-0.14025692335493517</c:v>
              </c:pt>
              <c:pt idx="1772">
                <c:v>-0.12451456657228166</c:v>
              </c:pt>
              <c:pt idx="1773">
                <c:v>-0.13564123590200194</c:v>
              </c:pt>
              <c:pt idx="1774">
                <c:v>-0.15475245015539504</c:v>
              </c:pt>
              <c:pt idx="1775">
                <c:v>0.09757995476934522</c:v>
              </c:pt>
              <c:pt idx="1776">
                <c:v>0.09848480238051101</c:v>
              </c:pt>
              <c:pt idx="1777">
                <c:v>0.09781493876835488</c:v>
              </c:pt>
              <c:pt idx="1778">
                <c:v>-0.08115651535718785</c:v>
              </c:pt>
              <c:pt idx="1779">
                <c:v>-0.07232911412803841</c:v>
              </c:pt>
              <c:pt idx="1780">
                <c:v>-0.07578619660188665</c:v>
              </c:pt>
              <c:pt idx="1781">
                <c:v>0.023953280140283435</c:v>
              </c:pt>
              <c:pt idx="1782">
                <c:v>0.030277476318333486</c:v>
              </c:pt>
              <c:pt idx="1783">
                <c:v>0.023841446947628266</c:v>
              </c:pt>
              <c:pt idx="1784">
                <c:v>0.02068652711899806</c:v>
              </c:pt>
              <c:pt idx="1785">
                <c:v>0.04915203649113191</c:v>
              </c:pt>
              <c:pt idx="1786">
                <c:v>-3.9957341701468196E-08</c:v>
              </c:pt>
              <c:pt idx="1787">
                <c:v>-0.004792625003019328</c:v>
              </c:pt>
              <c:pt idx="1788">
                <c:v>0.003007615381602873</c:v>
              </c:pt>
              <c:pt idx="1789">
                <c:v>-0.0028408864427572123</c:v>
              </c:pt>
              <c:pt idx="1790">
                <c:v>-0.0026668242922923283</c:v>
              </c:pt>
              <c:pt idx="1791">
                <c:v>0.05224432947487169</c:v>
              </c:pt>
              <c:pt idx="1792">
                <c:v>-0.06830129776806129</c:v>
              </c:pt>
              <c:pt idx="1793">
                <c:v>0.004780209643192323</c:v>
              </c:pt>
              <c:pt idx="1794">
                <c:v>0.04224233978189636</c:v>
              </c:pt>
              <c:pt idx="1795">
                <c:v>0.0258352192455427</c:v>
              </c:pt>
              <c:pt idx="1796">
                <c:v>0.044055704256755264</c:v>
              </c:pt>
              <c:pt idx="1797">
                <c:v>0.0055906948427447796</c:v>
              </c:pt>
              <c:pt idx="1798">
                <c:v>0.0038619908474861204</c:v>
              </c:pt>
              <c:pt idx="1799">
                <c:v>0.008191336372391448</c:v>
              </c:pt>
              <c:pt idx="1800">
                <c:v>0.008403197733836201</c:v>
              </c:pt>
              <c:pt idx="1801">
                <c:v>0.005159202143294612</c:v>
              </c:pt>
              <c:pt idx="1802">
                <c:v>0.0385618549102077</c:v>
              </c:pt>
              <c:pt idx="1803">
                <c:v>0.052960033547336166</c:v>
              </c:pt>
              <c:pt idx="1804">
                <c:v>-0.1538204386302942</c:v>
              </c:pt>
              <c:pt idx="1805">
                <c:v>4.102966633116612E-08</c:v>
              </c:pt>
              <c:pt idx="1806">
                <c:v>4.922408139989391E-08</c:v>
              </c:pt>
              <c:pt idx="1807">
                <c:v>-2.2496500748272215E-07</c:v>
              </c:pt>
              <c:pt idx="1808">
                <c:v>-0.03835873746283987</c:v>
              </c:pt>
              <c:pt idx="1809">
                <c:v>-0.007722121420114527</c:v>
              </c:pt>
              <c:pt idx="1810">
                <c:v>-0.038456685810203874</c:v>
              </c:pt>
              <c:pt idx="1811">
                <c:v>-0.03546558074294191</c:v>
              </c:pt>
              <c:pt idx="1812">
                <c:v>-2.2725710527791523E-07</c:v>
              </c:pt>
              <c:pt idx="1813">
                <c:v>-0.12256686813785278</c:v>
              </c:pt>
              <c:pt idx="1814">
                <c:v>-7.200982839361391E-08</c:v>
              </c:pt>
              <c:pt idx="1815">
                <c:v>-1.1077432612949315E-07</c:v>
              </c:pt>
              <c:pt idx="1816">
                <c:v>-0.008366635632990798</c:v>
              </c:pt>
              <c:pt idx="1817">
                <c:v>-0.010305823972325557</c:v>
              </c:pt>
              <c:pt idx="1818">
                <c:v>-1.1326221590108809E-07</c:v>
              </c:pt>
              <c:pt idx="1819">
                <c:v>-0.011676175571833673</c:v>
              </c:pt>
              <c:pt idx="1820">
                <c:v>-1.2551606483301205E-07</c:v>
              </c:pt>
              <c:pt idx="1821">
                <c:v>0.04136118842626113</c:v>
              </c:pt>
              <c:pt idx="1822">
                <c:v>0.023244366264039022</c:v>
              </c:pt>
              <c:pt idx="1823">
                <c:v>-0.14932298406353745</c:v>
              </c:pt>
              <c:pt idx="1824">
                <c:v>-0.1456371470100186</c:v>
              </c:pt>
              <c:pt idx="1825">
                <c:v>-0.14716610370012587</c:v>
              </c:pt>
              <c:pt idx="1826">
                <c:v>-0.14297453212411582</c:v>
              </c:pt>
              <c:pt idx="1827">
                <c:v>-0.1434046749349056</c:v>
              </c:pt>
              <c:pt idx="1828">
                <c:v>0.10576164904473129</c:v>
              </c:pt>
              <c:pt idx="1829">
                <c:v>0.09679786044963556</c:v>
              </c:pt>
              <c:pt idx="1830">
                <c:v>0.10372189588168793</c:v>
              </c:pt>
              <c:pt idx="1831">
                <c:v>0.0964494815233263</c:v>
              </c:pt>
              <c:pt idx="1832">
                <c:v>0.004328425012971333</c:v>
              </c:pt>
              <c:pt idx="1833">
                <c:v>0.009439466411016343</c:v>
              </c:pt>
              <c:pt idx="1834">
                <c:v>0.010313000612640448</c:v>
              </c:pt>
              <c:pt idx="1835">
                <c:v>0.05367444072648848</c:v>
              </c:pt>
              <c:pt idx="1836">
                <c:v>0.05516073472310607</c:v>
              </c:pt>
              <c:pt idx="1837">
                <c:v>0.052458162024874966</c:v>
              </c:pt>
              <c:pt idx="1838">
                <c:v>0.0596227059017507</c:v>
              </c:pt>
              <c:pt idx="1839">
                <c:v>0.0614299370928415</c:v>
              </c:pt>
              <c:pt idx="1840">
                <c:v>0.058913599602703794</c:v>
              </c:pt>
              <c:pt idx="1841">
                <c:v>0.06688005648522875</c:v>
              </c:pt>
              <c:pt idx="1842">
                <c:v>-0.025865999122329918</c:v>
              </c:pt>
              <c:pt idx="1843">
                <c:v>-0.03564762692586269</c:v>
              </c:pt>
              <c:pt idx="1844">
                <c:v>-0.005823265946604755</c:v>
              </c:pt>
              <c:pt idx="1845">
                <c:v>-2.912128951174217E-07</c:v>
              </c:pt>
              <c:pt idx="1846">
                <c:v>-0.05518907965098703</c:v>
              </c:pt>
              <c:pt idx="1847">
                <c:v>-0.06442832921689944</c:v>
              </c:pt>
              <c:pt idx="1848">
                <c:v>-0.041459829061983915</c:v>
              </c:pt>
              <c:pt idx="1849">
                <c:v>-0.14223082922616154</c:v>
              </c:pt>
              <c:pt idx="1850">
                <c:v>4.738994737198512E-05</c:v>
              </c:pt>
              <c:pt idx="1851">
                <c:v>-0.0006552472945212162</c:v>
              </c:pt>
              <c:pt idx="1852">
                <c:v>-0.0005249010267981627</c:v>
              </c:pt>
              <c:pt idx="1853">
                <c:v>0.03358618327106502</c:v>
              </c:pt>
              <c:pt idx="1854">
                <c:v>0.02443151241120652</c:v>
              </c:pt>
              <c:pt idx="1855">
                <c:v>0.024081823843849007</c:v>
              </c:pt>
              <c:pt idx="1856">
                <c:v>0.03296906811622066</c:v>
              </c:pt>
              <c:pt idx="1857">
                <c:v>0.0452536644222628</c:v>
              </c:pt>
              <c:pt idx="1858">
                <c:v>0.06111809075372099</c:v>
              </c:pt>
              <c:pt idx="1859">
                <c:v>-0.15565076587505194</c:v>
              </c:pt>
              <c:pt idx="1860">
                <c:v>-0.1328763322253751</c:v>
              </c:pt>
              <c:pt idx="1861">
                <c:v>-0.13648623014553873</c:v>
              </c:pt>
              <c:pt idx="1862">
                <c:v>-0.12306040619402424</c:v>
              </c:pt>
              <c:pt idx="1863">
                <c:v>0.041616855780332855</c:v>
              </c:pt>
              <c:pt idx="1864">
                <c:v>0.03754382487584627</c:v>
              </c:pt>
              <c:pt idx="1865">
                <c:v>0.039618372849499574</c:v>
              </c:pt>
              <c:pt idx="1866">
                <c:v>0.02948279612725366</c:v>
              </c:pt>
              <c:pt idx="1867">
                <c:v>0.031521179170115335</c:v>
              </c:pt>
              <c:pt idx="1868">
                <c:v>-1.9979052591245928E-08</c:v>
              </c:pt>
              <c:pt idx="1869">
                <c:v>-0.002146696885816522</c:v>
              </c:pt>
              <c:pt idx="1870">
                <c:v>-0.0003613082188231348</c:v>
              </c:pt>
              <c:pt idx="1871">
                <c:v>-0.00016102702743732607</c:v>
              </c:pt>
              <c:pt idx="1872">
                <c:v>0.001163788478251844</c:v>
              </c:pt>
              <c:pt idx="1873">
                <c:v>-0.0002400592337696377</c:v>
              </c:pt>
              <c:pt idx="1874">
                <c:v>-0.0018524726229192188</c:v>
              </c:pt>
              <c:pt idx="1875">
                <c:v>-0.003022700263776126</c:v>
              </c:pt>
              <c:pt idx="1876">
                <c:v>-0.1411979195093737</c:v>
              </c:pt>
              <c:pt idx="1877">
                <c:v>-2.4445325065695926E-07</c:v>
              </c:pt>
              <c:pt idx="1878">
                <c:v>-2.3965647051227247E-07</c:v>
              </c:pt>
              <c:pt idx="1879">
                <c:v>-0.015230393881792866</c:v>
              </c:pt>
              <c:pt idx="1880">
                <c:v>0.09075136334920655</c:v>
              </c:pt>
              <c:pt idx="1881">
                <c:v>0.06629459877298272</c:v>
              </c:pt>
              <c:pt idx="1882">
                <c:v>0.03852543384945015</c:v>
              </c:pt>
              <c:pt idx="1883">
                <c:v>0.03792160160654837</c:v>
              </c:pt>
              <c:pt idx="1884">
                <c:v>-0.145287330630125</c:v>
              </c:pt>
              <c:pt idx="1885">
                <c:v>0.09798218163052612</c:v>
              </c:pt>
              <c:pt idx="1886">
                <c:v>-0.059762810208348775</c:v>
              </c:pt>
              <c:pt idx="1887">
                <c:v>-0.09286543428529712</c:v>
              </c:pt>
              <c:pt idx="1888">
                <c:v>-0.05795571144842274</c:v>
              </c:pt>
              <c:pt idx="1889">
                <c:v>-0.08633801475103453</c:v>
              </c:pt>
              <c:pt idx="1890">
                <c:v>-0.1124934392237177</c:v>
              </c:pt>
              <c:pt idx="1891">
                <c:v>-0.09958521772597989</c:v>
              </c:pt>
              <c:pt idx="1892">
                <c:v>0.008098668269410204</c:v>
              </c:pt>
              <c:pt idx="1893">
                <c:v>0.012177036374187575</c:v>
              </c:pt>
              <c:pt idx="1894">
                <c:v>-0.08637682592355683</c:v>
              </c:pt>
              <c:pt idx="1895">
                <c:v>-0.006481646769565957</c:v>
              </c:pt>
              <c:pt idx="1896">
                <c:v>-0.04871544723215238</c:v>
              </c:pt>
              <c:pt idx="1897">
                <c:v>0.016289936210639788</c:v>
              </c:pt>
              <c:pt idx="1898">
                <c:v>0.02231630129108646</c:v>
              </c:pt>
              <c:pt idx="1899">
                <c:v>0.01782623475922902</c:v>
              </c:pt>
              <c:pt idx="1900">
                <c:v>0.01196701695005738</c:v>
              </c:pt>
              <c:pt idx="1901">
                <c:v>0.010935198337967265</c:v>
              </c:pt>
              <c:pt idx="1902">
                <c:v>-0.1387798711112031</c:v>
              </c:pt>
              <c:pt idx="1903">
                <c:v>0.05821178446617139</c:v>
              </c:pt>
              <c:pt idx="1904">
                <c:v>0.051920282906118956</c:v>
              </c:pt>
              <c:pt idx="1905">
                <c:v>0.05909108788717857</c:v>
              </c:pt>
              <c:pt idx="1906">
                <c:v>0.04645759130256383</c:v>
              </c:pt>
              <c:pt idx="1907">
                <c:v>0.05500198554958434</c:v>
              </c:pt>
              <c:pt idx="1908">
                <c:v>0.037288363539971656</c:v>
              </c:pt>
              <c:pt idx="1909">
                <c:v>-0.1356167007173857</c:v>
              </c:pt>
              <c:pt idx="1910">
                <c:v>-0.14356199723333424</c:v>
              </c:pt>
              <c:pt idx="1911">
                <c:v>-0.14098133685487899</c:v>
              </c:pt>
              <c:pt idx="1912">
                <c:v>-0.05695959808091968</c:v>
              </c:pt>
              <c:pt idx="1913">
                <c:v>-0.047764888037547915</c:v>
              </c:pt>
              <c:pt idx="1914">
                <c:v>0.03565283156423071</c:v>
              </c:pt>
              <c:pt idx="1915">
                <c:v>0.029570388715987037</c:v>
              </c:pt>
              <c:pt idx="1916">
                <c:v>-0.09045340371223609</c:v>
              </c:pt>
              <c:pt idx="1917">
                <c:v>-0.11689770209409536</c:v>
              </c:pt>
              <c:pt idx="1918">
                <c:v>0.09659758567769088</c:v>
              </c:pt>
              <c:pt idx="1919">
                <c:v>0.09066538164396937</c:v>
              </c:pt>
              <c:pt idx="1920">
                <c:v>0.09614533790332393</c:v>
              </c:pt>
              <c:pt idx="1921">
                <c:v>-0.006572732148465841</c:v>
              </c:pt>
              <c:pt idx="1922">
                <c:v>-2.3959452568382944E-07</c:v>
              </c:pt>
              <c:pt idx="1923">
                <c:v>-2.0512981642651614E-07</c:v>
              </c:pt>
              <c:pt idx="1924">
                <c:v>-0.14169522645771584</c:v>
              </c:pt>
              <c:pt idx="1925">
                <c:v>-0.14268590644382065</c:v>
              </c:pt>
              <c:pt idx="1926">
                <c:v>-0.06810649946171038</c:v>
              </c:pt>
              <c:pt idx="1927">
                <c:v>0.09128180379248405</c:v>
              </c:pt>
              <c:pt idx="1928">
                <c:v>0.09756736817870147</c:v>
              </c:pt>
              <c:pt idx="1929">
                <c:v>0.04904035392393861</c:v>
              </c:pt>
              <c:pt idx="1930">
                <c:v>-0.1251597201332141</c:v>
              </c:pt>
              <c:pt idx="1931">
                <c:v>-0.11653869444615614</c:v>
              </c:pt>
              <c:pt idx="1932">
                <c:v>-0.05203069290022288</c:v>
              </c:pt>
              <c:pt idx="1933">
                <c:v>-0.03494709150859639</c:v>
              </c:pt>
              <c:pt idx="1934">
                <c:v>-0.043814566856805355</c:v>
              </c:pt>
              <c:pt idx="1935">
                <c:v>-0.05748708528139711</c:v>
              </c:pt>
              <c:pt idx="1936">
                <c:v>-0.05705583264895008</c:v>
              </c:pt>
              <c:pt idx="1937">
                <c:v>0.03522562062245426</c:v>
              </c:pt>
              <c:pt idx="1938">
                <c:v>0.047596976704464854</c:v>
              </c:pt>
              <c:pt idx="1939">
                <c:v>0.03749794089849655</c:v>
              </c:pt>
              <c:pt idx="1940">
                <c:v>0.030732365935541007</c:v>
              </c:pt>
              <c:pt idx="1941">
                <c:v>0.03747490766592118</c:v>
              </c:pt>
              <c:pt idx="1942">
                <c:v>0.03351584886753869</c:v>
              </c:pt>
              <c:pt idx="1943">
                <c:v>0.05361098936181434</c:v>
              </c:pt>
              <c:pt idx="1944">
                <c:v>0.0018136136091746046</c:v>
              </c:pt>
              <c:pt idx="1945">
                <c:v>0.006651140680514824</c:v>
              </c:pt>
              <c:pt idx="1946">
                <c:v>0.004874529759885207</c:v>
              </c:pt>
              <c:pt idx="1947">
                <c:v>0.0029959748820315743</c:v>
              </c:pt>
              <c:pt idx="1948">
                <c:v>0.0029222832995087107</c:v>
              </c:pt>
              <c:pt idx="1949">
                <c:v>0.0039290803288968765</c:v>
              </c:pt>
              <c:pt idx="1950">
                <c:v>0.009568179608422496</c:v>
              </c:pt>
              <c:pt idx="1951">
                <c:v>0.00601949916640399</c:v>
              </c:pt>
              <c:pt idx="1952">
                <c:v>0.004671748358755005</c:v>
              </c:pt>
              <c:pt idx="1953">
                <c:v>0.0016569546221471558</c:v>
              </c:pt>
              <c:pt idx="1954">
                <c:v>0.0965788694828972</c:v>
              </c:pt>
              <c:pt idx="1955">
                <c:v>0.037723362909082625</c:v>
              </c:pt>
              <c:pt idx="1956">
                <c:v>0.05335629761832313</c:v>
              </c:pt>
              <c:pt idx="1957">
                <c:v>0.013395571854358095</c:v>
              </c:pt>
              <c:pt idx="1958">
                <c:v>0.018996848843149578</c:v>
              </c:pt>
              <c:pt idx="1959">
                <c:v>0.01621910623142845</c:v>
              </c:pt>
              <c:pt idx="1960">
                <c:v>2.681806386448735E-08</c:v>
              </c:pt>
              <c:pt idx="1961">
                <c:v>0.03082905501291376</c:v>
              </c:pt>
              <c:pt idx="1962">
                <c:v>0.024749104306658855</c:v>
              </c:pt>
              <c:pt idx="1963">
                <c:v>0.0374772321336161</c:v>
              </c:pt>
              <c:pt idx="1964">
                <c:v>0.03962374906477621</c:v>
              </c:pt>
              <c:pt idx="1965">
                <c:v>0.02117879194478336</c:v>
              </c:pt>
              <c:pt idx="1966">
                <c:v>0.03937721702708413</c:v>
              </c:pt>
              <c:pt idx="1967">
                <c:v>0.037437452970164826</c:v>
              </c:pt>
              <c:pt idx="1968">
                <c:v>0.01621566713954032</c:v>
              </c:pt>
              <c:pt idx="1969">
                <c:v>0.021574629160712674</c:v>
              </c:pt>
              <c:pt idx="1970">
                <c:v>-0.12980946525027867</c:v>
              </c:pt>
              <c:pt idx="1971">
                <c:v>-0.10459915375399578</c:v>
              </c:pt>
              <c:pt idx="1972">
                <c:v>-0.10239588574912058</c:v>
              </c:pt>
              <c:pt idx="1973">
                <c:v>-0.0016727741142592008</c:v>
              </c:pt>
              <c:pt idx="1974">
                <c:v>-8.996498171064122E-08</c:v>
              </c:pt>
              <c:pt idx="1975">
                <c:v>-5.431857869921162E-08</c:v>
              </c:pt>
              <c:pt idx="1976">
                <c:v>-0.1176667788584019</c:v>
              </c:pt>
              <c:pt idx="1977">
                <c:v>-0.13378932157012113</c:v>
              </c:pt>
              <c:pt idx="1978">
                <c:v>-0.004298855440415281</c:v>
              </c:pt>
              <c:pt idx="1979">
                <c:v>-0.002691470070609943</c:v>
              </c:pt>
              <c:pt idx="1980">
                <c:v>-0.011515514833546176</c:v>
              </c:pt>
              <c:pt idx="1981">
                <c:v>0.0008672024136961367</c:v>
              </c:pt>
              <c:pt idx="1982">
                <c:v>3.2347518047394847E-08</c:v>
              </c:pt>
              <c:pt idx="1983">
                <c:v>0.0020245452878053394</c:v>
              </c:pt>
              <c:pt idx="1984">
                <c:v>0.06074195131847064</c:v>
              </c:pt>
              <c:pt idx="1985">
                <c:v>-0.051160142591674944</c:v>
              </c:pt>
              <c:pt idx="1986">
                <c:v>-0.03633689994936947</c:v>
              </c:pt>
              <c:pt idx="1987">
                <c:v>-0.054683501980587496</c:v>
              </c:pt>
              <c:pt idx="1988">
                <c:v>0.0002601787902700469</c:v>
              </c:pt>
              <c:pt idx="1989">
                <c:v>-0.00036188349198039904</c:v>
              </c:pt>
              <c:pt idx="1990">
                <c:v>0.0028449461566130256</c:v>
              </c:pt>
              <c:pt idx="1991">
                <c:v>-0.08298243396841022</c:v>
              </c:pt>
              <c:pt idx="1992">
                <c:v>-0.07250398836192411</c:v>
              </c:pt>
              <c:pt idx="1993">
                <c:v>-0.0607722027963631</c:v>
              </c:pt>
              <c:pt idx="1994">
                <c:v>0.0025809660487255298</c:v>
              </c:pt>
              <c:pt idx="1995">
                <c:v>0.0016323958626545622</c:v>
              </c:pt>
              <c:pt idx="1996">
                <c:v>1.160632188723939E-08</c:v>
              </c:pt>
              <c:pt idx="1997">
                <c:v>-2.1050377895265126E-05</c:v>
              </c:pt>
              <c:pt idx="1998">
                <c:v>0.0003395160235124263</c:v>
              </c:pt>
              <c:pt idx="1999">
                <c:v>-0.056547595978296256</c:v>
              </c:pt>
              <c:pt idx="2000">
                <c:v>0.07550801194885329</c:v>
              </c:pt>
              <c:pt idx="2001">
                <c:v>0.07797371612639463</c:v>
              </c:pt>
              <c:pt idx="2002">
                <c:v>0.07492282498950292</c:v>
              </c:pt>
              <c:pt idx="2003">
                <c:v>-2.505406442341034E-07</c:v>
              </c:pt>
              <c:pt idx="2004">
                <c:v>0.059995437478187495</c:v>
              </c:pt>
              <c:pt idx="2005">
                <c:v>0.06707633428104458</c:v>
              </c:pt>
              <c:pt idx="2006">
                <c:v>0.06102904191468975</c:v>
              </c:pt>
              <c:pt idx="2007">
                <c:v>0.008963105996238964</c:v>
              </c:pt>
              <c:pt idx="2008">
                <c:v>0.007731956584502214</c:v>
              </c:pt>
              <c:pt idx="2009">
                <c:v>0.007637565116080932</c:v>
              </c:pt>
              <c:pt idx="2010">
                <c:v>0.02771752266611184</c:v>
              </c:pt>
              <c:pt idx="2011">
                <c:v>0.036976927770201</c:v>
              </c:pt>
              <c:pt idx="2012">
                <c:v>-7.3604254508807515E-09</c:v>
              </c:pt>
              <c:pt idx="2013">
                <c:v>-1.0778714968181782E-09</c:v>
              </c:pt>
              <c:pt idx="2014">
                <c:v>-0.0007552836785972468</c:v>
              </c:pt>
              <c:pt idx="2015">
                <c:v>0.11974238630425729</c:v>
              </c:pt>
              <c:pt idx="2016">
                <c:v>0.04753822224714896</c:v>
              </c:pt>
              <c:pt idx="2017">
                <c:v>-0.006562759141239099</c:v>
              </c:pt>
              <c:pt idx="2018">
                <c:v>0.04345948076242305</c:v>
              </c:pt>
              <c:pt idx="2019">
                <c:v>0.008588831688684608</c:v>
              </c:pt>
              <c:pt idx="2020">
                <c:v>0.0104695646855169</c:v>
              </c:pt>
              <c:pt idx="2021">
                <c:v>0.010431687054357118</c:v>
              </c:pt>
              <c:pt idx="2022">
                <c:v>0.02132785106954407</c:v>
              </c:pt>
              <c:pt idx="2023">
                <c:v>0.014652798060141796</c:v>
              </c:pt>
              <c:pt idx="2024">
                <c:v>-0.1520099190252946</c:v>
              </c:pt>
              <c:pt idx="2025">
                <c:v>0.020361819512095976</c:v>
              </c:pt>
              <c:pt idx="2026">
                <c:v>0.026002832296739577</c:v>
              </c:pt>
              <c:pt idx="2027">
                <c:v>0.0015056348566185578</c:v>
              </c:pt>
              <c:pt idx="2028">
                <c:v>-0.04527154943263215</c:v>
              </c:pt>
              <c:pt idx="2029">
                <c:v>-0.04513987666260577</c:v>
              </c:pt>
              <c:pt idx="2030">
                <c:v>-0.044544845259551324</c:v>
              </c:pt>
              <c:pt idx="2031">
                <c:v>-0.0359419982434647</c:v>
              </c:pt>
              <c:pt idx="2032">
                <c:v>-0.061034696352714864</c:v>
              </c:pt>
              <c:pt idx="2033">
                <c:v>-0.052441248209809964</c:v>
              </c:pt>
              <c:pt idx="2034">
                <c:v>-0.07504144294979981</c:v>
              </c:pt>
              <c:pt idx="2035">
                <c:v>-0.11419449784583927</c:v>
              </c:pt>
              <c:pt idx="2036">
                <c:v>0.0035270439702785633</c:v>
              </c:pt>
              <c:pt idx="2037">
                <c:v>0.009287428798815021</c:v>
              </c:pt>
              <c:pt idx="2038">
                <c:v>-0.06011654143085001</c:v>
              </c:pt>
              <c:pt idx="2039">
                <c:v>-0.071364158667794</c:v>
              </c:pt>
              <c:pt idx="2040">
                <c:v>-0.0716368007443562</c:v>
              </c:pt>
              <c:pt idx="2041">
                <c:v>-0.08766802783859869</c:v>
              </c:pt>
              <c:pt idx="2042">
                <c:v>-0.08108159631647929</c:v>
              </c:pt>
              <c:pt idx="2043">
                <c:v>-0.09457892408139972</c:v>
              </c:pt>
              <c:pt idx="2044">
                <c:v>-0.09593023363562271</c:v>
              </c:pt>
              <c:pt idx="2045">
                <c:v>-0.012753010715172647</c:v>
              </c:pt>
              <c:pt idx="2046">
                <c:v>-0.006284757785833756</c:v>
              </c:pt>
              <c:pt idx="2047">
                <c:v>-0.023695452638517182</c:v>
              </c:pt>
              <c:pt idx="2048">
                <c:v>-0.06714380530115617</c:v>
              </c:pt>
              <c:pt idx="2049">
                <c:v>0.01764508425451279</c:v>
              </c:pt>
              <c:pt idx="2050">
                <c:v>0.010704111974165952</c:v>
              </c:pt>
              <c:pt idx="2051">
                <c:v>0.010952878460441257</c:v>
              </c:pt>
              <c:pt idx="2052">
                <c:v>0.001134044682077593</c:v>
              </c:pt>
              <c:pt idx="2053">
                <c:v>0.00322400505794766</c:v>
              </c:pt>
              <c:pt idx="2054">
                <c:v>0.002595549759953423</c:v>
              </c:pt>
              <c:pt idx="2055">
                <c:v>0.00569390690603022</c:v>
              </c:pt>
              <c:pt idx="2056">
                <c:v>0.0042674158713535745</c:v>
              </c:pt>
              <c:pt idx="2057">
                <c:v>-0.12684706043742996</c:v>
              </c:pt>
              <c:pt idx="2058">
                <c:v>-0.002504385174421254</c:v>
              </c:pt>
              <c:pt idx="2059">
                <c:v>-0.001144658572195991</c:v>
              </c:pt>
              <c:pt idx="2060">
                <c:v>0.09563382075601291</c:v>
              </c:pt>
              <c:pt idx="2061">
                <c:v>0.036671085936785607</c:v>
              </c:pt>
              <c:pt idx="2062">
                <c:v>0.07546561691021926</c:v>
              </c:pt>
              <c:pt idx="2063">
                <c:v>0.03634998083094176</c:v>
              </c:pt>
              <c:pt idx="2064">
                <c:v>0.013197723617736988</c:v>
              </c:pt>
              <c:pt idx="2065">
                <c:v>-0.13984663725864777</c:v>
              </c:pt>
              <c:pt idx="2066">
                <c:v>-0.14803557890413793</c:v>
              </c:pt>
              <c:pt idx="2067">
                <c:v>-0.14429672829278073</c:v>
              </c:pt>
              <c:pt idx="2068">
                <c:v>0.09359404535900022</c:v>
              </c:pt>
              <c:pt idx="2069">
                <c:v>0.10583284183197494</c:v>
              </c:pt>
              <c:pt idx="2070">
                <c:v>-0.07045737018547689</c:v>
              </c:pt>
              <c:pt idx="2071">
                <c:v>-0.08636392779916054</c:v>
              </c:pt>
              <c:pt idx="2072">
                <c:v>-0.058398965812566164</c:v>
              </c:pt>
              <c:pt idx="2073">
                <c:v>-0.045177472003347895</c:v>
              </c:pt>
              <c:pt idx="2074">
                <c:v>-0.08169723306290257</c:v>
              </c:pt>
              <c:pt idx="2075">
                <c:v>-0.04555453096380322</c:v>
              </c:pt>
              <c:pt idx="2076">
                <c:v>-0.0578666725486495</c:v>
              </c:pt>
              <c:pt idx="2077">
                <c:v>-8.56236122460333E-06</c:v>
              </c:pt>
              <c:pt idx="2078">
                <c:v>-1.652774435390909E-08</c:v>
              </c:pt>
              <c:pt idx="2079">
                <c:v>-1.6037098511305746E-08</c:v>
              </c:pt>
              <c:pt idx="2080">
                <c:v>-2.1081671232641605E-07</c:v>
              </c:pt>
              <c:pt idx="2081">
                <c:v>-1.4182180626953838E-08</c:v>
              </c:pt>
              <c:pt idx="2082">
                <c:v>-2.5095678614814582E-08</c:v>
              </c:pt>
              <c:pt idx="2083">
                <c:v>0.10821064860387837</c:v>
              </c:pt>
              <c:pt idx="2084">
                <c:v>0.09441716674164499</c:v>
              </c:pt>
              <c:pt idx="2085">
                <c:v>0.022211104041224214</c:v>
              </c:pt>
              <c:pt idx="2086">
                <c:v>-0.03898095755691426</c:v>
              </c:pt>
              <c:pt idx="2087">
                <c:v>-0.0022275923342299983</c:v>
              </c:pt>
              <c:pt idx="2088">
                <c:v>0.07642890324360185</c:v>
              </c:pt>
              <c:pt idx="2089">
                <c:v>0.08587052726148425</c:v>
              </c:pt>
              <c:pt idx="2090">
                <c:v>0.0832807230026011</c:v>
              </c:pt>
              <c:pt idx="2091">
                <c:v>-0.016708327142663154</c:v>
              </c:pt>
              <c:pt idx="2092">
                <c:v>0.041978939500963625</c:v>
              </c:pt>
              <c:pt idx="2093">
                <c:v>0.04217362599408671</c:v>
              </c:pt>
              <c:pt idx="2094">
                <c:v>0.030996316954463518</c:v>
              </c:pt>
              <c:pt idx="2095">
                <c:v>0.01678853164710477</c:v>
              </c:pt>
              <c:pt idx="2096">
                <c:v>-0.09681622124493691</c:v>
              </c:pt>
              <c:pt idx="2097">
                <c:v>-0.10390120380647284</c:v>
              </c:pt>
              <c:pt idx="2098">
                <c:v>-0.09670275797995635</c:v>
              </c:pt>
              <c:pt idx="2099">
                <c:v>-0.09597337077117749</c:v>
              </c:pt>
              <c:pt idx="2100">
                <c:v>-0.1533838615506126</c:v>
              </c:pt>
              <c:pt idx="2101">
                <c:v>-0.1543956852810398</c:v>
              </c:pt>
              <c:pt idx="2102">
                <c:v>-0.15451231413231692</c:v>
              </c:pt>
              <c:pt idx="2103">
                <c:v>0.12411598588225634</c:v>
              </c:pt>
              <c:pt idx="2104">
                <c:v>0.004388931069475314</c:v>
              </c:pt>
              <c:pt idx="2105">
                <c:v>0.06833979384946648</c:v>
              </c:pt>
              <c:pt idx="2106">
                <c:v>0.02558010194826169</c:v>
              </c:pt>
              <c:pt idx="2107">
                <c:v>0.005491737794320691</c:v>
              </c:pt>
              <c:pt idx="2108">
                <c:v>-0.05905095103847664</c:v>
              </c:pt>
              <c:pt idx="2109">
                <c:v>-0.06058076565635943</c:v>
              </c:pt>
              <c:pt idx="2110">
                <c:v>-0.06123157597855998</c:v>
              </c:pt>
              <c:pt idx="2111">
                <c:v>-0.022669604155046617</c:v>
              </c:pt>
              <c:pt idx="2112">
                <c:v>-0.008559963544646491</c:v>
              </c:pt>
              <c:pt idx="2113">
                <c:v>-0.028251869255273003</c:v>
              </c:pt>
              <c:pt idx="2114">
                <c:v>-0.09949013223263137</c:v>
              </c:pt>
              <c:pt idx="2115">
                <c:v>-0.03414213133260542</c:v>
              </c:pt>
              <c:pt idx="2116">
                <c:v>-0.1016817611302955</c:v>
              </c:pt>
              <c:pt idx="2117">
                <c:v>-0.13758038781872042</c:v>
              </c:pt>
              <c:pt idx="2118">
                <c:v>-0.1315048682621967</c:v>
              </c:pt>
              <c:pt idx="2119">
                <c:v>-0.12067485222873167</c:v>
              </c:pt>
              <c:pt idx="2120">
                <c:v>0.03116448829733023</c:v>
              </c:pt>
              <c:pt idx="2121">
                <c:v>-0.006544897978588754</c:v>
              </c:pt>
              <c:pt idx="2122">
                <c:v>-0.09497808289150705</c:v>
              </c:pt>
              <c:pt idx="2123">
                <c:v>0.09779602061445283</c:v>
              </c:pt>
              <c:pt idx="2124">
                <c:v>-0.033501838887328265</c:v>
              </c:pt>
              <c:pt idx="2125">
                <c:v>-0.10558905191489823</c:v>
              </c:pt>
              <c:pt idx="2126">
                <c:v>0.08773285740420728</c:v>
              </c:pt>
              <c:pt idx="2127">
                <c:v>0.08938667270506637</c:v>
              </c:pt>
              <c:pt idx="2128">
                <c:v>0.06750760201122295</c:v>
              </c:pt>
              <c:pt idx="2129">
                <c:v>0.037013033557118144</c:v>
              </c:pt>
              <c:pt idx="2130">
                <c:v>0.037703946908618245</c:v>
              </c:pt>
              <c:pt idx="2131">
                <c:v>0.03749344419069646</c:v>
              </c:pt>
              <c:pt idx="2132">
                <c:v>0.05873220823913399</c:v>
              </c:pt>
              <c:pt idx="2133">
                <c:v>0.05357888422841833</c:v>
              </c:pt>
              <c:pt idx="2134">
                <c:v>0.04519833972338836</c:v>
              </c:pt>
              <c:pt idx="2135">
                <c:v>-0.06688166800198582</c:v>
              </c:pt>
              <c:pt idx="2136">
                <c:v>0.05639716186504058</c:v>
              </c:pt>
              <c:pt idx="2137">
                <c:v>0.07010306848012086</c:v>
              </c:pt>
              <c:pt idx="2138">
                <c:v>-0.13613314489902895</c:v>
              </c:pt>
              <c:pt idx="2139">
                <c:v>-0.13940108781604574</c:v>
              </c:pt>
              <c:pt idx="2140">
                <c:v>-0.14041486337456136</c:v>
              </c:pt>
              <c:pt idx="2141">
                <c:v>-0.13688629654908285</c:v>
              </c:pt>
              <c:pt idx="2142">
                <c:v>-0.048607677052875</c:v>
              </c:pt>
              <c:pt idx="2143">
                <c:v>-0.009142870943813454</c:v>
              </c:pt>
              <c:pt idx="2144">
                <c:v>-0.01790570675227054</c:v>
              </c:pt>
              <c:pt idx="2145">
                <c:v>-0.007271642167143795</c:v>
              </c:pt>
              <c:pt idx="2146">
                <c:v>-0.0033215372547629003</c:v>
              </c:pt>
              <c:pt idx="2147">
                <c:v>-0.02569204048729494</c:v>
              </c:pt>
              <c:pt idx="2148">
                <c:v>-0.05161576874880805</c:v>
              </c:pt>
              <c:pt idx="2149">
                <c:v>-0.048114567891585906</c:v>
              </c:pt>
              <c:pt idx="2150">
                <c:v>-0.04040740710525546</c:v>
              </c:pt>
              <c:pt idx="2151">
                <c:v>-0.005267717419304544</c:v>
              </c:pt>
              <c:pt idx="2152">
                <c:v>-2.330402430492179E-07</c:v>
              </c:pt>
              <c:pt idx="2153">
                <c:v>-0.012426723913568362</c:v>
              </c:pt>
              <c:pt idx="2154">
                <c:v>-2.36818947718946E-07</c:v>
              </c:pt>
              <c:pt idx="2155">
                <c:v>-0.003422983256256623</c:v>
              </c:pt>
              <c:pt idx="2156">
                <c:v>-0.017579575404784033</c:v>
              </c:pt>
              <c:pt idx="2157">
                <c:v>-0.1418295185496965</c:v>
              </c:pt>
              <c:pt idx="2158">
                <c:v>-0.14229416167320535</c:v>
              </c:pt>
              <c:pt idx="2159">
                <c:v>-0.09768849184219873</c:v>
              </c:pt>
              <c:pt idx="2160">
                <c:v>-0.09650846774840881</c:v>
              </c:pt>
              <c:pt idx="2161">
                <c:v>0.012591917628270407</c:v>
              </c:pt>
              <c:pt idx="2162">
                <c:v>0.006968616096608521</c:v>
              </c:pt>
              <c:pt idx="2163">
                <c:v>-0.02729715103447491</c:v>
              </c:pt>
              <c:pt idx="2164">
                <c:v>-0.09863944101225096</c:v>
              </c:pt>
              <c:pt idx="2165">
                <c:v>0.0809780367584518</c:v>
              </c:pt>
              <c:pt idx="2166">
                <c:v>0.05155502441167675</c:v>
              </c:pt>
              <c:pt idx="2167">
                <c:v>0.054022845962207015</c:v>
              </c:pt>
              <c:pt idx="2168">
                <c:v>0.024589977362160172</c:v>
              </c:pt>
              <c:pt idx="2169">
                <c:v>0.03161113917042281</c:v>
              </c:pt>
              <c:pt idx="2170">
                <c:v>0.028503527836821484</c:v>
              </c:pt>
              <c:pt idx="2171">
                <c:v>-0.10350680202889596</c:v>
              </c:pt>
              <c:pt idx="2172">
                <c:v>-0.09250991367992137</c:v>
              </c:pt>
              <c:pt idx="2173">
                <c:v>-0.09403121950209214</c:v>
              </c:pt>
              <c:pt idx="2174">
                <c:v>0.093547620421122</c:v>
              </c:pt>
              <c:pt idx="2175">
                <c:v>-0.14695347030471465</c:v>
              </c:pt>
              <c:pt idx="2176">
                <c:v>-0.13965113918403746</c:v>
              </c:pt>
              <c:pt idx="2177">
                <c:v>-0.13819850198776212</c:v>
              </c:pt>
              <c:pt idx="2178">
                <c:v>-0.14034997198201668</c:v>
              </c:pt>
              <c:pt idx="2179">
                <c:v>0.0004950985205489913</c:v>
              </c:pt>
              <c:pt idx="2180">
                <c:v>-1.084424681420626E-05</c:v>
              </c:pt>
              <c:pt idx="2181">
                <c:v>0.002775547780669893</c:v>
              </c:pt>
              <c:pt idx="2182">
                <c:v>0.002196527489605811</c:v>
              </c:pt>
              <c:pt idx="2183">
                <c:v>0.015996543096809774</c:v>
              </c:pt>
              <c:pt idx="2184">
                <c:v>-0.12215115942846373</c:v>
              </c:pt>
              <c:pt idx="2185">
                <c:v>-0.13710243480419979</c:v>
              </c:pt>
              <c:pt idx="2186">
                <c:v>0.008611836968920353</c:v>
              </c:pt>
              <c:pt idx="2187">
                <c:v>0.0897384273704229</c:v>
              </c:pt>
              <c:pt idx="2188">
                <c:v>0.08857608300947754</c:v>
              </c:pt>
              <c:pt idx="2189">
                <c:v>0.09418931209090582</c:v>
              </c:pt>
              <c:pt idx="2190">
                <c:v>0.10671984105348208</c:v>
              </c:pt>
              <c:pt idx="2191">
                <c:v>0.030291277632061193</c:v>
              </c:pt>
              <c:pt idx="2192">
                <c:v>-0.1022541077348897</c:v>
              </c:pt>
              <c:pt idx="2193">
                <c:v>0.0943061077784502</c:v>
              </c:pt>
              <c:pt idx="2194">
                <c:v>0.01803168925329611</c:v>
              </c:pt>
              <c:pt idx="2195">
                <c:v>0.017418253320272224</c:v>
              </c:pt>
              <c:pt idx="2196">
                <c:v>0.010549673138956942</c:v>
              </c:pt>
              <c:pt idx="2197">
                <c:v>0.05273062732742223</c:v>
              </c:pt>
              <c:pt idx="2198">
                <c:v>-0.15472288750644073</c:v>
              </c:pt>
              <c:pt idx="2199">
                <c:v>-0.15472642064083164</c:v>
              </c:pt>
              <c:pt idx="2200">
                <c:v>-0.15214361532574655</c:v>
              </c:pt>
              <c:pt idx="2201">
                <c:v>0.007302024097706295</c:v>
              </c:pt>
              <c:pt idx="2202">
                <c:v>0.0007152563516115074</c:v>
              </c:pt>
              <c:pt idx="2203">
                <c:v>-0.09860918384243217</c:v>
              </c:pt>
              <c:pt idx="2204">
                <c:v>-0.018566777828193583</c:v>
              </c:pt>
              <c:pt idx="2205">
                <c:v>-0.05541064493029666</c:v>
              </c:pt>
              <c:pt idx="2206">
                <c:v>0.07572281915323932</c:v>
              </c:pt>
              <c:pt idx="2207">
                <c:v>0.06939904177104605</c:v>
              </c:pt>
              <c:pt idx="2208">
                <c:v>-0.018904459193322887</c:v>
              </c:pt>
              <c:pt idx="2209">
                <c:v>-0.11674614274526601</c:v>
              </c:pt>
              <c:pt idx="2210">
                <c:v>-0.0918295157577732</c:v>
              </c:pt>
              <c:pt idx="2211">
                <c:v>-0.08921643895400075</c:v>
              </c:pt>
              <c:pt idx="2212">
                <c:v>-0.0942155885553005</c:v>
              </c:pt>
              <c:pt idx="2213">
                <c:v>-0.11253890442333889</c:v>
              </c:pt>
              <c:pt idx="2214">
                <c:v>-0.12039150374065248</c:v>
              </c:pt>
              <c:pt idx="2215">
                <c:v>0.0881338933285509</c:v>
              </c:pt>
              <c:pt idx="2216">
                <c:v>-0.00250452406137313</c:v>
              </c:pt>
              <c:pt idx="2217">
                <c:v>0.03790222414208007</c:v>
              </c:pt>
              <c:pt idx="2218">
                <c:v>0.008530281677573609</c:v>
              </c:pt>
              <c:pt idx="2219">
                <c:v>-0.0028502722180968913</c:v>
              </c:pt>
              <c:pt idx="2220">
                <c:v>-0.0019442025294956304</c:v>
              </c:pt>
              <c:pt idx="2221">
                <c:v>-0.0022609870074024657</c:v>
              </c:pt>
              <c:pt idx="2222">
                <c:v>-0.003581311137883437</c:v>
              </c:pt>
              <c:pt idx="2223">
                <c:v>-0.1522387139829873</c:v>
              </c:pt>
              <c:pt idx="2224">
                <c:v>-0.1470197710964325</c:v>
              </c:pt>
              <c:pt idx="2225">
                <c:v>-0.15267703514868408</c:v>
              </c:pt>
              <c:pt idx="2226">
                <c:v>-0.14583154691472097</c:v>
              </c:pt>
              <c:pt idx="2227">
                <c:v>0.16043209002197117</c:v>
              </c:pt>
              <c:pt idx="2228">
                <c:v>-0.1256561935834792</c:v>
              </c:pt>
              <c:pt idx="2229">
                <c:v>-0.12638215300881905</c:v>
              </c:pt>
              <c:pt idx="2230">
                <c:v>-0.12439737305795763</c:v>
              </c:pt>
              <c:pt idx="2231">
                <c:v>0.07692982120911954</c:v>
              </c:pt>
              <c:pt idx="2232">
                <c:v>0.07832480155029103</c:v>
              </c:pt>
              <c:pt idx="2233">
                <c:v>0.08587037698098542</c:v>
              </c:pt>
              <c:pt idx="2234">
                <c:v>-0.149498807647034</c:v>
              </c:pt>
              <c:pt idx="2235">
                <c:v>-0.11776850429694273</c:v>
              </c:pt>
              <c:pt idx="2236">
                <c:v>-0.11743558107948891</c:v>
              </c:pt>
              <c:pt idx="2237">
                <c:v>0.08101657957224481</c:v>
              </c:pt>
              <c:pt idx="2238">
                <c:v>3.398182167691611E-08</c:v>
              </c:pt>
              <c:pt idx="2239">
                <c:v>3.1204484572995887E-08</c:v>
              </c:pt>
              <c:pt idx="2240">
                <c:v>-0.05861326944627686</c:v>
              </c:pt>
              <c:pt idx="2241">
                <c:v>-0.054505738317377726</c:v>
              </c:pt>
              <c:pt idx="2242">
                <c:v>-0.06058232589286326</c:v>
              </c:pt>
              <c:pt idx="2243">
                <c:v>-0.05747579317064308</c:v>
              </c:pt>
              <c:pt idx="2244">
                <c:v>-2.868697096266149E-07</c:v>
              </c:pt>
              <c:pt idx="2245">
                <c:v>-0.012012800941766395</c:v>
              </c:pt>
              <c:pt idx="2246">
                <c:v>0.006930782445043932</c:v>
              </c:pt>
              <c:pt idx="2247">
                <c:v>0.007821446283176308</c:v>
              </c:pt>
              <c:pt idx="2248">
                <c:v>0.022246540606224004</c:v>
              </c:pt>
              <c:pt idx="2249">
                <c:v>0.03066544450188881</c:v>
              </c:pt>
              <c:pt idx="2250">
                <c:v>0.03176139968310973</c:v>
              </c:pt>
              <c:pt idx="2251">
                <c:v>-0.0016879978890153476</c:v>
              </c:pt>
              <c:pt idx="2252">
                <c:v>0.0016826478368744662</c:v>
              </c:pt>
              <c:pt idx="2253">
                <c:v>0.036282625025534775</c:v>
              </c:pt>
              <c:pt idx="2254">
                <c:v>0.038307129054915554</c:v>
              </c:pt>
              <c:pt idx="2255">
                <c:v>0.04050521806267507</c:v>
              </c:pt>
              <c:pt idx="2256">
                <c:v>0.030275722305302073</c:v>
              </c:pt>
              <c:pt idx="2257">
                <c:v>0.034351011718685806</c:v>
              </c:pt>
              <c:pt idx="2258">
                <c:v>0.0002987445876541841</c:v>
              </c:pt>
              <c:pt idx="2259">
                <c:v>0.0005233642672345291</c:v>
              </c:pt>
              <c:pt idx="2260">
                <c:v>-0.13015666169591894</c:v>
              </c:pt>
              <c:pt idx="2261">
                <c:v>-0.04427908087922725</c:v>
              </c:pt>
              <c:pt idx="2262">
                <c:v>0.03318236116356399</c:v>
              </c:pt>
              <c:pt idx="2263">
                <c:v>-0.10096115646183636</c:v>
              </c:pt>
              <c:pt idx="2264">
                <c:v>-0.11242572892483343</c:v>
              </c:pt>
              <c:pt idx="2265">
                <c:v>-0.12009176428465906</c:v>
              </c:pt>
              <c:pt idx="2266">
                <c:v>-0.04697814712971478</c:v>
              </c:pt>
              <c:pt idx="2267">
                <c:v>0.09076704320551507</c:v>
              </c:pt>
              <c:pt idx="2268">
                <c:v>0.043250431271644504</c:v>
              </c:pt>
              <c:pt idx="2269">
                <c:v>0.09577158048677545</c:v>
              </c:pt>
              <c:pt idx="2270">
                <c:v>0.10758011416824514</c:v>
              </c:pt>
              <c:pt idx="2271">
                <c:v>0.08956116965141962</c:v>
              </c:pt>
              <c:pt idx="2272">
                <c:v>-0.035698856617483475</c:v>
              </c:pt>
              <c:pt idx="2273">
                <c:v>-2.2448565397823367E-07</c:v>
              </c:pt>
              <c:pt idx="2274">
                <c:v>-0.0062715767497373755</c:v>
              </c:pt>
              <c:pt idx="2275">
                <c:v>0.09484506995578536</c:v>
              </c:pt>
              <c:pt idx="2276">
                <c:v>0.07910934116506435</c:v>
              </c:pt>
              <c:pt idx="2277">
                <c:v>0.09627909715065114</c:v>
              </c:pt>
              <c:pt idx="2278">
                <c:v>-2.1998610546679886E-07</c:v>
              </c:pt>
              <c:pt idx="2279">
                <c:v>-0.03681544579585169</c:v>
              </c:pt>
              <c:pt idx="2280">
                <c:v>-2.275751709087513E-07</c:v>
              </c:pt>
              <c:pt idx="2281">
                <c:v>-0.009644446451256259</c:v>
              </c:pt>
              <c:pt idx="2282">
                <c:v>-0.11710802576148516</c:v>
              </c:pt>
              <c:pt idx="2283">
                <c:v>0.0022517822651120247</c:v>
              </c:pt>
              <c:pt idx="2284">
                <c:v>0.007423990195273975</c:v>
              </c:pt>
              <c:pt idx="2285">
                <c:v>-0.023110211522273282</c:v>
              </c:pt>
              <c:pt idx="2286">
                <c:v>0.01938978874053018</c:v>
              </c:pt>
              <c:pt idx="2287">
                <c:v>0.023864529468671403</c:v>
              </c:pt>
              <c:pt idx="2288">
                <c:v>-0.11362647858413545</c:v>
              </c:pt>
              <c:pt idx="2289">
                <c:v>-0.00886072855671746</c:v>
              </c:pt>
              <c:pt idx="2290">
                <c:v>0.03441021739584614</c:v>
              </c:pt>
              <c:pt idx="2291">
                <c:v>0.0028559097797746296</c:v>
              </c:pt>
              <c:pt idx="2292">
                <c:v>0.02404205326152523</c:v>
              </c:pt>
              <c:pt idx="2293">
                <c:v>-0.11079557067115343</c:v>
              </c:pt>
              <c:pt idx="2294">
                <c:v>0.021600646191258528</c:v>
              </c:pt>
              <c:pt idx="2295">
                <c:v>0.02132001685290752</c:v>
              </c:pt>
              <c:pt idx="2296">
                <c:v>0.09640135473546987</c:v>
              </c:pt>
              <c:pt idx="2297">
                <c:v>5.417654252560169E-08</c:v>
              </c:pt>
              <c:pt idx="2298">
                <c:v>5.590169829941197E-08</c:v>
              </c:pt>
              <c:pt idx="2299">
                <c:v>0.1085713423027242</c:v>
              </c:pt>
              <c:pt idx="2300">
                <c:v>0.10996450612288937</c:v>
              </c:pt>
              <c:pt idx="2301">
                <c:v>0.07324912105449362</c:v>
              </c:pt>
              <c:pt idx="2302">
                <c:v>-0.0882847629795028</c:v>
              </c:pt>
              <c:pt idx="2303">
                <c:v>-0.0884346815892763</c:v>
              </c:pt>
              <c:pt idx="2304">
                <c:v>-0.08937392019810822</c:v>
              </c:pt>
              <c:pt idx="2305">
                <c:v>-0.0438971173321775</c:v>
              </c:pt>
              <c:pt idx="2306">
                <c:v>-0.012505436834201956</c:v>
              </c:pt>
              <c:pt idx="2307">
                <c:v>-0.046243755682904196</c:v>
              </c:pt>
              <c:pt idx="2308">
                <c:v>-0.01581675524122409</c:v>
              </c:pt>
              <c:pt idx="2309">
                <c:v>-0.03868357366488363</c:v>
              </c:pt>
              <c:pt idx="2310">
                <c:v>-0.033465079812389956</c:v>
              </c:pt>
              <c:pt idx="2311">
                <c:v>-0.007680995038263118</c:v>
              </c:pt>
              <c:pt idx="2312">
                <c:v>0.00457852321313079</c:v>
              </c:pt>
              <c:pt idx="2313">
                <c:v>-0.02174646793437901</c:v>
              </c:pt>
              <c:pt idx="2314">
                <c:v>0.057235442333582694</c:v>
              </c:pt>
              <c:pt idx="2315">
                <c:v>0.020162509718800577</c:v>
              </c:pt>
              <c:pt idx="2316">
                <c:v>0.01815219149901054</c:v>
              </c:pt>
              <c:pt idx="2317">
                <c:v>0.0808146897992198</c:v>
              </c:pt>
              <c:pt idx="2318">
                <c:v>-0.14843097028391958</c:v>
              </c:pt>
              <c:pt idx="2319">
                <c:v>-0.145455087229033</c:v>
              </c:pt>
              <c:pt idx="2320">
                <c:v>-0.08809820238664047</c:v>
              </c:pt>
              <c:pt idx="2321">
                <c:v>0.023078848059726948</c:v>
              </c:pt>
              <c:pt idx="2322">
                <c:v>0.018458300743885193</c:v>
              </c:pt>
              <c:pt idx="2323">
                <c:v>-0.053921074319198445</c:v>
              </c:pt>
              <c:pt idx="2324">
                <c:v>-0.08443088163161748</c:v>
              </c:pt>
              <c:pt idx="2325">
                <c:v>0.0010700328090031408</c:v>
              </c:pt>
              <c:pt idx="2326">
                <c:v>0.07564250557273881</c:v>
              </c:pt>
              <c:pt idx="2327">
                <c:v>0.06158231269935126</c:v>
              </c:pt>
              <c:pt idx="2328">
                <c:v>0.07926242883450378</c:v>
              </c:pt>
              <c:pt idx="2329">
                <c:v>-0.007925964475022543</c:v>
              </c:pt>
              <c:pt idx="2330">
                <c:v>0.020971454048929444</c:v>
              </c:pt>
              <c:pt idx="2331">
                <c:v>0.00025710719203195616</c:v>
              </c:pt>
              <c:pt idx="2332">
                <c:v>3.6120705298997846E-09</c:v>
              </c:pt>
              <c:pt idx="2333">
                <c:v>0.00019271913497524848</c:v>
              </c:pt>
              <c:pt idx="2334">
                <c:v>-0.11428668344185429</c:v>
              </c:pt>
              <c:pt idx="2335">
                <c:v>-0.026307610712503003</c:v>
              </c:pt>
              <c:pt idx="2336">
                <c:v>0.01030127067860872</c:v>
              </c:pt>
              <c:pt idx="2337">
                <c:v>0.004665775703193081</c:v>
              </c:pt>
              <c:pt idx="2338">
                <c:v>0.022698102043985383</c:v>
              </c:pt>
              <c:pt idx="2339">
                <c:v>0.023440013962757328</c:v>
              </c:pt>
              <c:pt idx="2340">
                <c:v>0.031527883150774524</c:v>
              </c:pt>
              <c:pt idx="2341">
                <c:v>-0.035976704615655976</c:v>
              </c:pt>
              <c:pt idx="2342">
                <c:v>0.05549202362951514</c:v>
              </c:pt>
              <c:pt idx="2343">
                <c:v>-0.03812306677619855</c:v>
              </c:pt>
              <c:pt idx="2344">
                <c:v>2.8385718943185156E-08</c:v>
              </c:pt>
              <c:pt idx="2345">
                <c:v>0.0035813389228179894</c:v>
              </c:pt>
              <c:pt idx="2346">
                <c:v>0.0028943439859374243</c:v>
              </c:pt>
              <c:pt idx="2347">
                <c:v>0.008729932887785289</c:v>
              </c:pt>
              <c:pt idx="2348">
                <c:v>0.053369333243701786</c:v>
              </c:pt>
              <c:pt idx="2349">
                <c:v>0.06543674920560935</c:v>
              </c:pt>
              <c:pt idx="2350">
                <c:v>-0.03725570370818106</c:v>
              </c:pt>
              <c:pt idx="2351">
                <c:v>-0.05895117945498572</c:v>
              </c:pt>
              <c:pt idx="2352">
                <c:v>-0.0641275347787226</c:v>
              </c:pt>
              <c:pt idx="2353">
                <c:v>-0.05634693107849547</c:v>
              </c:pt>
              <c:pt idx="2354">
                <c:v>-0.060714303332124304</c:v>
              </c:pt>
              <c:pt idx="2355">
                <c:v>-0.00011677310785302575</c:v>
              </c:pt>
              <c:pt idx="2356">
                <c:v>-0.013316909534952709</c:v>
              </c:pt>
              <c:pt idx="2357">
                <c:v>-1.9204335155056273E-07</c:v>
              </c:pt>
              <c:pt idx="2358">
                <c:v>0.0033287060477732774</c:v>
              </c:pt>
              <c:pt idx="2359">
                <c:v>-0.12925102038233083</c:v>
              </c:pt>
              <c:pt idx="2360">
                <c:v>-0.12667829074898596</c:v>
              </c:pt>
              <c:pt idx="2361">
                <c:v>-0.11655818484322583</c:v>
              </c:pt>
              <c:pt idx="2362">
                <c:v>-0.10376574264905489</c:v>
              </c:pt>
              <c:pt idx="2363">
                <c:v>-0.1002324543278275</c:v>
              </c:pt>
              <c:pt idx="2364">
                <c:v>-0.09066856652757946</c:v>
              </c:pt>
              <c:pt idx="2365">
                <c:v>-0.10609771444126824</c:v>
              </c:pt>
              <c:pt idx="2366">
                <c:v>-0.10965296716538553</c:v>
              </c:pt>
              <c:pt idx="2367">
                <c:v>-0.10495547407760972</c:v>
              </c:pt>
              <c:pt idx="2368">
                <c:v>-0.09153839212128428</c:v>
              </c:pt>
              <c:pt idx="2369">
                <c:v>-0.07221964895645282</c:v>
              </c:pt>
              <c:pt idx="2370">
                <c:v>0.11381262987821676</c:v>
              </c:pt>
              <c:pt idx="2371">
                <c:v>-0.034760081744996105</c:v>
              </c:pt>
              <c:pt idx="2372">
                <c:v>-0.01869974843824948</c:v>
              </c:pt>
              <c:pt idx="2373">
                <c:v>-0.017348694176454245</c:v>
              </c:pt>
              <c:pt idx="2374">
                <c:v>-0.019878442925043007</c:v>
              </c:pt>
              <c:pt idx="2375">
                <c:v>0.0015708900761091734</c:v>
              </c:pt>
              <c:pt idx="2376">
                <c:v>0.03318022623229688</c:v>
              </c:pt>
              <c:pt idx="2377">
                <c:v>0.0374806662149805</c:v>
              </c:pt>
              <c:pt idx="2378">
                <c:v>0.039251211542268225</c:v>
              </c:pt>
              <c:pt idx="2379">
                <c:v>0.03514505963092818</c:v>
              </c:pt>
              <c:pt idx="2380">
                <c:v>0.024666200686432282</c:v>
              </c:pt>
              <c:pt idx="2381">
                <c:v>0.02462599283177939</c:v>
              </c:pt>
              <c:pt idx="2382">
                <c:v>0.0332202368787428</c:v>
              </c:pt>
              <c:pt idx="2383">
                <c:v>0.009707793687700814</c:v>
              </c:pt>
              <c:pt idx="2384">
                <c:v>0.010025085472298396</c:v>
              </c:pt>
              <c:pt idx="2385">
                <c:v>0.012195565707266192</c:v>
              </c:pt>
              <c:pt idx="2386">
                <c:v>0.019641866805108932</c:v>
              </c:pt>
              <c:pt idx="2387">
                <c:v>-0.0020648224348206352</c:v>
              </c:pt>
              <c:pt idx="2388">
                <c:v>0.00952907483449367</c:v>
              </c:pt>
              <c:pt idx="2389">
                <c:v>0.037123647096938134</c:v>
              </c:pt>
              <c:pt idx="2390">
                <c:v>0.01485532628356861</c:v>
              </c:pt>
              <c:pt idx="2391">
                <c:v>0.08261111954717625</c:v>
              </c:pt>
              <c:pt idx="2392">
                <c:v>0.08308874170551042</c:v>
              </c:pt>
              <c:pt idx="2393">
                <c:v>0.08185414056263214</c:v>
              </c:pt>
              <c:pt idx="2394">
                <c:v>-0.0850555603238454</c:v>
              </c:pt>
              <c:pt idx="2395">
                <c:v>-0.08475736454495368</c:v>
              </c:pt>
              <c:pt idx="2396">
                <c:v>0.09612820237850567</c:v>
              </c:pt>
              <c:pt idx="2397">
                <c:v>-4.5199949695319475E-08</c:v>
              </c:pt>
              <c:pt idx="2398">
                <c:v>-5.3020487767310525E-08</c:v>
              </c:pt>
              <c:pt idx="2399">
                <c:v>-0.004119708936247176</c:v>
              </c:pt>
              <c:pt idx="2400">
                <c:v>-0.053498794685318825</c:v>
              </c:pt>
              <c:pt idx="2401">
                <c:v>-0.03338249700385236</c:v>
              </c:pt>
              <c:pt idx="2402">
                <c:v>-0.08945948133504555</c:v>
              </c:pt>
              <c:pt idx="2403">
                <c:v>0.007963457775236566</c:v>
              </c:pt>
              <c:pt idx="2404">
                <c:v>-0.15500333679993297</c:v>
              </c:pt>
              <c:pt idx="2405">
                <c:v>-0.15402763446739848</c:v>
              </c:pt>
              <c:pt idx="2406">
                <c:v>0.09340144049728444</c:v>
              </c:pt>
              <c:pt idx="2407">
                <c:v>0.06799741317869404</c:v>
              </c:pt>
              <c:pt idx="2408">
                <c:v>0.07572226575283153</c:v>
              </c:pt>
              <c:pt idx="2409">
                <c:v>0.08458569397189472</c:v>
              </c:pt>
              <c:pt idx="2410">
                <c:v>0.0005843292802459425</c:v>
              </c:pt>
              <c:pt idx="2411">
                <c:v>7.0961440829337584E-09</c:v>
              </c:pt>
              <c:pt idx="2412">
                <c:v>-4.642543496316859E-09</c:v>
              </c:pt>
              <c:pt idx="2413">
                <c:v>0.08652284350163932</c:v>
              </c:pt>
              <c:pt idx="2414">
                <c:v>-0.11713921587993653</c:v>
              </c:pt>
              <c:pt idx="2415">
                <c:v>-0.10667163459374956</c:v>
              </c:pt>
              <c:pt idx="2416">
                <c:v>-0.08353693020476774</c:v>
              </c:pt>
              <c:pt idx="2417">
                <c:v>-0.07308397547349423</c:v>
              </c:pt>
              <c:pt idx="2418">
                <c:v>-0.08223989395447397</c:v>
              </c:pt>
              <c:pt idx="2419">
                <c:v>-0.03599012921582926</c:v>
              </c:pt>
              <c:pt idx="2420">
                <c:v>0.06020164141131908</c:v>
              </c:pt>
              <c:pt idx="2421">
                <c:v>0.05612344210223021</c:v>
              </c:pt>
              <c:pt idx="2422">
                <c:v>0.04286032549966519</c:v>
              </c:pt>
              <c:pt idx="2423">
                <c:v>0.12102200544692418</c:v>
              </c:pt>
              <c:pt idx="2424">
                <c:v>0.1221992971247508</c:v>
              </c:pt>
              <c:pt idx="2425">
                <c:v>0.13156413811932477</c:v>
              </c:pt>
              <c:pt idx="2426">
                <c:v>0.00762503022947521</c:v>
              </c:pt>
              <c:pt idx="2427">
                <c:v>0.07771493030566495</c:v>
              </c:pt>
              <c:pt idx="2428">
                <c:v>0.06958125331846388</c:v>
              </c:pt>
              <c:pt idx="2429">
                <c:v>0.08628115831066492</c:v>
              </c:pt>
              <c:pt idx="2430">
                <c:v>-0.0007384749346662914</c:v>
              </c:pt>
              <c:pt idx="2431">
                <c:v>-0.010379140385426845</c:v>
              </c:pt>
              <c:pt idx="2432">
                <c:v>-0.029185750706605243</c:v>
              </c:pt>
              <c:pt idx="2433">
                <c:v>-2.088269166763176E-07</c:v>
              </c:pt>
              <c:pt idx="2434">
                <c:v>-0.1250304242936134</c:v>
              </c:pt>
              <c:pt idx="2435">
                <c:v>0.02102368056509889</c:v>
              </c:pt>
              <c:pt idx="2436">
                <c:v>0.011487778784393738</c:v>
              </c:pt>
              <c:pt idx="2437">
                <c:v>0.003355787568651831</c:v>
              </c:pt>
              <c:pt idx="2438">
                <c:v>0.004706585684077719</c:v>
              </c:pt>
              <c:pt idx="2439">
                <c:v>-0.14454445922839992</c:v>
              </c:pt>
              <c:pt idx="2440">
                <c:v>-0.1458351950849115</c:v>
              </c:pt>
              <c:pt idx="2441">
                <c:v>-0.03749308169399111</c:v>
              </c:pt>
              <c:pt idx="2442">
                <c:v>0.0011745430809899223</c:v>
              </c:pt>
              <c:pt idx="2443">
                <c:v>-0.08902424915499084</c:v>
              </c:pt>
              <c:pt idx="2444">
                <c:v>0.13907192340841262</c:v>
              </c:pt>
              <c:pt idx="2445">
                <c:v>0.13898635202676504</c:v>
              </c:pt>
              <c:pt idx="2446">
                <c:v>0.14021005826971877</c:v>
              </c:pt>
              <c:pt idx="2447">
                <c:v>0.10694184411842439</c:v>
              </c:pt>
              <c:pt idx="2448">
                <c:v>0.11360917319041361</c:v>
              </c:pt>
              <c:pt idx="2449">
                <c:v>0.09085512699779258</c:v>
              </c:pt>
              <c:pt idx="2450">
                <c:v>-0.15066178706496403</c:v>
              </c:pt>
              <c:pt idx="2451">
                <c:v>-0.0022539990552420098</c:v>
              </c:pt>
              <c:pt idx="2452">
                <c:v>-0.005492760779653997</c:v>
              </c:pt>
              <c:pt idx="2453">
                <c:v>-0.05490210787745137</c:v>
              </c:pt>
              <c:pt idx="2454">
                <c:v>-0.01854655192133567</c:v>
              </c:pt>
              <c:pt idx="2455">
                <c:v>-0.029883574412921048</c:v>
              </c:pt>
              <c:pt idx="2456">
                <c:v>0.048761490294718414</c:v>
              </c:pt>
              <c:pt idx="2457">
                <c:v>0.11667287993495984</c:v>
              </c:pt>
              <c:pt idx="2458">
                <c:v>0.11491839014386776</c:v>
              </c:pt>
              <c:pt idx="2459">
                <c:v>-0.07438659800857268</c:v>
              </c:pt>
              <c:pt idx="2460">
                <c:v>-0.031552567830204735</c:v>
              </c:pt>
              <c:pt idx="2461">
                <c:v>0.0030483993800132564</c:v>
              </c:pt>
              <c:pt idx="2462">
                <c:v>0.0029531108372035228</c:v>
              </c:pt>
              <c:pt idx="2463">
                <c:v>-0.02500435115210958</c:v>
              </c:pt>
              <c:pt idx="2464">
                <c:v>-0.004898366817918559</c:v>
              </c:pt>
              <c:pt idx="2465">
                <c:v>-0.11286695385225098</c:v>
              </c:pt>
              <c:pt idx="2466">
                <c:v>-0.03668286951454315</c:v>
              </c:pt>
              <c:pt idx="2467">
                <c:v>0.10908844443642075</c:v>
              </c:pt>
              <c:pt idx="2468">
                <c:v>0.07214412767193489</c:v>
              </c:pt>
              <c:pt idx="2469">
                <c:v>-0.08818832402041676</c:v>
              </c:pt>
              <c:pt idx="2470">
                <c:v>0.00364060059897033</c:v>
              </c:pt>
              <c:pt idx="2471">
                <c:v>0.08328347977634058</c:v>
              </c:pt>
              <c:pt idx="2472">
                <c:v>-0.0020877957429339695</c:v>
              </c:pt>
              <c:pt idx="2473">
                <c:v>3.1090333859211375E-08</c:v>
              </c:pt>
              <c:pt idx="2474">
                <c:v>2.991334322802144E-08</c:v>
              </c:pt>
              <c:pt idx="2475">
                <c:v>0.09771128179560741</c:v>
              </c:pt>
              <c:pt idx="2476">
                <c:v>-3.1283977844198304E-07</c:v>
              </c:pt>
              <c:pt idx="2477">
                <c:v>0.093813595299172</c:v>
              </c:pt>
              <c:pt idx="2478">
                <c:v>0.009388108259958974</c:v>
              </c:pt>
              <c:pt idx="2479">
                <c:v>0.009462755492948945</c:v>
              </c:pt>
              <c:pt idx="2480">
                <c:v>-0.094992981111714</c:v>
              </c:pt>
              <c:pt idx="2481">
                <c:v>-0.08852672131063694</c:v>
              </c:pt>
              <c:pt idx="2482">
                <c:v>-0.10168430610109984</c:v>
              </c:pt>
              <c:pt idx="2483">
                <c:v>0.10941868831960082</c:v>
              </c:pt>
              <c:pt idx="2484">
                <c:v>-0.06231137474129661</c:v>
              </c:pt>
              <c:pt idx="2485">
                <c:v>2.3749062910479245E-08</c:v>
              </c:pt>
              <c:pt idx="2486">
                <c:v>0.009871170325518978</c:v>
              </c:pt>
              <c:pt idx="2487">
                <c:v>-0.05649452219902001</c:v>
              </c:pt>
              <c:pt idx="2488">
                <c:v>-0.06889376887983839</c:v>
              </c:pt>
              <c:pt idx="2489">
                <c:v>0.10206119947818168</c:v>
              </c:pt>
              <c:pt idx="2490">
                <c:v>-0.04902458857380449</c:v>
              </c:pt>
              <c:pt idx="2491">
                <c:v>-0.05087631029164028</c:v>
              </c:pt>
              <c:pt idx="2492">
                <c:v>0.08115120486530072</c:v>
              </c:pt>
              <c:pt idx="2493">
                <c:v>-0.09787830046379856</c:v>
              </c:pt>
              <c:pt idx="2494">
                <c:v>-0.06711949183298048</c:v>
              </c:pt>
              <c:pt idx="2495">
                <c:v>-0.058997474296322586</c:v>
              </c:pt>
              <c:pt idx="2496">
                <c:v>-0.09664723045659489</c:v>
              </c:pt>
              <c:pt idx="2497">
                <c:v>0.001728052376282138</c:v>
              </c:pt>
              <c:pt idx="2498">
                <c:v>-0.0770720118409004</c:v>
              </c:pt>
              <c:pt idx="2499">
                <c:v>0.028506907174584702</c:v>
              </c:pt>
              <c:pt idx="2500">
                <c:v>-0.09745903550226029</c:v>
              </c:pt>
              <c:pt idx="2501">
                <c:v>-0.09670615210968787</c:v>
              </c:pt>
              <c:pt idx="2502">
                <c:v>-0.09705185125069245</c:v>
              </c:pt>
              <c:pt idx="2503">
                <c:v>-0.1315437911900655</c:v>
              </c:pt>
              <c:pt idx="2504">
                <c:v>-0.13255740149265635</c:v>
              </c:pt>
              <c:pt idx="2505">
                <c:v>0.0032000470287124653</c:v>
              </c:pt>
              <c:pt idx="2506">
                <c:v>0.004446188329289917</c:v>
              </c:pt>
              <c:pt idx="2507">
                <c:v>-0.026554561221572525</c:v>
              </c:pt>
              <c:pt idx="2508">
                <c:v>-1.6731405533691882E-07</c:v>
              </c:pt>
              <c:pt idx="2509">
                <c:v>-1.661623099795955E-07</c:v>
              </c:pt>
              <c:pt idx="2510">
                <c:v>-9.73498330029664E-05</c:v>
              </c:pt>
              <c:pt idx="2511">
                <c:v>-0.0048894145886221145</c:v>
              </c:pt>
              <c:pt idx="2512">
                <c:v>-1.8565846169098162E-07</c:v>
              </c:pt>
              <c:pt idx="2513">
                <c:v>-0.0048306432064017975</c:v>
              </c:pt>
              <c:pt idx="2514">
                <c:v>-3.338265188937453E-05</c:v>
              </c:pt>
              <c:pt idx="2515">
                <c:v>-0.0019685190045121387</c:v>
              </c:pt>
              <c:pt idx="2516">
                <c:v>-0.006849006921912105</c:v>
              </c:pt>
              <c:pt idx="2517">
                <c:v>0.014484313165020527</c:v>
              </c:pt>
              <c:pt idx="2518">
                <c:v>-0.08472364255051991</c:v>
              </c:pt>
              <c:pt idx="2519">
                <c:v>-0.08586343030054584</c:v>
              </c:pt>
              <c:pt idx="2520">
                <c:v>-0.045268939252320166</c:v>
              </c:pt>
              <c:pt idx="2521">
                <c:v>-0.11645137908592629</c:v>
              </c:pt>
              <c:pt idx="2522">
                <c:v>-0.09207688119207705</c:v>
              </c:pt>
              <c:pt idx="2523">
                <c:v>-0.11436799435466831</c:v>
              </c:pt>
              <c:pt idx="2524">
                <c:v>-0.09830445049300926</c:v>
              </c:pt>
              <c:pt idx="2525">
                <c:v>-0.13035067683970647</c:v>
              </c:pt>
              <c:pt idx="2526">
                <c:v>-0.036146962547621383</c:v>
              </c:pt>
              <c:pt idx="2527">
                <c:v>0.009707398564599496</c:v>
              </c:pt>
              <c:pt idx="2528">
                <c:v>-0.14837516540410953</c:v>
              </c:pt>
              <c:pt idx="2529">
                <c:v>-0.153115998624786</c:v>
              </c:pt>
              <c:pt idx="2530">
                <c:v>-0.15135627626722037</c:v>
              </c:pt>
              <c:pt idx="2531">
                <c:v>0.10669977328697525</c:v>
              </c:pt>
              <c:pt idx="2532">
                <c:v>0.10646518726245817</c:v>
              </c:pt>
              <c:pt idx="2533">
                <c:v>-0.13961805049748813</c:v>
              </c:pt>
              <c:pt idx="2534">
                <c:v>0.0532188520497513</c:v>
              </c:pt>
              <c:pt idx="2535">
                <c:v>-0.1315761791958152</c:v>
              </c:pt>
              <c:pt idx="2536">
                <c:v>-0.14305436694797719</c:v>
              </c:pt>
              <c:pt idx="2537">
                <c:v>-0.02024149851414839</c:v>
              </c:pt>
              <c:pt idx="2538">
                <c:v>-0.02665283186310558</c:v>
              </c:pt>
              <c:pt idx="2539">
                <c:v>-0.024403180598567574</c:v>
              </c:pt>
              <c:pt idx="2540">
                <c:v>-0.002679157382602977</c:v>
              </c:pt>
              <c:pt idx="2541">
                <c:v>-0.1317994890538081</c:v>
              </c:pt>
              <c:pt idx="2542">
                <c:v>0.03464792578436764</c:v>
              </c:pt>
              <c:pt idx="2543">
                <c:v>0.047824998144558074</c:v>
              </c:pt>
              <c:pt idx="2544">
                <c:v>-0.12152246084542247</c:v>
              </c:pt>
              <c:pt idx="2545">
                <c:v>-0.10477271589211218</c:v>
              </c:pt>
              <c:pt idx="2546">
                <c:v>0.05018850089719687</c:v>
              </c:pt>
              <c:pt idx="2547">
                <c:v>0.07924949811143031</c:v>
              </c:pt>
              <c:pt idx="2548">
                <c:v>0.069862250031983</c:v>
              </c:pt>
              <c:pt idx="2549">
                <c:v>-0.07773751730079746</c:v>
              </c:pt>
              <c:pt idx="2550">
                <c:v>0.11177683743699388</c:v>
              </c:pt>
              <c:pt idx="2551">
                <c:v>-0.017951988527618198</c:v>
              </c:pt>
              <c:pt idx="2552">
                <c:v>-0.044724624364674566</c:v>
              </c:pt>
              <c:pt idx="2553">
                <c:v>-0.13588872309923275</c:v>
              </c:pt>
              <c:pt idx="2554">
                <c:v>-0.10676789876399775</c:v>
              </c:pt>
              <c:pt idx="2555">
                <c:v>-0.12957864012772602</c:v>
              </c:pt>
              <c:pt idx="2556">
                <c:v>0.08963209737219835</c:v>
              </c:pt>
              <c:pt idx="2557">
                <c:v>-0.05517652702467009</c:v>
              </c:pt>
              <c:pt idx="2558">
                <c:v>-0.058063504300939386</c:v>
              </c:pt>
              <c:pt idx="2559">
                <c:v>0.01962051733239367</c:v>
              </c:pt>
              <c:pt idx="2560">
                <c:v>0.036902024053235866</c:v>
              </c:pt>
              <c:pt idx="2561">
                <c:v>0.032272668573258445</c:v>
              </c:pt>
              <c:pt idx="2562">
                <c:v>0.029138416677484645</c:v>
              </c:pt>
              <c:pt idx="2563">
                <c:v>0.04383594911836228</c:v>
              </c:pt>
              <c:pt idx="2564">
                <c:v>0.03911757511278059</c:v>
              </c:pt>
              <c:pt idx="2565">
                <c:v>-0.11846931464346802</c:v>
              </c:pt>
              <c:pt idx="2566">
                <c:v>-0.12671866107926774</c:v>
              </c:pt>
              <c:pt idx="2567">
                <c:v>0.022684356563471703</c:v>
              </c:pt>
              <c:pt idx="2568">
                <c:v>0.08522171736035991</c:v>
              </c:pt>
              <c:pt idx="2569">
                <c:v>-0.058393040592103054</c:v>
              </c:pt>
              <c:pt idx="2570">
                <c:v>0.09792581622849168</c:v>
              </c:pt>
              <c:pt idx="2571">
                <c:v>0.0978627828514602</c:v>
              </c:pt>
              <c:pt idx="2572">
                <c:v>0.0689955571174255</c:v>
              </c:pt>
              <c:pt idx="2573">
                <c:v>0.0720378450668225</c:v>
              </c:pt>
              <c:pt idx="2574">
                <c:v>-0.12498942990495138</c:v>
              </c:pt>
              <c:pt idx="2575">
                <c:v>-0.1353409275877565</c:v>
              </c:pt>
              <c:pt idx="2576">
                <c:v>-0.004305570334982601</c:v>
              </c:pt>
              <c:pt idx="2577">
                <c:v>-0.055032501185764936</c:v>
              </c:pt>
              <c:pt idx="2578">
                <c:v>0.040008861817129385</c:v>
              </c:pt>
              <c:pt idx="2579">
                <c:v>-0.10530392130212551</c:v>
              </c:pt>
              <c:pt idx="2580">
                <c:v>-0.10393905218007322</c:v>
              </c:pt>
              <c:pt idx="2581">
                <c:v>1.8118849965130357E-08</c:v>
              </c:pt>
              <c:pt idx="2582">
                <c:v>0.0005788828995589766</c:v>
              </c:pt>
              <c:pt idx="2583">
                <c:v>-0.1270048241557055</c:v>
              </c:pt>
              <c:pt idx="2584">
                <c:v>-0.13078408811348052</c:v>
              </c:pt>
              <c:pt idx="2585">
                <c:v>-0.12815229189076102</c:v>
              </c:pt>
              <c:pt idx="2586">
                <c:v>-0.1273896983676683</c:v>
              </c:pt>
              <c:pt idx="2587">
                <c:v>0.013789286787076282</c:v>
              </c:pt>
              <c:pt idx="2588">
                <c:v>0.0029568246068306047</c:v>
              </c:pt>
              <c:pt idx="2589">
                <c:v>5.145821125222862E-08</c:v>
              </c:pt>
              <c:pt idx="2590">
                <c:v>-0.08898667956686229</c:v>
              </c:pt>
              <c:pt idx="2591">
                <c:v>-0.0912088886768114</c:v>
              </c:pt>
              <c:pt idx="2592">
                <c:v>-0.08674623783652774</c:v>
              </c:pt>
              <c:pt idx="2593">
                <c:v>-0.08863294229453281</c:v>
              </c:pt>
              <c:pt idx="2594">
                <c:v>0.010476061281995235</c:v>
              </c:pt>
              <c:pt idx="2595">
                <c:v>0.03525527917754054</c:v>
              </c:pt>
              <c:pt idx="2596">
                <c:v>0.043458826250422536</c:v>
              </c:pt>
              <c:pt idx="2597">
                <c:v>0.03185255525881066</c:v>
              </c:pt>
              <c:pt idx="2598">
                <c:v>0.026951399245654272</c:v>
              </c:pt>
              <c:pt idx="2599">
                <c:v>-0.12724833505080474</c:v>
              </c:pt>
              <c:pt idx="2600">
                <c:v>0.03246820160266802</c:v>
              </c:pt>
              <c:pt idx="2601">
                <c:v>2.710190962387006E-08</c:v>
              </c:pt>
              <c:pt idx="2602">
                <c:v>0.00011548889611618666</c:v>
              </c:pt>
              <c:pt idx="2603">
                <c:v>3.975735694668915E-08</c:v>
              </c:pt>
              <c:pt idx="2604">
                <c:v>-0.14110506502813852</c:v>
              </c:pt>
              <c:pt idx="2605">
                <c:v>-0.13427445289298023</c:v>
              </c:pt>
              <c:pt idx="2606">
                <c:v>-0.13452464520265062</c:v>
              </c:pt>
              <c:pt idx="2607">
                <c:v>-0.13556408138324938</c:v>
              </c:pt>
              <c:pt idx="2608">
                <c:v>-0.012548843390018433</c:v>
              </c:pt>
              <c:pt idx="2609">
                <c:v>-0.009301369064692054</c:v>
              </c:pt>
              <c:pt idx="2610">
                <c:v>-0.000626057026591092</c:v>
              </c:pt>
              <c:pt idx="2611">
                <c:v>0.0004652932543202356</c:v>
              </c:pt>
              <c:pt idx="2612">
                <c:v>0.00028869984742470637</c:v>
              </c:pt>
              <c:pt idx="2613">
                <c:v>0.09572868104627448</c:v>
              </c:pt>
              <c:pt idx="2614">
                <c:v>-0.1464853850847039</c:v>
              </c:pt>
              <c:pt idx="2615">
                <c:v>0.014415500636753415</c:v>
              </c:pt>
              <c:pt idx="2616">
                <c:v>0.09323528910713375</c:v>
              </c:pt>
              <c:pt idx="2617">
                <c:v>0.09743430316405238</c:v>
              </c:pt>
              <c:pt idx="2618">
                <c:v>0.006438734508092369</c:v>
              </c:pt>
              <c:pt idx="2619">
                <c:v>0.0022203811118248016</c:v>
              </c:pt>
              <c:pt idx="2620">
                <c:v>0.0017410934223535332</c:v>
              </c:pt>
              <c:pt idx="2621">
                <c:v>3.207384316379064E-08</c:v>
              </c:pt>
              <c:pt idx="2622">
                <c:v>0.09428919365241771</c:v>
              </c:pt>
              <c:pt idx="2623">
                <c:v>0.10169776581507019</c:v>
              </c:pt>
              <c:pt idx="2624">
                <c:v>0.009345941569294587</c:v>
              </c:pt>
              <c:pt idx="2625">
                <c:v>0.008542157581812763</c:v>
              </c:pt>
              <c:pt idx="2626">
                <c:v>0.02949415660038626</c:v>
              </c:pt>
              <c:pt idx="2627">
                <c:v>0.002034522104820564</c:v>
              </c:pt>
              <c:pt idx="2628">
                <c:v>-0.06757729087527713</c:v>
              </c:pt>
              <c:pt idx="2629">
                <c:v>-0.036656751194289454</c:v>
              </c:pt>
              <c:pt idx="2630">
                <c:v>-0.01789355505776295</c:v>
              </c:pt>
              <c:pt idx="2631">
                <c:v>0.01916557103903549</c:v>
              </c:pt>
              <c:pt idx="2632">
                <c:v>-0.03606568193443562</c:v>
              </c:pt>
              <c:pt idx="2633">
                <c:v>-0.005176217477897822</c:v>
              </c:pt>
              <c:pt idx="2634">
                <c:v>0.08200017444094197</c:v>
              </c:pt>
              <c:pt idx="2635">
                <c:v>0.04693872720735386</c:v>
              </c:pt>
              <c:pt idx="2636">
                <c:v>-0.14037220838561168</c:v>
              </c:pt>
              <c:pt idx="2637">
                <c:v>0.006409145853298493</c:v>
              </c:pt>
              <c:pt idx="2638">
                <c:v>0.004487767387654826</c:v>
              </c:pt>
              <c:pt idx="2639">
                <c:v>0.00714797697855542</c:v>
              </c:pt>
              <c:pt idx="2640">
                <c:v>0.0009755085853491875</c:v>
              </c:pt>
              <c:pt idx="2641">
                <c:v>0.0021249603368681527</c:v>
              </c:pt>
              <c:pt idx="2642">
                <c:v>-2.5035222651050852E-05</c:v>
              </c:pt>
              <c:pt idx="2643">
                <c:v>0.010202979184881413</c:v>
              </c:pt>
              <c:pt idx="2644">
                <c:v>0.003192318196132758</c:v>
              </c:pt>
              <c:pt idx="2645">
                <c:v>-0.14102377080404038</c:v>
              </c:pt>
              <c:pt idx="2646">
                <c:v>-0.11655727029094745</c:v>
              </c:pt>
              <c:pt idx="2647">
                <c:v>2.6574203193481088E-08</c:v>
              </c:pt>
              <c:pt idx="2648">
                <c:v>-0.001024180687398452</c:v>
              </c:pt>
              <c:pt idx="2649">
                <c:v>-3.3244680447565044E-08</c:v>
              </c:pt>
              <c:pt idx="2650">
                <c:v>-2.593270872302133E-08</c:v>
              </c:pt>
              <c:pt idx="2651">
                <c:v>0.01391435844667625</c:v>
              </c:pt>
              <c:pt idx="2652">
                <c:v>0.018841987062944224</c:v>
              </c:pt>
              <c:pt idx="2653">
                <c:v>-0.08273105191444806</c:v>
              </c:pt>
              <c:pt idx="2654">
                <c:v>-0.06840234688958344</c:v>
              </c:pt>
              <c:pt idx="2655">
                <c:v>0.04913182418001526</c:v>
              </c:pt>
              <c:pt idx="2656">
                <c:v>-0.1288769364134739</c:v>
              </c:pt>
              <c:pt idx="2657">
                <c:v>-0.12846452785924978</c:v>
              </c:pt>
              <c:pt idx="2658">
                <c:v>-0.1218628768117917</c:v>
              </c:pt>
              <c:pt idx="2659">
                <c:v>0.14104350301845336</c:v>
              </c:pt>
              <c:pt idx="2660">
                <c:v>2.3287904647568278E-08</c:v>
              </c:pt>
              <c:pt idx="2661">
                <c:v>2.32889660098222E-08</c:v>
              </c:pt>
              <c:pt idx="2662">
                <c:v>-0.1399848570936624</c:v>
              </c:pt>
              <c:pt idx="2663">
                <c:v>-0.14308612249539138</c:v>
              </c:pt>
              <c:pt idx="2664">
                <c:v>-0.12444930461105835</c:v>
              </c:pt>
              <c:pt idx="2665">
                <c:v>-0.13537896053150528</c:v>
              </c:pt>
              <c:pt idx="2666">
                <c:v>1.6176375084595664E-08</c:v>
              </c:pt>
              <c:pt idx="2667">
                <c:v>-0.09621854215776017</c:v>
              </c:pt>
              <c:pt idx="2668">
                <c:v>-0.05872736685549839</c:v>
              </c:pt>
              <c:pt idx="2669">
                <c:v>-1.3718024276843302E-07</c:v>
              </c:pt>
              <c:pt idx="2670">
                <c:v>-0.0010462348076408473</c:v>
              </c:pt>
              <c:pt idx="2671">
                <c:v>-1.0133088425840369E-07</c:v>
              </c:pt>
              <c:pt idx="2672">
                <c:v>-0.09218862729865952</c:v>
              </c:pt>
              <c:pt idx="2673">
                <c:v>-0.07753031818045866</c:v>
              </c:pt>
              <c:pt idx="2674">
                <c:v>-5.057850709579941E-06</c:v>
              </c:pt>
              <c:pt idx="2675">
                <c:v>0.02700685536334513</c:v>
              </c:pt>
              <c:pt idx="2676">
                <c:v>-0.14471499157804749</c:v>
              </c:pt>
              <c:pt idx="2677">
                <c:v>-0.1489524326801532</c:v>
              </c:pt>
              <c:pt idx="2678">
                <c:v>-0.14889261020048455</c:v>
              </c:pt>
              <c:pt idx="2679">
                <c:v>-0.14682625464239263</c:v>
              </c:pt>
              <c:pt idx="2680">
                <c:v>-0.08102086338947181</c:v>
              </c:pt>
              <c:pt idx="2681">
                <c:v>-0.08399929027612188</c:v>
              </c:pt>
              <c:pt idx="2682">
                <c:v>0.013747208112054599</c:v>
              </c:pt>
              <c:pt idx="2683">
                <c:v>0.012519259186912123</c:v>
              </c:pt>
              <c:pt idx="2684">
                <c:v>0.0147736825917236</c:v>
              </c:pt>
              <c:pt idx="2685">
                <c:v>0.012925603943410103</c:v>
              </c:pt>
              <c:pt idx="2686">
                <c:v>-0.08712299851124738</c:v>
              </c:pt>
              <c:pt idx="2687">
                <c:v>-0.07304344758528458</c:v>
              </c:pt>
              <c:pt idx="2688">
                <c:v>0.027165060291074156</c:v>
              </c:pt>
              <c:pt idx="2689">
                <c:v>0.097019207917774</c:v>
              </c:pt>
              <c:pt idx="2690">
                <c:v>-1.8883691489881077E-07</c:v>
              </c:pt>
              <c:pt idx="2691">
                <c:v>-0.09759185009539106</c:v>
              </c:pt>
              <c:pt idx="2692">
                <c:v>0.004317710536073634</c:v>
              </c:pt>
              <c:pt idx="2693">
                <c:v>0.009500064273807951</c:v>
              </c:pt>
              <c:pt idx="2694">
                <c:v>0.007160390702078855</c:v>
              </c:pt>
              <c:pt idx="2695">
                <c:v>0.00038006908716551506</c:v>
              </c:pt>
              <c:pt idx="2696">
                <c:v>-0.0016709490418494208</c:v>
              </c:pt>
              <c:pt idx="2697">
                <c:v>-0.0010616847296403388</c:v>
              </c:pt>
              <c:pt idx="2698">
                <c:v>-0.1371504326173653</c:v>
              </c:pt>
              <c:pt idx="2699">
                <c:v>-0.14167250566815742</c:v>
              </c:pt>
              <c:pt idx="2700">
                <c:v>0.025730489060391798</c:v>
              </c:pt>
              <c:pt idx="2701">
                <c:v>0.013115110078850044</c:v>
              </c:pt>
              <c:pt idx="2702">
                <c:v>0.025234153743543458</c:v>
              </c:pt>
              <c:pt idx="2703">
                <c:v>0.014576623927415867</c:v>
              </c:pt>
              <c:pt idx="2704">
                <c:v>0.022852234064896143</c:v>
              </c:pt>
              <c:pt idx="2705">
                <c:v>0.004798059117117767</c:v>
              </c:pt>
              <c:pt idx="2706">
                <c:v>0.1198483378270018</c:v>
              </c:pt>
              <c:pt idx="2707">
                <c:v>0.03509819175669159</c:v>
              </c:pt>
              <c:pt idx="2708">
                <c:v>0.036627104936046095</c:v>
              </c:pt>
              <c:pt idx="2709">
                <c:v>0.030107536924992795</c:v>
              </c:pt>
              <c:pt idx="2710">
                <c:v>0.0114025937767998</c:v>
              </c:pt>
              <c:pt idx="2711">
                <c:v>0.04055626778475851</c:v>
              </c:pt>
              <c:pt idx="2712">
                <c:v>0.04792080549192697</c:v>
              </c:pt>
              <c:pt idx="2713">
                <c:v>0.04672860681696169</c:v>
              </c:pt>
              <c:pt idx="2714">
                <c:v>0.031169753582843372</c:v>
              </c:pt>
              <c:pt idx="2715">
                <c:v>0.020405027908086217</c:v>
              </c:pt>
              <c:pt idx="2716">
                <c:v>-0.1347428114196318</c:v>
              </c:pt>
              <c:pt idx="2717">
                <c:v>-0.057483850818781296</c:v>
              </c:pt>
              <c:pt idx="2718">
                <c:v>-0.05173242407129429</c:v>
              </c:pt>
              <c:pt idx="2719">
                <c:v>0.01715749689128774</c:v>
              </c:pt>
              <c:pt idx="2720">
                <c:v>0.009416362900232716</c:v>
              </c:pt>
              <c:pt idx="2721">
                <c:v>0.07847159869398075</c:v>
              </c:pt>
              <c:pt idx="2722">
                <c:v>0.028423063830469063</c:v>
              </c:pt>
              <c:pt idx="2723">
                <c:v>0.0153933219988719</c:v>
              </c:pt>
              <c:pt idx="2724">
                <c:v>0.009009847395057677</c:v>
              </c:pt>
              <c:pt idx="2725">
                <c:v>0.0059644310696852915</c:v>
              </c:pt>
              <c:pt idx="2726">
                <c:v>0.019295221351626136</c:v>
              </c:pt>
              <c:pt idx="2727">
                <c:v>0.018694023313058875</c:v>
              </c:pt>
              <c:pt idx="2728">
                <c:v>-2.819342233756466E-07</c:v>
              </c:pt>
              <c:pt idx="2729">
                <c:v>0.0056262718788304845</c:v>
              </c:pt>
              <c:pt idx="2730">
                <c:v>0.048024873167607236</c:v>
              </c:pt>
              <c:pt idx="2731">
                <c:v>-1.0022250202005709E-08</c:v>
              </c:pt>
              <c:pt idx="2732">
                <c:v>-0.00021963284488880645</c:v>
              </c:pt>
              <c:pt idx="2733">
                <c:v>-1.835347336285031E-10</c:v>
              </c:pt>
              <c:pt idx="2734">
                <c:v>-1.7286155942212116E-10</c:v>
              </c:pt>
              <c:pt idx="2735">
                <c:v>0.00017177587788228983</c:v>
              </c:pt>
              <c:pt idx="2736">
                <c:v>0.06844831977156295</c:v>
              </c:pt>
              <c:pt idx="2737">
                <c:v>-0.038536059844443304</c:v>
              </c:pt>
              <c:pt idx="2738">
                <c:v>-0.09762300526303336</c:v>
              </c:pt>
              <c:pt idx="2739">
                <c:v>0.003921846135769339</c:v>
              </c:pt>
              <c:pt idx="2740">
                <c:v>-0.013137548461530951</c:v>
              </c:pt>
              <c:pt idx="2741">
                <c:v>0.09866186026911924</c:v>
              </c:pt>
              <c:pt idx="2742">
                <c:v>-3.3067312801086913E-07</c:v>
              </c:pt>
              <c:pt idx="2743">
                <c:v>-0.021644977551417328</c:v>
              </c:pt>
              <c:pt idx="2744">
                <c:v>-0.038741070871282625</c:v>
              </c:pt>
              <c:pt idx="2745">
                <c:v>0.03990475617173368</c:v>
              </c:pt>
              <c:pt idx="2746">
                <c:v>0.0026678250855853717</c:v>
              </c:pt>
              <c:pt idx="2747">
                <c:v>0.003138555609792848</c:v>
              </c:pt>
              <c:pt idx="2748">
                <c:v>0.07911405937552389</c:v>
              </c:pt>
              <c:pt idx="2749">
                <c:v>-0.09192703944689248</c:v>
              </c:pt>
              <c:pt idx="2750">
                <c:v>0.024789579501507685</c:v>
              </c:pt>
              <c:pt idx="2751">
                <c:v>0.007338320333628253</c:v>
              </c:pt>
              <c:pt idx="2752">
                <c:v>-0.0004973215999138834</c:v>
              </c:pt>
              <c:pt idx="2753">
                <c:v>0.021006508175900863</c:v>
              </c:pt>
              <c:pt idx="2754">
                <c:v>0.07740549987080275</c:v>
              </c:pt>
              <c:pt idx="2755">
                <c:v>0.053579922450028114</c:v>
              </c:pt>
              <c:pt idx="2756">
                <c:v>0.05624059207371418</c:v>
              </c:pt>
              <c:pt idx="2757">
                <c:v>0.06057254240259259</c:v>
              </c:pt>
              <c:pt idx="2758">
                <c:v>-2.5212855822485843E-07</c:v>
              </c:pt>
              <c:pt idx="2759">
                <c:v>-0.1396316254212095</c:v>
              </c:pt>
              <c:pt idx="2760">
                <c:v>0.10249864197967434</c:v>
              </c:pt>
              <c:pt idx="2761">
                <c:v>0.09649255445783163</c:v>
              </c:pt>
              <c:pt idx="2762">
                <c:v>0.033801311702004025</c:v>
              </c:pt>
              <c:pt idx="2763">
                <c:v>-0.04549013306123945</c:v>
              </c:pt>
              <c:pt idx="2764">
                <c:v>-0.04521466798665768</c:v>
              </c:pt>
              <c:pt idx="2765">
                <c:v>-0.04333621283112765</c:v>
              </c:pt>
              <c:pt idx="2766">
                <c:v>-0.043837575155215115</c:v>
              </c:pt>
              <c:pt idx="2767">
                <c:v>-0.08181644546940636</c:v>
              </c:pt>
              <c:pt idx="2768">
                <c:v>0.13294927401273748</c:v>
              </c:pt>
              <c:pt idx="2769">
                <c:v>0.1101983901723198</c:v>
              </c:pt>
              <c:pt idx="2770">
                <c:v>-0.11468862819768856</c:v>
              </c:pt>
              <c:pt idx="2771">
                <c:v>-2.3126688165460797E-07</c:v>
              </c:pt>
              <c:pt idx="2772">
                <c:v>-0.03723069085404916</c:v>
              </c:pt>
              <c:pt idx="2773">
                <c:v>-0.03641491492470063</c:v>
              </c:pt>
              <c:pt idx="2774">
                <c:v>-0.12704919847762824</c:v>
              </c:pt>
              <c:pt idx="2775">
                <c:v>0.021750955568789816</c:v>
              </c:pt>
              <c:pt idx="2776">
                <c:v>0.0027571482498137305</c:v>
              </c:pt>
              <c:pt idx="2777">
                <c:v>-0.01063602139765682</c:v>
              </c:pt>
              <c:pt idx="2778">
                <c:v>-2.627516965551667E-07</c:v>
              </c:pt>
              <c:pt idx="2779">
                <c:v>-2.600625441010894E-07</c:v>
              </c:pt>
              <c:pt idx="2780">
                <c:v>-0.00213377487138467</c:v>
              </c:pt>
              <c:pt idx="2781">
                <c:v>-0.0007897849851547479</c:v>
              </c:pt>
              <c:pt idx="2782">
                <c:v>-0.001421529747894021</c:v>
              </c:pt>
              <c:pt idx="2783">
                <c:v>-0.0013296285072111527</c:v>
              </c:pt>
              <c:pt idx="2784">
                <c:v>-6.231389584058902E-05</c:v>
              </c:pt>
              <c:pt idx="2785">
                <c:v>-0.0014290270048069936</c:v>
              </c:pt>
              <c:pt idx="2786">
                <c:v>-2.1684951926381025E-07</c:v>
              </c:pt>
              <c:pt idx="2787">
                <c:v>-0.019888034342651146</c:v>
              </c:pt>
              <c:pt idx="2788">
                <c:v>-2.2858047924832517E-07</c:v>
              </c:pt>
              <c:pt idx="2789">
                <c:v>-0.12395382627176404</c:v>
              </c:pt>
              <c:pt idx="2790">
                <c:v>-7.741512784301043E-06</c:v>
              </c:pt>
              <c:pt idx="2791">
                <c:v>0.0016529862827027886</c:v>
              </c:pt>
              <c:pt idx="2792">
                <c:v>-0.15432716642408714</c:v>
              </c:pt>
              <c:pt idx="2793">
                <c:v>-0.14879169250738347</c:v>
              </c:pt>
              <c:pt idx="2794">
                <c:v>-0.1485746891585074</c:v>
              </c:pt>
              <c:pt idx="2795">
                <c:v>0.02029198804808032</c:v>
              </c:pt>
              <c:pt idx="2796">
                <c:v>-0.04496308267170563</c:v>
              </c:pt>
              <c:pt idx="2797">
                <c:v>-0.013305483376519486</c:v>
              </c:pt>
              <c:pt idx="2798">
                <c:v>0.026958764465562765</c:v>
              </c:pt>
              <c:pt idx="2799">
                <c:v>0.10426107338098795</c:v>
              </c:pt>
              <c:pt idx="2800">
                <c:v>0.09402036352006102</c:v>
              </c:pt>
              <c:pt idx="2801">
                <c:v>-0.09370631338743822</c:v>
              </c:pt>
              <c:pt idx="2802">
                <c:v>-0.05625508507345975</c:v>
              </c:pt>
              <c:pt idx="2803">
                <c:v>0.08695338660098592</c:v>
              </c:pt>
              <c:pt idx="2804">
                <c:v>0.03865413597087788</c:v>
              </c:pt>
              <c:pt idx="2805">
                <c:v>0.061149811406360284</c:v>
              </c:pt>
              <c:pt idx="2806">
                <c:v>0.07628241665276247</c:v>
              </c:pt>
              <c:pt idx="2807">
                <c:v>0.11161970227594738</c:v>
              </c:pt>
              <c:pt idx="2808">
                <c:v>4.1963511341728644E-08</c:v>
              </c:pt>
              <c:pt idx="2809">
                <c:v>0.0935105304214806</c:v>
              </c:pt>
              <c:pt idx="2810">
                <c:v>0.05960526163265529</c:v>
              </c:pt>
              <c:pt idx="2811">
                <c:v>-0.05555582440377107</c:v>
              </c:pt>
              <c:pt idx="2812">
                <c:v>-0.018805661297798426</c:v>
              </c:pt>
              <c:pt idx="2813">
                <c:v>-0.0035600693077443386</c:v>
              </c:pt>
              <c:pt idx="2814">
                <c:v>-3.593363047962515E-08</c:v>
              </c:pt>
              <c:pt idx="2815">
                <c:v>-0.004935298926034788</c:v>
              </c:pt>
              <c:pt idx="2816">
                <c:v>-0.004904235817556288</c:v>
              </c:pt>
              <c:pt idx="2817">
                <c:v>0.07222337197450347</c:v>
              </c:pt>
              <c:pt idx="2818">
                <c:v>0.08567451167567021</c:v>
              </c:pt>
              <c:pt idx="2819">
                <c:v>0.07084191451785199</c:v>
              </c:pt>
              <c:pt idx="2820">
                <c:v>0.010426569699224498</c:v>
              </c:pt>
              <c:pt idx="2821">
                <c:v>0.08631768045232005</c:v>
              </c:pt>
              <c:pt idx="2822">
                <c:v>0.09131896550999044</c:v>
              </c:pt>
              <c:pt idx="2823">
                <c:v>0.09654737759648399</c:v>
              </c:pt>
              <c:pt idx="2824">
                <c:v>0.0076737534693721784</c:v>
              </c:pt>
              <c:pt idx="2825">
                <c:v>0.1402741391624591</c:v>
              </c:pt>
              <c:pt idx="2826">
                <c:v>-0.09963019554311718</c:v>
              </c:pt>
              <c:pt idx="2827">
                <c:v>-0.11421227565841309</c:v>
              </c:pt>
              <c:pt idx="2828">
                <c:v>0.03741805298966867</c:v>
              </c:pt>
              <c:pt idx="2829">
                <c:v>0.0005055985398812353</c:v>
              </c:pt>
              <c:pt idx="2830">
                <c:v>0.04037506686689233</c:v>
              </c:pt>
              <c:pt idx="2831">
                <c:v>0.08346131703186956</c:v>
              </c:pt>
              <c:pt idx="2832">
                <c:v>-0.04227090194355849</c:v>
              </c:pt>
              <c:pt idx="2833">
                <c:v>-0.013801403976690229</c:v>
              </c:pt>
              <c:pt idx="2834">
                <c:v>-0.00038206183450908976</c:v>
              </c:pt>
              <c:pt idx="2835">
                <c:v>-0.14349763411723904</c:v>
              </c:pt>
              <c:pt idx="2836">
                <c:v>-0.0020416516080277915</c:v>
              </c:pt>
              <c:pt idx="2837">
                <c:v>-0.02198596485314763</c:v>
              </c:pt>
              <c:pt idx="2838">
                <c:v>0.03805304678028514</c:v>
              </c:pt>
              <c:pt idx="2839">
                <c:v>0.045827125999488474</c:v>
              </c:pt>
              <c:pt idx="2840">
                <c:v>-0.14383066419310597</c:v>
              </c:pt>
              <c:pt idx="2841">
                <c:v>-0.14237725917536845</c:v>
              </c:pt>
              <c:pt idx="2842">
                <c:v>-0.14141386817060497</c:v>
              </c:pt>
              <c:pt idx="2843">
                <c:v>-0.02682378612025812</c:v>
              </c:pt>
              <c:pt idx="2844">
                <c:v>-2.2320332349082777E-07</c:v>
              </c:pt>
              <c:pt idx="2845">
                <c:v>-0.07446436995856837</c:v>
              </c:pt>
              <c:pt idx="2846">
                <c:v>-0.07177707136821718</c:v>
              </c:pt>
              <c:pt idx="2847">
                <c:v>-0.10956359730306384</c:v>
              </c:pt>
              <c:pt idx="2848">
                <c:v>-0.08871179878307299</c:v>
              </c:pt>
              <c:pt idx="2849">
                <c:v>-0.04117435226861709</c:v>
              </c:pt>
              <c:pt idx="2850">
                <c:v>-0.03597890955619628</c:v>
              </c:pt>
              <c:pt idx="2851">
                <c:v>2.272202199173152E-08</c:v>
              </c:pt>
              <c:pt idx="2852">
                <c:v>-0.06742963713009842</c:v>
              </c:pt>
              <c:pt idx="2853">
                <c:v>-0.0006222144543597947</c:v>
              </c:pt>
              <c:pt idx="2854">
                <c:v>0.0013994234620670724</c:v>
              </c:pt>
              <c:pt idx="2855">
                <c:v>0.01636955928893237</c:v>
              </c:pt>
              <c:pt idx="2856">
                <c:v>0.014695838544194357</c:v>
              </c:pt>
              <c:pt idx="2857">
                <c:v>0.014106492893568339</c:v>
              </c:pt>
              <c:pt idx="2858">
                <c:v>0.01495017451523896</c:v>
              </c:pt>
              <c:pt idx="2859">
                <c:v>0.04587771811625166</c:v>
              </c:pt>
              <c:pt idx="2860">
                <c:v>0.042441700375291214</c:v>
              </c:pt>
              <c:pt idx="2861">
                <c:v>0.023489768534921716</c:v>
              </c:pt>
              <c:pt idx="2862">
                <c:v>0.02245914814464989</c:v>
              </c:pt>
              <c:pt idx="2863">
                <c:v>0.03384616395366458</c:v>
              </c:pt>
              <c:pt idx="2864">
                <c:v>0.016741640726608716</c:v>
              </c:pt>
              <c:pt idx="2865">
                <c:v>-0.003443396234953498</c:v>
              </c:pt>
              <c:pt idx="2866">
                <c:v>-0.004327192188498318</c:v>
              </c:pt>
              <c:pt idx="2867">
                <c:v>0.00035252891485791616</c:v>
              </c:pt>
              <c:pt idx="2868">
                <c:v>0.0005758492576751015</c:v>
              </c:pt>
              <c:pt idx="2869">
                <c:v>-2.9560361273153085E-06</c:v>
              </c:pt>
              <c:pt idx="2870">
                <c:v>0.03561459074718279</c:v>
              </c:pt>
              <c:pt idx="2871">
                <c:v>-0.10023677158027415</c:v>
              </c:pt>
              <c:pt idx="2872">
                <c:v>-0.03607353809105625</c:v>
              </c:pt>
              <c:pt idx="2873">
                <c:v>0.0077009359628716495</c:v>
              </c:pt>
              <c:pt idx="2874">
                <c:v>0.03439533940854947</c:v>
              </c:pt>
              <c:pt idx="2875">
                <c:v>0.0724683775453193</c:v>
              </c:pt>
              <c:pt idx="2876">
                <c:v>0.017290801801952343</c:v>
              </c:pt>
              <c:pt idx="2877">
                <c:v>-0.014453212465426272</c:v>
              </c:pt>
              <c:pt idx="2878">
                <c:v>0.10375376193152834</c:v>
              </c:pt>
              <c:pt idx="2879">
                <c:v>-0.13709537400032124</c:v>
              </c:pt>
              <c:pt idx="2880">
                <c:v>-0.13377502519621642</c:v>
              </c:pt>
              <c:pt idx="2881">
                <c:v>0.060600348900743194</c:v>
              </c:pt>
              <c:pt idx="2882">
                <c:v>0.05638825332366336</c:v>
              </c:pt>
              <c:pt idx="2883">
                <c:v>0.08932953113122727</c:v>
              </c:pt>
              <c:pt idx="2884">
                <c:v>0.093721514481655</c:v>
              </c:pt>
              <c:pt idx="2885">
                <c:v>0.10408726904646019</c:v>
              </c:pt>
              <c:pt idx="2886">
                <c:v>0.00012327740224206624</c:v>
              </c:pt>
              <c:pt idx="2887">
                <c:v>-3.0706277325246595E-07</c:v>
              </c:pt>
              <c:pt idx="2888">
                <c:v>-2.873948572614066E-07</c:v>
              </c:pt>
              <c:pt idx="2889">
                <c:v>-2.802329321996079E-07</c:v>
              </c:pt>
              <c:pt idx="2890">
                <c:v>-3.0214826303183466E-07</c:v>
              </c:pt>
              <c:pt idx="2891">
                <c:v>-0.0427464329099601</c:v>
              </c:pt>
              <c:pt idx="2892">
                <c:v>-0.053715396629642816</c:v>
              </c:pt>
              <c:pt idx="2893">
                <c:v>-0.04041375372938651</c:v>
              </c:pt>
              <c:pt idx="2894">
                <c:v>-0.04400106461294557</c:v>
              </c:pt>
              <c:pt idx="2895">
                <c:v>-0.06470725077604718</c:v>
              </c:pt>
              <c:pt idx="2896">
                <c:v>-0.028504240728266454</c:v>
              </c:pt>
              <c:pt idx="2897">
                <c:v>-0.05444818639100447</c:v>
              </c:pt>
              <c:pt idx="2898">
                <c:v>0.0661132937453978</c:v>
              </c:pt>
              <c:pt idx="2899">
                <c:v>0.08039661706695576</c:v>
              </c:pt>
              <c:pt idx="2900">
                <c:v>-0.016027522449764277</c:v>
              </c:pt>
              <c:pt idx="2901">
                <c:v>0.09133197320998318</c:v>
              </c:pt>
              <c:pt idx="2902">
                <c:v>0.08766488674106233</c:v>
              </c:pt>
              <c:pt idx="2903">
                <c:v>0.06603917331764347</c:v>
              </c:pt>
              <c:pt idx="2904">
                <c:v>-0.0354926008483115</c:v>
              </c:pt>
              <c:pt idx="2905">
                <c:v>-0.02760434621707837</c:v>
              </c:pt>
              <c:pt idx="2906">
                <c:v>-0.10444043714298028</c:v>
              </c:pt>
              <c:pt idx="2907">
                <c:v>-0.10132443368555624</c:v>
              </c:pt>
              <c:pt idx="2908">
                <c:v>0.09094734227040795</c:v>
              </c:pt>
              <c:pt idx="2909">
                <c:v>-0.12039082513411234</c:v>
              </c:pt>
              <c:pt idx="2910">
                <c:v>-0.13424740094760934</c:v>
              </c:pt>
              <c:pt idx="2911">
                <c:v>0.0005028954261812944</c:v>
              </c:pt>
              <c:pt idx="2912">
                <c:v>-0.14040625487129066</c:v>
              </c:pt>
              <c:pt idx="2913">
                <c:v>0.09526992532940431</c:v>
              </c:pt>
              <c:pt idx="2914">
                <c:v>-0.1462918155808267</c:v>
              </c:pt>
              <c:pt idx="2915">
                <c:v>0.08221240383761375</c:v>
              </c:pt>
              <c:pt idx="2916">
                <c:v>0.06769229321252197</c:v>
              </c:pt>
              <c:pt idx="2917">
                <c:v>-0.12319972897536924</c:v>
              </c:pt>
              <c:pt idx="2918">
                <c:v>0.048376084049553875</c:v>
              </c:pt>
              <c:pt idx="2919">
                <c:v>0.00468943643772837</c:v>
              </c:pt>
              <c:pt idx="2920">
                <c:v>0.017712256297049003</c:v>
              </c:pt>
              <c:pt idx="2921">
                <c:v>0.014650595076430671</c:v>
              </c:pt>
              <c:pt idx="2922">
                <c:v>0.10096166556145839</c:v>
              </c:pt>
              <c:pt idx="2923">
                <c:v>-0.036077845568218025</c:v>
              </c:pt>
              <c:pt idx="2924">
                <c:v>0.010368220192514084</c:v>
              </c:pt>
              <c:pt idx="2925">
                <c:v>4.228598178167245E-08</c:v>
              </c:pt>
              <c:pt idx="2926">
                <c:v>0.09736991652879906</c:v>
              </c:pt>
              <c:pt idx="2927">
                <c:v>0.001242126271137185</c:v>
              </c:pt>
              <c:pt idx="2928">
                <c:v>-0.01734384147849115</c:v>
              </c:pt>
              <c:pt idx="2929">
                <c:v>-0.1460854246523808</c:v>
              </c:pt>
              <c:pt idx="2930">
                <c:v>-0.14372672489937743</c:v>
              </c:pt>
              <c:pt idx="2931">
                <c:v>-0.04848744300109202</c:v>
              </c:pt>
              <c:pt idx="2932">
                <c:v>-0.0870001568019542</c:v>
              </c:pt>
              <c:pt idx="2933">
                <c:v>-0.0575777728439764</c:v>
              </c:pt>
              <c:pt idx="2934">
                <c:v>0.02161027794135992</c:v>
              </c:pt>
              <c:pt idx="2935">
                <c:v>-0.07814044691820783</c:v>
              </c:pt>
              <c:pt idx="2936">
                <c:v>-0.10172340589826952</c:v>
              </c:pt>
              <c:pt idx="2937">
                <c:v>-2.659563980152397E-07</c:v>
              </c:pt>
              <c:pt idx="2938">
                <c:v>0.00048320473192154355</c:v>
              </c:pt>
              <c:pt idx="2939">
                <c:v>-0.09632372580997596</c:v>
              </c:pt>
              <c:pt idx="2940">
                <c:v>-0.031748323015114814</c:v>
              </c:pt>
              <c:pt idx="2941">
                <c:v>-0.12941105442395537</c:v>
              </c:pt>
              <c:pt idx="2942">
                <c:v>0.0027394169386999513</c:v>
              </c:pt>
              <c:pt idx="2943">
                <c:v>-0.04006079740946349</c:v>
              </c:pt>
              <c:pt idx="2944">
                <c:v>0.008009332139416538</c:v>
              </c:pt>
              <c:pt idx="2945">
                <c:v>0.039391468312270125</c:v>
              </c:pt>
              <c:pt idx="2946">
                <c:v>0.09672025762798012</c:v>
              </c:pt>
              <c:pt idx="2947">
                <c:v>0.06375664276323152</c:v>
              </c:pt>
              <c:pt idx="2948">
                <c:v>-0.0466233744849589</c:v>
              </c:pt>
              <c:pt idx="2949">
                <c:v>-0.10360938272919086</c:v>
              </c:pt>
              <c:pt idx="2950">
                <c:v>-0.004028497238049718</c:v>
              </c:pt>
              <c:pt idx="2951">
                <c:v>-0.060857064079262335</c:v>
              </c:pt>
              <c:pt idx="2952">
                <c:v>0.016212834191781836</c:v>
              </c:pt>
              <c:pt idx="2953">
                <c:v>-0.036037900380809625</c:v>
              </c:pt>
              <c:pt idx="2954">
                <c:v>-0.0510771453257168</c:v>
              </c:pt>
              <c:pt idx="2955">
                <c:v>-0.08236241485152844</c:v>
              </c:pt>
              <c:pt idx="2956">
                <c:v>0.004556196535442611</c:v>
              </c:pt>
              <c:pt idx="2957">
                <c:v>0.007642665473775342</c:v>
              </c:pt>
              <c:pt idx="2958">
                <c:v>0.08534419388956986</c:v>
              </c:pt>
              <c:pt idx="2959">
                <c:v>0.02275034802278427</c:v>
              </c:pt>
              <c:pt idx="2960">
                <c:v>0.040525431170887236</c:v>
              </c:pt>
              <c:pt idx="2961">
                <c:v>-0.03611567731870773</c:v>
              </c:pt>
              <c:pt idx="2962">
                <c:v>-0.03748595347091929</c:v>
              </c:pt>
              <c:pt idx="2963">
                <c:v>-0.1543312381351231</c:v>
              </c:pt>
              <c:pt idx="2964">
                <c:v>0.11427270825127234</c:v>
              </c:pt>
              <c:pt idx="2965">
                <c:v>-0.11106904918281915</c:v>
              </c:pt>
              <c:pt idx="2966">
                <c:v>-0.1164641851423449</c:v>
              </c:pt>
              <c:pt idx="2967">
                <c:v>-0.007955104877383594</c:v>
              </c:pt>
              <c:pt idx="2968">
                <c:v>-0.14505299624997986</c:v>
              </c:pt>
              <c:pt idx="2969">
                <c:v>0.0077920334394051185</c:v>
              </c:pt>
              <c:pt idx="2970">
                <c:v>-0.015837344253377655</c:v>
              </c:pt>
              <c:pt idx="2971">
                <c:v>0.00036802101008566386</c:v>
              </c:pt>
              <c:pt idx="2972">
                <c:v>-0.13926217930886328</c:v>
              </c:pt>
              <c:pt idx="2973">
                <c:v>0.05162271234483895</c:v>
              </c:pt>
              <c:pt idx="2974">
                <c:v>0.025208505137643812</c:v>
              </c:pt>
              <c:pt idx="2975">
                <c:v>-0.053616987671292575</c:v>
              </c:pt>
              <c:pt idx="2976">
                <c:v>0.03186970125383769</c:v>
              </c:pt>
              <c:pt idx="2977">
                <c:v>0.014375862156555706</c:v>
              </c:pt>
              <c:pt idx="2978">
                <c:v>0.024223893077864246</c:v>
              </c:pt>
              <c:pt idx="2979">
                <c:v>0.11664640423141312</c:v>
              </c:pt>
              <c:pt idx="2980">
                <c:v>0.003679004249966711</c:v>
              </c:pt>
              <c:pt idx="2981">
                <c:v>0.06409787115868741</c:v>
              </c:pt>
              <c:pt idx="2982">
                <c:v>-0.015565926339239486</c:v>
              </c:pt>
              <c:pt idx="2983">
                <c:v>0.03308153981553575</c:v>
              </c:pt>
              <c:pt idx="2984">
                <c:v>-0.021400220071289867</c:v>
              </c:pt>
              <c:pt idx="2985">
                <c:v>0.06580308806488025</c:v>
              </c:pt>
              <c:pt idx="2986">
                <c:v>0.025723198204741345</c:v>
              </c:pt>
              <c:pt idx="2987">
                <c:v>-0.05456771092485159</c:v>
              </c:pt>
              <c:pt idx="2988">
                <c:v>-0.07318374167755445</c:v>
              </c:pt>
              <c:pt idx="2989">
                <c:v>-0.054041256170422054</c:v>
              </c:pt>
              <c:pt idx="2990">
                <c:v>-0.04640276842362158</c:v>
              </c:pt>
              <c:pt idx="2991">
                <c:v>0.020055153235727045</c:v>
              </c:pt>
              <c:pt idx="2992">
                <c:v>-0.13800974349052608</c:v>
              </c:pt>
              <c:pt idx="2993">
                <c:v>-0.08019049037067495</c:v>
              </c:pt>
              <c:pt idx="2994">
                <c:v>0.01846199033636957</c:v>
              </c:pt>
              <c:pt idx="2995">
                <c:v>0.07999884941234074</c:v>
              </c:pt>
              <c:pt idx="2996">
                <c:v>0.07404440339497212</c:v>
              </c:pt>
              <c:pt idx="2997">
                <c:v>0.012610563518298232</c:v>
              </c:pt>
              <c:pt idx="2998">
                <c:v>0.013703659800367408</c:v>
              </c:pt>
              <c:pt idx="2999">
                <c:v>0.01216777239064186</c:v>
              </c:pt>
              <c:pt idx="3000">
                <c:v>0.013449544626438943</c:v>
              </c:pt>
              <c:pt idx="3001">
                <c:v>0.016177487895843966</c:v>
              </c:pt>
              <c:pt idx="3002">
                <c:v>0.0009206305117658653</c:v>
              </c:pt>
              <c:pt idx="3003">
                <c:v>0.0014988416250356538</c:v>
              </c:pt>
              <c:pt idx="3004">
                <c:v>0.019394051847311463</c:v>
              </c:pt>
              <c:pt idx="3005">
                <c:v>0.01836273766426482</c:v>
              </c:pt>
              <c:pt idx="3006">
                <c:v>0.010448568683469231</c:v>
              </c:pt>
              <c:pt idx="3007">
                <c:v>0.018873926286491077</c:v>
              </c:pt>
              <c:pt idx="3008">
                <c:v>0.012287328835072065</c:v>
              </c:pt>
              <c:pt idx="3009">
                <c:v>0.018260890801609364</c:v>
              </c:pt>
              <c:pt idx="3010">
                <c:v>0.019477352044963238</c:v>
              </c:pt>
              <c:pt idx="3011">
                <c:v>0.03274001608136347</c:v>
              </c:pt>
              <c:pt idx="3012">
                <c:v>0.01717777480842403</c:v>
              </c:pt>
              <c:pt idx="3013">
                <c:v>0.012893085392966457</c:v>
              </c:pt>
              <c:pt idx="3014">
                <c:v>0.012679311922033015</c:v>
              </c:pt>
              <c:pt idx="3015">
                <c:v>0.01292543627719973</c:v>
              </c:pt>
              <c:pt idx="3016">
                <c:v>0.029440495759556987</c:v>
              </c:pt>
              <c:pt idx="3017">
                <c:v>0.031245655528374845</c:v>
              </c:pt>
              <c:pt idx="3018">
                <c:v>0.02734204921530172</c:v>
              </c:pt>
              <c:pt idx="3019">
                <c:v>0.034076091841498256</c:v>
              </c:pt>
              <c:pt idx="3020">
                <c:v>0.04454788388611096</c:v>
              </c:pt>
              <c:pt idx="3021">
                <c:v>0.012295663252241153</c:v>
              </c:pt>
              <c:pt idx="3022">
                <c:v>0.0030073631278352397</c:v>
              </c:pt>
              <c:pt idx="3023">
                <c:v>0.01198107453981185</c:v>
              </c:pt>
              <c:pt idx="3024">
                <c:v>0.004272428798550615</c:v>
              </c:pt>
              <c:pt idx="3025">
                <c:v>0.019163440359004687</c:v>
              </c:pt>
              <c:pt idx="3026">
                <c:v>0.019100877549049138</c:v>
              </c:pt>
              <c:pt idx="3027">
                <c:v>0.016733649129920345</c:v>
              </c:pt>
              <c:pt idx="3028">
                <c:v>0.024337222471948135</c:v>
              </c:pt>
              <c:pt idx="3029">
                <c:v>8.411761537077739E-08</c:v>
              </c:pt>
              <c:pt idx="3030">
                <c:v>8.68739678627975E-08</c:v>
              </c:pt>
              <c:pt idx="3031">
                <c:v>0.02882883179303073</c:v>
              </c:pt>
              <c:pt idx="3032">
                <c:v>0.015909044384401924</c:v>
              </c:pt>
              <c:pt idx="3033">
                <c:v>0.019835996027338015</c:v>
              </c:pt>
              <c:pt idx="3034">
                <c:v>0.010885678211675368</c:v>
              </c:pt>
              <c:pt idx="3035">
                <c:v>0.0072920330283655676</c:v>
              </c:pt>
              <c:pt idx="3036">
                <c:v>1.2611889513801246E-07</c:v>
              </c:pt>
              <c:pt idx="3037">
                <c:v>0.013864639183050873</c:v>
              </c:pt>
              <c:pt idx="3038">
                <c:v>0.03786013166125993</c:v>
              </c:pt>
              <c:pt idx="3039">
                <c:v>0.04764894872999154</c:v>
              </c:pt>
              <c:pt idx="3040">
                <c:v>0.03813751458877129</c:v>
              </c:pt>
              <c:pt idx="3041">
                <c:v>0.01957673444814594</c:v>
              </c:pt>
              <c:pt idx="3042">
                <c:v>0.020542783271935722</c:v>
              </c:pt>
              <c:pt idx="3043">
                <c:v>0.010580970852647694</c:v>
              </c:pt>
              <c:pt idx="3044">
                <c:v>0.059146639073025115</c:v>
              </c:pt>
              <c:pt idx="3045">
                <c:v>0.06499067800865703</c:v>
              </c:pt>
              <c:pt idx="3046">
                <c:v>0.0573192188166486</c:v>
              </c:pt>
              <c:pt idx="3047">
                <c:v>0.01359905277396184</c:v>
              </c:pt>
              <c:pt idx="3048">
                <c:v>0.057565814632934795</c:v>
              </c:pt>
              <c:pt idx="3049">
                <c:v>0.06628497405038959</c:v>
              </c:pt>
              <c:pt idx="3050">
                <c:v>0.061003479960447506</c:v>
              </c:pt>
              <c:pt idx="3051">
                <c:v>1.3616096106519959E-08</c:v>
              </c:pt>
              <c:pt idx="3052">
                <c:v>0.0008574775485481152</c:v>
              </c:pt>
              <c:pt idx="3053">
                <c:v>2.516599763956945E-08</c:v>
              </c:pt>
              <c:pt idx="3054">
                <c:v>0.06635071877215917</c:v>
              </c:pt>
              <c:pt idx="3055">
                <c:v>0.07115498974001536</c:v>
              </c:pt>
              <c:pt idx="3056">
                <c:v>0.06955700372114955</c:v>
              </c:pt>
              <c:pt idx="3057">
                <c:v>0.03224576652680296</c:v>
              </c:pt>
              <c:pt idx="3058">
                <c:v>0.02458948660271397</c:v>
              </c:pt>
              <c:pt idx="3059">
                <c:v>0.01870041158874395</c:v>
              </c:pt>
              <c:pt idx="3060">
                <c:v>0.021684753709940312</c:v>
              </c:pt>
              <c:pt idx="3061">
                <c:v>0.02958057350522971</c:v>
              </c:pt>
              <c:pt idx="3062">
                <c:v>0.04725679708104169</c:v>
              </c:pt>
              <c:pt idx="3063">
                <c:v>0.033330166351052966</c:v>
              </c:pt>
              <c:pt idx="3064">
                <c:v>0.033330471086028594</c:v>
              </c:pt>
              <c:pt idx="3065">
                <c:v>0.03423130928779703</c:v>
              </c:pt>
              <c:pt idx="3066">
                <c:v>0.003774254365498395</c:v>
              </c:pt>
              <c:pt idx="3067">
                <c:v>3.6052567403272045E-08</c:v>
              </c:pt>
              <c:pt idx="3068">
                <c:v>0.004707356274726667</c:v>
              </c:pt>
              <c:pt idx="3069">
                <c:v>0.0012106519523514534</c:v>
              </c:pt>
              <c:pt idx="3070">
                <c:v>0.006968996389938694</c:v>
              </c:pt>
              <c:pt idx="3071">
                <c:v>0.013097583598672661</c:v>
              </c:pt>
              <c:pt idx="3072">
                <c:v>0.01648715389237165</c:v>
              </c:pt>
              <c:pt idx="3073">
                <c:v>0.06542114804011412</c:v>
              </c:pt>
              <c:pt idx="3074">
                <c:v>0.05518478596336117</c:v>
              </c:pt>
              <c:pt idx="3075">
                <c:v>0.053177661929092374</c:v>
              </c:pt>
              <c:pt idx="3076">
                <c:v>1.316164912912189E-07</c:v>
              </c:pt>
              <c:pt idx="3077">
                <c:v>0.0011085482266242298</c:v>
              </c:pt>
              <c:pt idx="3078">
                <c:v>0.07864564786962734</c:v>
              </c:pt>
              <c:pt idx="3079">
                <c:v>0.07780641632356626</c:v>
              </c:pt>
              <c:pt idx="3080">
                <c:v>0.0422777031208817</c:v>
              </c:pt>
              <c:pt idx="3081">
                <c:v>0.045357439819681655</c:v>
              </c:pt>
              <c:pt idx="3082">
                <c:v>0.043603577092433024</c:v>
              </c:pt>
              <c:pt idx="3083">
                <c:v>0.04014785298608813</c:v>
              </c:pt>
              <c:pt idx="3084">
                <c:v>0.038501209813872374</c:v>
              </c:pt>
              <c:pt idx="3085">
                <c:v>0.042528278629271804</c:v>
              </c:pt>
              <c:pt idx="3086">
                <c:v>0.04150350926580106</c:v>
              </c:pt>
              <c:pt idx="3087">
                <c:v>0.08354901512296213</c:v>
              </c:pt>
              <c:pt idx="3088">
                <c:v>0.08326147052871219</c:v>
              </c:pt>
              <c:pt idx="3089">
                <c:v>0.07939560910062436</c:v>
              </c:pt>
              <c:pt idx="3090">
                <c:v>0.011067988937203375</c:v>
              </c:pt>
              <c:pt idx="3091">
                <c:v>0.03791373962573118</c:v>
              </c:pt>
              <c:pt idx="3092">
                <c:v>0.04193836191908728</c:v>
              </c:pt>
              <c:pt idx="3093">
                <c:v>0.03952521389319459</c:v>
              </c:pt>
              <c:pt idx="3094">
                <c:v>0.08255966460993175</c:v>
              </c:pt>
              <c:pt idx="3095">
                <c:v>0.0757071817546019</c:v>
              </c:pt>
              <c:pt idx="3096">
                <c:v>0.07675594644404923</c:v>
              </c:pt>
              <c:pt idx="3097">
                <c:v>0.014697506641206075</c:v>
              </c:pt>
              <c:pt idx="3098">
                <c:v>0.07342961773387044</c:v>
              </c:pt>
              <c:pt idx="3099">
                <c:v>0.07317394969261407</c:v>
              </c:pt>
              <c:pt idx="3100">
                <c:v>0.0735813824932108</c:v>
              </c:pt>
              <c:pt idx="3101">
                <c:v>0.07624141985391446</c:v>
              </c:pt>
              <c:pt idx="3102">
                <c:v>0.023246201554679578</c:v>
              </c:pt>
              <c:pt idx="3103">
                <c:v>0.02044951688858261</c:v>
              </c:pt>
              <c:pt idx="3104">
                <c:v>0.08256005228503255</c:v>
              </c:pt>
              <c:pt idx="3105">
                <c:v>0.006656219157475611</c:v>
              </c:pt>
              <c:pt idx="3106">
                <c:v>0.0726804191743644</c:v>
              </c:pt>
              <c:pt idx="3107">
                <c:v>0.07161886329330931</c:v>
              </c:pt>
              <c:pt idx="3108">
                <c:v>0.01711840476866344</c:v>
              </c:pt>
              <c:pt idx="3109">
                <c:v>0.021327490752113924</c:v>
              </c:pt>
              <c:pt idx="3110">
                <c:v>0.07977843631888407</c:v>
              </c:pt>
              <c:pt idx="3111">
                <c:v>0.08323413849905364</c:v>
              </c:pt>
              <c:pt idx="3112">
                <c:v>0.08248256755205492</c:v>
              </c:pt>
              <c:pt idx="3113">
                <c:v>3.0463620456281943E-08</c:v>
              </c:pt>
              <c:pt idx="3114">
                <c:v>0.0014026740662920738</c:v>
              </c:pt>
              <c:pt idx="3115">
                <c:v>2.5155295932441533E-08</c:v>
              </c:pt>
              <c:pt idx="3116">
                <c:v>0.00015467676640875752</c:v>
              </c:pt>
              <c:pt idx="3117">
                <c:v>2.4322961175325877E-08</c:v>
              </c:pt>
              <c:pt idx="3118">
                <c:v>0.007824680795400604</c:v>
              </c:pt>
              <c:pt idx="3119">
                <c:v>0.012627737635631395</c:v>
              </c:pt>
              <c:pt idx="3120">
                <c:v>0.009776869779547585</c:v>
              </c:pt>
              <c:pt idx="3121">
                <c:v>0.001796574139115399</c:v>
              </c:pt>
              <c:pt idx="3122">
                <c:v>0.021571562770345068</c:v>
              </c:pt>
              <c:pt idx="3123">
                <c:v>9.44293210749342E-08</c:v>
              </c:pt>
              <c:pt idx="3124">
                <c:v>0.0402582218625044</c:v>
              </c:pt>
              <c:pt idx="3125">
                <c:v>0.03724132337188788</c:v>
              </c:pt>
              <c:pt idx="3126">
                <c:v>0.03149933305443632</c:v>
              </c:pt>
              <c:pt idx="3127">
                <c:v>0.029644155283946667</c:v>
              </c:pt>
              <c:pt idx="3128">
                <c:v>0.06225612417006364</c:v>
              </c:pt>
              <c:pt idx="3129">
                <c:v>0.064332567350745</c:v>
              </c:pt>
              <c:pt idx="3130">
                <c:v>0.06157764611392752</c:v>
              </c:pt>
              <c:pt idx="3131">
                <c:v>0.00011977135346638563</c:v>
              </c:pt>
              <c:pt idx="3132">
                <c:v>0.02538373459437085</c:v>
              </c:pt>
              <c:pt idx="3133">
                <c:v>0.026715809575029913</c:v>
              </c:pt>
              <c:pt idx="3134">
                <c:v>0.021684846597412835</c:v>
              </c:pt>
              <c:pt idx="3135">
                <c:v>0.0528519468718725</c:v>
              </c:pt>
              <c:pt idx="3136">
                <c:v>0.048377942460993514</c:v>
              </c:pt>
              <c:pt idx="3137">
                <c:v>0.05737322390964122</c:v>
              </c:pt>
              <c:pt idx="3138">
                <c:v>0.008630450407295643</c:v>
              </c:pt>
              <c:pt idx="3139">
                <c:v>1.0127203140013487E-07</c:v>
              </c:pt>
              <c:pt idx="3140">
                <c:v>0.007100248822005217</c:v>
              </c:pt>
              <c:pt idx="3141">
                <c:v>0.021198379376767326</c:v>
              </c:pt>
              <c:pt idx="3142">
                <c:v>0.08069388363853362</c:v>
              </c:pt>
              <c:pt idx="3143">
                <c:v>0.07857147820803642</c:v>
              </c:pt>
              <c:pt idx="3144">
                <c:v>0.081321353175962</c:v>
              </c:pt>
              <c:pt idx="3145">
                <c:v>0.03741340198859522</c:v>
              </c:pt>
              <c:pt idx="3146">
                <c:v>1.4008333218667358E-07</c:v>
              </c:pt>
              <c:pt idx="3147">
                <c:v>0.0007929581123067578</c:v>
              </c:pt>
              <c:pt idx="3148">
                <c:v>0.07972883166618337</c:v>
              </c:pt>
              <c:pt idx="3149">
                <c:v>0.08359838799881233</c:v>
              </c:pt>
              <c:pt idx="3150">
                <c:v>0.07954140995273074</c:v>
              </c:pt>
              <c:pt idx="3151">
                <c:v>0.033321588546697964</c:v>
              </c:pt>
              <c:pt idx="3152">
                <c:v>0.07318121036558316</c:v>
              </c:pt>
              <c:pt idx="3153">
                <c:v>0.07214776494973912</c:v>
              </c:pt>
              <c:pt idx="3154">
                <c:v>0.006411896009349017</c:v>
              </c:pt>
              <c:pt idx="3155">
                <c:v>0.06728063044060825</c:v>
              </c:pt>
              <c:pt idx="3156">
                <c:v>0.066864642823448</c:v>
              </c:pt>
              <c:pt idx="3157">
                <c:v>0.004440056764468515</c:v>
              </c:pt>
              <c:pt idx="3158">
                <c:v>0.004694047715993641</c:v>
              </c:pt>
              <c:pt idx="3159">
                <c:v>0.004435512336576169</c:v>
              </c:pt>
              <c:pt idx="3160">
                <c:v>0.057826407531209725</c:v>
              </c:pt>
              <c:pt idx="3161">
                <c:v>0.014720173709086777</c:v>
              </c:pt>
              <c:pt idx="3162">
                <c:v>0.014341000195385221</c:v>
              </c:pt>
              <c:pt idx="3163">
                <c:v>0.08203280464774923</c:v>
              </c:pt>
              <c:pt idx="3164">
                <c:v>0.08196570054101213</c:v>
              </c:pt>
              <c:pt idx="3165">
                <c:v>0.0008971020207457535</c:v>
              </c:pt>
              <c:pt idx="3166">
                <c:v>1.6628539081128744E-08</c:v>
              </c:pt>
              <c:pt idx="3167">
                <c:v>9.495866629272759E-09</c:v>
              </c:pt>
              <c:pt idx="3168">
                <c:v>0.013207511338247522</c:v>
              </c:pt>
              <c:pt idx="3169">
                <c:v>0.00783046519345105</c:v>
              </c:pt>
              <c:pt idx="3170">
                <c:v>0.013589193347256568</c:v>
              </c:pt>
              <c:pt idx="3171">
                <c:v>0.025371309838928522</c:v>
              </c:pt>
              <c:pt idx="3172">
                <c:v>0.03287248085639855</c:v>
              </c:pt>
              <c:pt idx="3173">
                <c:v>0.027275255857281282</c:v>
              </c:pt>
              <c:pt idx="3174">
                <c:v>0.05432347140692664</c:v>
              </c:pt>
              <c:pt idx="3175">
                <c:v>0.04392877372709889</c:v>
              </c:pt>
              <c:pt idx="3176">
                <c:v>0.06770894133114902</c:v>
              </c:pt>
              <c:pt idx="3177">
                <c:v>8.513625974884578E-08</c:v>
              </c:pt>
              <c:pt idx="3178">
                <c:v>9.240945770418707E-08</c:v>
              </c:pt>
              <c:pt idx="3179">
                <c:v>7.131639773779881E-08</c:v>
              </c:pt>
              <c:pt idx="3180">
                <c:v>6.291681901266174E-08</c:v>
              </c:pt>
              <c:pt idx="3181">
                <c:v>7.40031647916605E-08</c:v>
              </c:pt>
              <c:pt idx="3182">
                <c:v>0.07392075453113524</c:v>
              </c:pt>
              <c:pt idx="3183">
                <c:v>0.009094936938848283</c:v>
              </c:pt>
              <c:pt idx="3184">
                <c:v>0.05751294834500007</c:v>
              </c:pt>
              <c:pt idx="3185">
                <c:v>5.07768081651476E-09</c:v>
              </c:pt>
              <c:pt idx="3186">
                <c:v>-7.621490079823658E-05</c:v>
              </c:pt>
              <c:pt idx="3187">
                <c:v>-8.769749133036215E-10</c:v>
              </c:pt>
              <c:pt idx="3188">
                <c:v>0.008123630675838128</c:v>
              </c:pt>
              <c:pt idx="3189">
                <c:v>0.016689849165939068</c:v>
              </c:pt>
              <c:pt idx="3190">
                <c:v>0.05449045116257435</c:v>
              </c:pt>
              <c:pt idx="3191">
                <c:v>0.026295062038091236</c:v>
              </c:pt>
              <c:pt idx="3192">
                <c:v>0.026026861218996597</c:v>
              </c:pt>
              <c:pt idx="3193">
                <c:v>0.025756911510046797</c:v>
              </c:pt>
              <c:pt idx="3194">
                <c:v>0.02678556189163517</c:v>
              </c:pt>
              <c:pt idx="3195">
                <c:v>0.053330997696182325</c:v>
              </c:pt>
              <c:pt idx="3196">
                <c:v>0.05163898519665634</c:v>
              </c:pt>
              <c:pt idx="3197">
                <c:v>0.0523643987644822</c:v>
              </c:pt>
              <c:pt idx="3198">
                <c:v>0.08015398125906988</c:v>
              </c:pt>
              <c:pt idx="3199">
                <c:v>0.05695513119482214</c:v>
              </c:pt>
              <c:pt idx="3200">
                <c:v>0.06188352726262528</c:v>
              </c:pt>
              <c:pt idx="3201">
                <c:v>0.0701104289013952</c:v>
              </c:pt>
              <c:pt idx="3202">
                <c:v>0.06591138494262752</c:v>
              </c:pt>
              <c:pt idx="3203">
                <c:v>0.02556093677980395</c:v>
              </c:pt>
              <c:pt idx="3204">
                <c:v>0.0629767271770547</c:v>
              </c:pt>
              <c:pt idx="3205">
                <c:v>0.036453711174762767</c:v>
              </c:pt>
              <c:pt idx="3206">
                <c:v>0.03780084504122669</c:v>
              </c:pt>
              <c:pt idx="3207">
                <c:v>0.03809780735367453</c:v>
              </c:pt>
              <c:pt idx="3208">
                <c:v>0.08045389360904562</c:v>
              </c:pt>
              <c:pt idx="3209">
                <c:v>0.04740292899183704</c:v>
              </c:pt>
              <c:pt idx="3210">
                <c:v>0.05836647037143167</c:v>
              </c:pt>
              <c:pt idx="3211">
                <c:v>0.05022489558530134</c:v>
              </c:pt>
              <c:pt idx="3212">
                <c:v>0.04328423310492781</c:v>
              </c:pt>
              <c:pt idx="3213">
                <c:v>0.038932938504826216</c:v>
              </c:pt>
              <c:pt idx="3214">
                <c:v>0.04848555140971969</c:v>
              </c:pt>
              <c:pt idx="3215">
                <c:v>0.009143080038925135</c:v>
              </c:pt>
              <c:pt idx="3216">
                <c:v>0.004935099616148612</c:v>
              </c:pt>
              <c:pt idx="3217">
                <c:v>0.006780245029477335</c:v>
              </c:pt>
              <c:pt idx="3218">
                <c:v>0.003442303970867383</c:v>
              </c:pt>
              <c:pt idx="3219">
                <c:v>7.851887501200363E-08</c:v>
              </c:pt>
              <c:pt idx="3220">
                <c:v>0.06630109117379655</c:v>
              </c:pt>
              <c:pt idx="3221">
                <c:v>0.0004848760183812053</c:v>
              </c:pt>
              <c:pt idx="3222">
                <c:v>1.64203096960504E-08</c:v>
              </c:pt>
              <c:pt idx="3223">
                <c:v>0.0008963387500284369</c:v>
              </c:pt>
              <c:pt idx="3224">
                <c:v>0.08083450238599776</c:v>
              </c:pt>
              <c:pt idx="3225">
                <c:v>0.051243835724226</c:v>
              </c:pt>
              <c:pt idx="3226">
                <c:v>0.06050807396082313</c:v>
              </c:pt>
              <c:pt idx="3227">
                <c:v>0.05907622792412858</c:v>
              </c:pt>
              <c:pt idx="3228">
                <c:v>1.3603961402780132E-08</c:v>
              </c:pt>
              <c:pt idx="3229">
                <c:v>0.06999722365349413</c:v>
              </c:pt>
              <c:pt idx="3230">
                <c:v>0.07901556569177233</c:v>
              </c:pt>
              <c:pt idx="3231">
                <c:v>0.07762390283086779</c:v>
              </c:pt>
              <c:pt idx="3232">
                <c:v>0.05507032906310403</c:v>
              </c:pt>
              <c:pt idx="3233">
                <c:v>0.04891728113827923</c:v>
              </c:pt>
              <c:pt idx="3234">
                <c:v>0.05166395810853346</c:v>
              </c:pt>
              <c:pt idx="3235">
                <c:v>0.06317581038277392</c:v>
              </c:pt>
              <c:pt idx="3236">
                <c:v>0.06068528258560432</c:v>
              </c:pt>
              <c:pt idx="3237">
                <c:v>0.05957186740384673</c:v>
              </c:pt>
              <c:pt idx="3238">
                <c:v>0.012697124505501513</c:v>
              </c:pt>
              <c:pt idx="3239">
                <c:v>0.011298365786157302</c:v>
              </c:pt>
              <c:pt idx="3240">
                <c:v>0.061994154111402175</c:v>
              </c:pt>
              <c:pt idx="3241">
                <c:v>0.06009989352400112</c:v>
              </c:pt>
              <c:pt idx="3242">
                <c:v>0.06142474372745581</c:v>
              </c:pt>
              <c:pt idx="3243">
                <c:v>0.05993839349188971</c:v>
              </c:pt>
              <c:pt idx="3244">
                <c:v>0.06314836771881788</c:v>
              </c:pt>
              <c:pt idx="3245">
                <c:v>0.061173096837858786</c:v>
              </c:pt>
              <c:pt idx="3246">
                <c:v>0.04746763530635321</c:v>
              </c:pt>
              <c:pt idx="3247">
                <c:v>0.046845223536286694</c:v>
              </c:pt>
              <c:pt idx="3248">
                <c:v>0.05578954150516523</c:v>
              </c:pt>
              <c:pt idx="3249">
                <c:v>0.06730281622322518</c:v>
              </c:pt>
              <c:pt idx="3250">
                <c:v>0.042373579372547966</c:v>
              </c:pt>
              <c:pt idx="3251">
                <c:v>0.040447440680612914</c:v>
              </c:pt>
              <c:pt idx="3252">
                <c:v>0.034417054818831866</c:v>
              </c:pt>
              <c:pt idx="3253">
                <c:v>0.03952382604229399</c:v>
              </c:pt>
              <c:pt idx="3254">
                <c:v>0.0429924725157408</c:v>
              </c:pt>
              <c:pt idx="3255">
                <c:v>0.033856479011031386</c:v>
              </c:pt>
              <c:pt idx="3256">
                <c:v>0.03695206141295487</c:v>
              </c:pt>
              <c:pt idx="3257">
                <c:v>0.03869810796521964</c:v>
              </c:pt>
              <c:pt idx="3258">
                <c:v>0.040129365940627285</c:v>
              </c:pt>
              <c:pt idx="3259">
                <c:v>0.059132556879701086</c:v>
              </c:pt>
              <c:pt idx="3260">
                <c:v>0.055615422546070506</c:v>
              </c:pt>
              <c:pt idx="3261">
                <c:v>0.055398212946213006</c:v>
              </c:pt>
              <c:pt idx="3262">
                <c:v>0.04944657937331474</c:v>
              </c:pt>
              <c:pt idx="3263">
                <c:v>0.04833188473553747</c:v>
              </c:pt>
              <c:pt idx="3264">
                <c:v>0.054221934802727065</c:v>
              </c:pt>
              <c:pt idx="3265">
                <c:v>0.06287010385280443</c:v>
              </c:pt>
              <c:pt idx="3266">
                <c:v>0.05615666572215641</c:v>
              </c:pt>
              <c:pt idx="3267">
                <c:v>0.07620599996276903</c:v>
              </c:pt>
              <c:pt idx="3268">
                <c:v>0.08454808929754251</c:v>
              </c:pt>
              <c:pt idx="3269">
                <c:v>0.08458383035559595</c:v>
              </c:pt>
              <c:pt idx="3270">
                <c:v>0.056144486083355066</c:v>
              </c:pt>
              <c:pt idx="3271">
                <c:v>0.04870081581444089</c:v>
              </c:pt>
              <c:pt idx="3272">
                <c:v>0.05139286424119168</c:v>
              </c:pt>
              <c:pt idx="3273">
                <c:v>0.05480416488392569</c:v>
              </c:pt>
              <c:pt idx="3274">
                <c:v>8.111743156697875E-08</c:v>
              </c:pt>
              <c:pt idx="3275">
                <c:v>0.03377803258572525</c:v>
              </c:pt>
              <c:pt idx="3276">
                <c:v>0.02030883668016741</c:v>
              </c:pt>
              <c:pt idx="3277">
                <c:v>0.00793076576901049</c:v>
              </c:pt>
              <c:pt idx="3278">
                <c:v>0.007590944230586125</c:v>
              </c:pt>
              <c:pt idx="3279">
                <c:v>0.009997062650988355</c:v>
              </c:pt>
              <c:pt idx="3280">
                <c:v>0.013904669470385447</c:v>
              </c:pt>
              <c:pt idx="3281">
                <c:v>0.022887818847193236</c:v>
              </c:pt>
              <c:pt idx="3282">
                <c:v>0.02032129257364138</c:v>
              </c:pt>
              <c:pt idx="3283">
                <c:v>0.007669071955964098</c:v>
              </c:pt>
              <c:pt idx="3284">
                <c:v>0.012576126425521908</c:v>
              </c:pt>
              <c:pt idx="3285">
                <c:v>0.01380616864094587</c:v>
              </c:pt>
              <c:pt idx="3286">
                <c:v>0.016943435105695594</c:v>
              </c:pt>
              <c:pt idx="3287">
                <c:v>0.06673073432309874</c:v>
              </c:pt>
              <c:pt idx="3288">
                <c:v>0.07154366916237859</c:v>
              </c:pt>
              <c:pt idx="3289">
                <c:v>0.06855280036256876</c:v>
              </c:pt>
              <c:pt idx="3290">
                <c:v>0.06799299384018688</c:v>
              </c:pt>
              <c:pt idx="3291">
                <c:v>0.05878382810181765</c:v>
              </c:pt>
              <c:pt idx="3292">
                <c:v>0.0037008877349466894</c:v>
              </c:pt>
              <c:pt idx="3293">
                <c:v>0.006924154812575655</c:v>
              </c:pt>
              <c:pt idx="3294">
                <c:v>0.009918489131495904</c:v>
              </c:pt>
              <c:pt idx="3295">
                <c:v>0.011548255035963791</c:v>
              </c:pt>
              <c:pt idx="3296">
                <c:v>0.005182394884008835</c:v>
              </c:pt>
              <c:pt idx="3297">
                <c:v>0.026252672716263716</c:v>
              </c:pt>
              <c:pt idx="3298">
                <c:v>0.03794291365389317</c:v>
              </c:pt>
              <c:pt idx="3299">
                <c:v>1.0374154945860719E-07</c:v>
              </c:pt>
              <c:pt idx="3300">
                <c:v>0.029857765183016836</c:v>
              </c:pt>
              <c:pt idx="3301">
                <c:v>0.023862411582715713</c:v>
              </c:pt>
              <c:pt idx="3302">
                <c:v>9.736404026096819E-08</c:v>
              </c:pt>
              <c:pt idx="3303">
                <c:v>0.0038438948061025246</c:v>
              </c:pt>
              <c:pt idx="3304">
                <c:v>1.0238449165758238E-07</c:v>
              </c:pt>
              <c:pt idx="3305">
                <c:v>0.043926702414645816</c:v>
              </c:pt>
              <c:pt idx="3306">
                <c:v>0.04725724996019125</c:v>
              </c:pt>
              <c:pt idx="3307">
                <c:v>0.06200403278215638</c:v>
              </c:pt>
              <c:pt idx="3308">
                <c:v>0.01166224881167753</c:v>
              </c:pt>
              <c:pt idx="3309">
                <c:v>0.0015429015436689488</c:v>
              </c:pt>
              <c:pt idx="3310">
                <c:v>5.27739184077389E-08</c:v>
              </c:pt>
              <c:pt idx="3311">
                <c:v>2.5458753411746938E-08</c:v>
              </c:pt>
              <c:pt idx="3312">
                <c:v>0.03242736099033166</c:v>
              </c:pt>
              <c:pt idx="3313">
                <c:v>0.035183758226327196</c:v>
              </c:pt>
              <c:pt idx="3314">
                <c:v>0.03618823471100388</c:v>
              </c:pt>
              <c:pt idx="3315">
                <c:v>0.03612200033928532</c:v>
              </c:pt>
              <c:pt idx="3316">
                <c:v>0.012631236085968991</c:v>
              </c:pt>
              <c:pt idx="3317">
                <c:v>0.01339408203569662</c:v>
              </c:pt>
              <c:pt idx="3318">
                <c:v>0.013852558115695201</c:v>
              </c:pt>
              <c:pt idx="3319">
                <c:v>0.053562150874021816</c:v>
              </c:pt>
              <c:pt idx="3320">
                <c:v>0.05367756007726509</c:v>
              </c:pt>
              <c:pt idx="3321">
                <c:v>0.01458950855281547</c:v>
              </c:pt>
              <c:pt idx="3322">
                <c:v>0.012726579451215001</c:v>
              </c:pt>
              <c:pt idx="3323">
                <c:v>0.010149923899791283</c:v>
              </c:pt>
              <c:pt idx="3324">
                <c:v>0.08000789506491186</c:v>
              </c:pt>
              <c:pt idx="3325">
                <c:v>0.07779368600197507</c:v>
              </c:pt>
              <c:pt idx="3326">
                <c:v>0.0592746404959013</c:v>
              </c:pt>
              <c:pt idx="3327">
                <c:v>0.0443674117005443</c:v>
              </c:pt>
              <c:pt idx="3328">
                <c:v>0.049159784955438705</c:v>
              </c:pt>
              <c:pt idx="3329">
                <c:v>0.04597887355533649</c:v>
              </c:pt>
              <c:pt idx="3330">
                <c:v>0.08616673419495909</c:v>
              </c:pt>
              <c:pt idx="3331">
                <c:v>0.08386045621643003</c:v>
              </c:pt>
              <c:pt idx="3332">
                <c:v>0.01811171623968542</c:v>
              </c:pt>
              <c:pt idx="3333">
                <c:v>0.012412108211967659</c:v>
              </c:pt>
              <c:pt idx="3334">
                <c:v>0.01670375245548373</c:v>
              </c:pt>
              <c:pt idx="3335">
                <c:v>0.08012084647424986</c:v>
              </c:pt>
              <c:pt idx="3336">
                <c:v>0.07328865264810826</c:v>
              </c:pt>
              <c:pt idx="3337">
                <c:v>0.08008627598245566</c:v>
              </c:pt>
              <c:pt idx="3338">
                <c:v>0.036238524666579834</c:v>
              </c:pt>
              <c:pt idx="3339">
                <c:v>0.053547594445114116</c:v>
              </c:pt>
              <c:pt idx="3340">
                <c:v>0.05585658536975844</c:v>
              </c:pt>
              <c:pt idx="3341">
                <c:v>0.05126742342909197</c:v>
              </c:pt>
              <c:pt idx="3342">
                <c:v>0.02988992432122852</c:v>
              </c:pt>
              <c:pt idx="3343">
                <c:v>0.027950884627502604</c:v>
              </c:pt>
              <c:pt idx="3344">
                <c:v>0.024163355409718104</c:v>
              </c:pt>
              <c:pt idx="3345">
                <c:v>0.03169310689324598</c:v>
              </c:pt>
              <c:pt idx="3346">
                <c:v>0.0787887512919834</c:v>
              </c:pt>
              <c:pt idx="3347">
                <c:v>0.07935779423668049</c:v>
              </c:pt>
              <c:pt idx="3348">
                <c:v>0.08090318597439668</c:v>
              </c:pt>
              <c:pt idx="3349">
                <c:v>0.08108957356010496</c:v>
              </c:pt>
              <c:pt idx="3350">
                <c:v>0.08000916971323574</c:v>
              </c:pt>
              <c:pt idx="3351">
                <c:v>0.06999650053581741</c:v>
              </c:pt>
              <c:pt idx="3352">
                <c:v>0.06691214432260821</c:v>
              </c:pt>
              <c:pt idx="3353">
                <c:v>0.0627731485617268</c:v>
              </c:pt>
              <c:pt idx="3354">
                <c:v>0.054276990579968085</c:v>
              </c:pt>
              <c:pt idx="3355">
                <c:v>0.0813151659814931</c:v>
              </c:pt>
              <c:pt idx="3356">
                <c:v>0.08011788603311172</c:v>
              </c:pt>
              <c:pt idx="3357">
                <c:v>0.056357575664004</c:v>
              </c:pt>
              <c:pt idx="3358">
                <c:v>0.0034274414978560023</c:v>
              </c:pt>
              <c:pt idx="3359">
                <c:v>3.348350148523436E-08</c:v>
              </c:pt>
              <c:pt idx="3360">
                <c:v>0.003909456147289788</c:v>
              </c:pt>
              <c:pt idx="3361">
                <c:v>3.03500454406993E-08</c:v>
              </c:pt>
              <c:pt idx="3362">
                <c:v>0.04665527940150033</c:v>
              </c:pt>
              <c:pt idx="3363">
                <c:v>0.04862502570489689</c:v>
              </c:pt>
              <c:pt idx="3364">
                <c:v>0.04176779116342486</c:v>
              </c:pt>
              <c:pt idx="3365">
                <c:v>0.038617059409645396</c:v>
              </c:pt>
              <c:pt idx="3366">
                <c:v>0.03019555578101657</c:v>
              </c:pt>
              <c:pt idx="3367">
                <c:v>0.016808749364129082</c:v>
              </c:pt>
              <c:pt idx="3368">
                <c:v>0.008441562121356008</c:v>
              </c:pt>
              <c:pt idx="3369">
                <c:v>0.04023788312043771</c:v>
              </c:pt>
              <c:pt idx="3370">
                <c:v>0.08680947163918695</c:v>
              </c:pt>
              <c:pt idx="3371">
                <c:v>0.08455739834641007</c:v>
              </c:pt>
              <c:pt idx="3372">
                <c:v>0.04596637613166204</c:v>
              </c:pt>
              <c:pt idx="3373">
                <c:v>0.052582214522325185</c:v>
              </c:pt>
              <c:pt idx="3374">
                <c:v>0.04904120894331918</c:v>
              </c:pt>
              <c:pt idx="3375">
                <c:v>0.08010601076260994</c:v>
              </c:pt>
              <c:pt idx="3376">
                <c:v>0.07210389720650667</c:v>
              </c:pt>
              <c:pt idx="3377">
                <c:v>0.04785285832192035</c:v>
              </c:pt>
              <c:pt idx="3378">
                <c:v>0.08298200538697774</c:v>
              </c:pt>
              <c:pt idx="3379">
                <c:v>0.08751170937957606</c:v>
              </c:pt>
              <c:pt idx="3380">
                <c:v>0.08702310942242017</c:v>
              </c:pt>
              <c:pt idx="3381">
                <c:v>0.08452522288603709</c:v>
              </c:pt>
              <c:pt idx="3382">
                <c:v>0.04265304312395399</c:v>
              </c:pt>
              <c:pt idx="3383">
                <c:v>0.08799450250246658</c:v>
              </c:pt>
              <c:pt idx="3384">
                <c:v>0.013293794824962533</c:v>
              </c:pt>
              <c:pt idx="3385">
                <c:v>0.05754646457042047</c:v>
              </c:pt>
              <c:pt idx="3386">
                <c:v>0.034305860300080385</c:v>
              </c:pt>
              <c:pt idx="3387">
                <c:v>0.036809603930887905</c:v>
              </c:pt>
              <c:pt idx="3388">
                <c:v>0.03301630658364367</c:v>
              </c:pt>
              <c:pt idx="3389">
                <c:v>0.04060582645643393</c:v>
              </c:pt>
              <c:pt idx="3390">
                <c:v>0.04374063015591765</c:v>
              </c:pt>
              <c:pt idx="3391">
                <c:v>0.04570122757409552</c:v>
              </c:pt>
              <c:pt idx="3392">
                <c:v>0.016569225932110188</c:v>
              </c:pt>
              <c:pt idx="3393">
                <c:v>0.06716390975035695</c:v>
              </c:pt>
              <c:pt idx="3394">
                <c:v>0.027086631302607394</c:v>
              </c:pt>
              <c:pt idx="3395">
                <c:v>0.03272204034806646</c:v>
              </c:pt>
              <c:pt idx="3396">
                <c:v>0.025367703379688286</c:v>
              </c:pt>
              <c:pt idx="3397">
                <c:v>0.033037739209215364</c:v>
              </c:pt>
              <c:pt idx="3398">
                <c:v>0.00614787542538713</c:v>
              </c:pt>
              <c:pt idx="3399">
                <c:v>0.052082125905383705</c:v>
              </c:pt>
              <c:pt idx="3400">
                <c:v>0.05665059375762571</c:v>
              </c:pt>
              <c:pt idx="3401">
                <c:v>0.057473643080060324</c:v>
              </c:pt>
              <c:pt idx="3402">
                <c:v>0.007500865884121083</c:v>
              </c:pt>
              <c:pt idx="3403">
                <c:v>0.010371748974376866</c:v>
              </c:pt>
              <c:pt idx="3404">
                <c:v>8.723615697472995E-08</c:v>
              </c:pt>
              <c:pt idx="3405">
                <c:v>0.001464456748055096</c:v>
              </c:pt>
              <c:pt idx="3406">
                <c:v>1.6411905791405628E-08</c:v>
              </c:pt>
              <c:pt idx="3407">
                <c:v>3.6281288031580035E-09</c:v>
              </c:pt>
              <c:pt idx="3408">
                <c:v>0.0009356048577609797</c:v>
              </c:pt>
              <c:pt idx="3409">
                <c:v>0.07131907983857644</c:v>
              </c:pt>
              <c:pt idx="3410">
                <c:v>0.0735192534757707</c:v>
              </c:pt>
              <c:pt idx="3411">
                <c:v>0.06957702853519973</c:v>
              </c:pt>
              <c:pt idx="3412">
                <c:v>0.024948150300434072</c:v>
              </c:pt>
              <c:pt idx="3413">
                <c:v>0.03724312511620587</c:v>
              </c:pt>
              <c:pt idx="3414">
                <c:v>0.02925686237548046</c:v>
              </c:pt>
              <c:pt idx="3415">
                <c:v>0.0284814851366156</c:v>
              </c:pt>
              <c:pt idx="3416">
                <c:v>0.024554513772174446</c:v>
              </c:pt>
              <c:pt idx="3417">
                <c:v>0.012361395071714791</c:v>
              </c:pt>
              <c:pt idx="3418">
                <c:v>0.01273015435738927</c:v>
              </c:pt>
              <c:pt idx="3419">
                <c:v>0.012450023879419568</c:v>
              </c:pt>
              <c:pt idx="3420">
                <c:v>0.01112715140027154</c:v>
              </c:pt>
              <c:pt idx="3421">
                <c:v>0.030331202177828302</c:v>
              </c:pt>
              <c:pt idx="3422">
                <c:v>0.024400306687135574</c:v>
              </c:pt>
              <c:pt idx="3423">
                <c:v>0.01262744884601636</c:v>
              </c:pt>
              <c:pt idx="3424">
                <c:v>0.03536747413178176</c:v>
              </c:pt>
              <c:pt idx="3425">
                <c:v>0.0038113765594194873</c:v>
              </c:pt>
              <c:pt idx="3426">
                <c:v>0.00307388454259736</c:v>
              </c:pt>
              <c:pt idx="3427">
                <c:v>0.0030030831233530076</c:v>
              </c:pt>
              <c:pt idx="3428">
                <c:v>0.004813566309010109</c:v>
              </c:pt>
              <c:pt idx="3429">
                <c:v>0.021096423393670995</c:v>
              </c:pt>
              <c:pt idx="3430">
                <c:v>0.02137555548825864</c:v>
              </c:pt>
              <c:pt idx="3431">
                <c:v>0.03030138714012797</c:v>
              </c:pt>
              <c:pt idx="3432">
                <c:v>0.02075020673233441</c:v>
              </c:pt>
              <c:pt idx="3433">
                <c:v>0.01870480652084868</c:v>
              </c:pt>
              <c:pt idx="3434">
                <c:v>0.01749848861605911</c:v>
              </c:pt>
              <c:pt idx="3435">
                <c:v>0.014263625145693301</c:v>
              </c:pt>
              <c:pt idx="3436">
                <c:v>0.02887348202304293</c:v>
              </c:pt>
              <c:pt idx="3437">
                <c:v>0.032693960586082774</c:v>
              </c:pt>
              <c:pt idx="3438">
                <c:v>0.06421989050692885</c:v>
              </c:pt>
              <c:pt idx="3439">
                <c:v>0.061482674923946073</c:v>
              </c:pt>
              <c:pt idx="3440">
                <c:v>0.04174800237606125</c:v>
              </c:pt>
              <c:pt idx="3441">
                <c:v>0.01099883655383839</c:v>
              </c:pt>
              <c:pt idx="3442">
                <c:v>0.0628399725373601</c:v>
              </c:pt>
              <c:pt idx="3443">
                <c:v>0.05767627810193374</c:v>
              </c:pt>
              <c:pt idx="3444">
                <c:v>0.016333159044174764</c:v>
              </c:pt>
              <c:pt idx="3445">
                <c:v>0.04072015986600785</c:v>
              </c:pt>
              <c:pt idx="3446">
                <c:v>0.0434019873397564</c:v>
              </c:pt>
              <c:pt idx="3447">
                <c:v>0.02660788521782751</c:v>
              </c:pt>
              <c:pt idx="3448">
                <c:v>0.05234695786880011</c:v>
              </c:pt>
              <c:pt idx="3449">
                <c:v>0.05217764269430208</c:v>
              </c:pt>
              <c:pt idx="3450">
                <c:v>0.04576187835994695</c:v>
              </c:pt>
              <c:pt idx="3451">
                <c:v>0.023426105327335967</c:v>
              </c:pt>
              <c:pt idx="3452">
                <c:v>0.030081633452367754</c:v>
              </c:pt>
              <c:pt idx="3453">
                <c:v>2.5393043398915015E-08</c:v>
              </c:pt>
              <c:pt idx="3454">
                <c:v>0.03222769669939061</c:v>
              </c:pt>
              <c:pt idx="3455">
                <c:v>0.02068431203077873</c:v>
              </c:pt>
              <c:pt idx="3456">
                <c:v>0.018622626618706728</c:v>
              </c:pt>
              <c:pt idx="3457">
                <c:v>0.014040816679326839</c:v>
              </c:pt>
              <c:pt idx="3458">
                <c:v>0.03634572569801956</c:v>
              </c:pt>
              <c:pt idx="3459">
                <c:v>0.030820259955138055</c:v>
              </c:pt>
              <c:pt idx="3460">
                <c:v>0.02909993541644075</c:v>
              </c:pt>
              <c:pt idx="3461">
                <c:v>0.018690247829635725</c:v>
              </c:pt>
              <c:pt idx="3462">
                <c:v>0.04557099423174836</c:v>
              </c:pt>
              <c:pt idx="3463">
                <c:v>0.037081175413975154</c:v>
              </c:pt>
              <c:pt idx="3464">
                <c:v>0.013373327998402998</c:v>
              </c:pt>
              <c:pt idx="3465">
                <c:v>0.008445084159125966</c:v>
              </c:pt>
              <c:pt idx="3466">
                <c:v>0.010563459987548606</c:v>
              </c:pt>
              <c:pt idx="3467">
                <c:v>0.01398235813153224</c:v>
              </c:pt>
              <c:pt idx="3468">
                <c:v>0.04732446864110915</c:v>
              </c:pt>
              <c:pt idx="3469">
                <c:v>0.046332843501798573</c:v>
              </c:pt>
              <c:pt idx="3470">
                <c:v>0.04638192924671177</c:v>
              </c:pt>
              <c:pt idx="3471">
                <c:v>0.041855680821820854</c:v>
              </c:pt>
              <c:pt idx="3472">
                <c:v>0.03370066036232324</c:v>
              </c:pt>
              <c:pt idx="3473">
                <c:v>0.04070282566298054</c:v>
              </c:pt>
              <c:pt idx="3474">
                <c:v>0.04679578836134651</c:v>
              </c:pt>
              <c:pt idx="3475">
                <c:v>0.04737080095468364</c:v>
              </c:pt>
              <c:pt idx="3476">
                <c:v>0.027070742065039337</c:v>
              </c:pt>
              <c:pt idx="3477">
                <c:v>0.025686575611512615</c:v>
              </c:pt>
              <c:pt idx="3478">
                <c:v>0.026601713064847897</c:v>
              </c:pt>
              <c:pt idx="3479">
                <c:v>0.027329826058257494</c:v>
              </c:pt>
              <c:pt idx="3480">
                <c:v>0.004895698685207642</c:v>
              </c:pt>
              <c:pt idx="3481">
                <c:v>0.024484465216923955</c:v>
              </c:pt>
              <c:pt idx="3482">
                <c:v>0.03148330946123776</c:v>
              </c:pt>
              <c:pt idx="3483">
                <c:v>0.06624035436001889</c:v>
              </c:pt>
              <c:pt idx="3484">
                <c:v>0.06516202560720612</c:v>
              </c:pt>
              <c:pt idx="3485">
                <c:v>0.05818493140321177</c:v>
              </c:pt>
              <c:pt idx="3486">
                <c:v>0.061358552633799426</c:v>
              </c:pt>
              <c:pt idx="3487">
                <c:v>0.033578516178517946</c:v>
              </c:pt>
              <c:pt idx="3488">
                <c:v>0.00830818757109453</c:v>
              </c:pt>
              <c:pt idx="3489">
                <c:v>0.0413543762778822</c:v>
              </c:pt>
              <c:pt idx="3490">
                <c:v>0.0324159911059844</c:v>
              </c:pt>
              <c:pt idx="3491">
                <c:v>0.032854977132921855</c:v>
              </c:pt>
              <c:pt idx="3492">
                <c:v>0.017127858903707865</c:v>
              </c:pt>
              <c:pt idx="3493">
                <c:v>0.01998063877019779</c:v>
              </c:pt>
              <c:pt idx="3494">
                <c:v>0.015234536614169123</c:v>
              </c:pt>
              <c:pt idx="3495">
                <c:v>0.017257932619711387</c:v>
              </c:pt>
              <c:pt idx="3496">
                <c:v>0.013247226530338626</c:v>
              </c:pt>
              <c:pt idx="3497">
                <c:v>0.01185268216905751</c:v>
              </c:pt>
              <c:pt idx="3498">
                <c:v>0.01818364004016334</c:v>
              </c:pt>
              <c:pt idx="3499">
                <c:v>0.01791071336406664</c:v>
              </c:pt>
              <c:pt idx="3500">
                <c:v>0.05228909136694551</c:v>
              </c:pt>
              <c:pt idx="3501">
                <c:v>0.05462708163231822</c:v>
              </c:pt>
              <c:pt idx="3502">
                <c:v>5.110884301281104E-08</c:v>
              </c:pt>
              <c:pt idx="3503">
                <c:v>0.00012704622329986318</c:v>
              </c:pt>
              <c:pt idx="3504">
                <c:v>4.791983227258612E-08</c:v>
              </c:pt>
              <c:pt idx="3505">
                <c:v>4.978863324308089E-08</c:v>
              </c:pt>
              <c:pt idx="3506">
                <c:v>5.0820085774712326E-08</c:v>
              </c:pt>
              <c:pt idx="3507">
                <c:v>0.01954286835628127</c:v>
              </c:pt>
              <c:pt idx="3508">
                <c:v>0.021779965828157558</c:v>
              </c:pt>
              <c:pt idx="3509">
                <c:v>0.0267185503440721</c:v>
              </c:pt>
              <c:pt idx="3510">
                <c:v>0.04895869217542044</c:v>
              </c:pt>
              <c:pt idx="3511">
                <c:v>0.044792479410156606</c:v>
              </c:pt>
              <c:pt idx="3512">
                <c:v>0.05159431216917955</c:v>
              </c:pt>
              <c:pt idx="3513">
                <c:v>7.79286860775299E-08</c:v>
              </c:pt>
              <c:pt idx="3514">
                <c:v>0.00024822597884295935</c:v>
              </c:pt>
              <c:pt idx="3515">
                <c:v>0.05994256479793957</c:v>
              </c:pt>
              <c:pt idx="3516">
                <c:v>0.004280445197383189</c:v>
              </c:pt>
              <c:pt idx="3517">
                <c:v>0.005949386530701084</c:v>
              </c:pt>
              <c:pt idx="3518">
                <c:v>0.08337755092379262</c:v>
              </c:pt>
              <c:pt idx="3519">
                <c:v>0.030708994702465537</c:v>
              </c:pt>
              <c:pt idx="3520">
                <c:v>0.04853673203208145</c:v>
              </c:pt>
              <c:pt idx="3521">
                <c:v>0.05173667969489819</c:v>
              </c:pt>
              <c:pt idx="3522">
                <c:v>0.04430088399559071</c:v>
              </c:pt>
              <c:pt idx="3523">
                <c:v>0.08009401406818568</c:v>
              </c:pt>
              <c:pt idx="3524">
                <c:v>0.04625688913656786</c:v>
              </c:pt>
              <c:pt idx="3525">
                <c:v>0.050659203875774265</c:v>
              </c:pt>
              <c:pt idx="3526">
                <c:v>0.021521349077544907</c:v>
              </c:pt>
              <c:pt idx="3527">
                <c:v>0.0540438479065099</c:v>
              </c:pt>
              <c:pt idx="3528">
                <c:v>0.05717183728140163</c:v>
              </c:pt>
              <c:pt idx="3529">
                <c:v>0.042338272438874516</c:v>
              </c:pt>
              <c:pt idx="3530">
                <c:v>0.04404680789718665</c:v>
              </c:pt>
              <c:pt idx="3531">
                <c:v>0.04282355315771715</c:v>
              </c:pt>
              <c:pt idx="3532">
                <c:v>0.046498705716360986</c:v>
              </c:pt>
              <c:pt idx="3533">
                <c:v>0.044622642750200496</c:v>
              </c:pt>
              <c:pt idx="3534">
                <c:v>0.0336041658921997</c:v>
              </c:pt>
              <c:pt idx="3535">
                <c:v>0.06359804818802857</c:v>
              </c:pt>
              <c:pt idx="3536">
                <c:v>0.06609938501599816</c:v>
              </c:pt>
              <c:pt idx="3537">
                <c:v>0.06562695669047554</c:v>
              </c:pt>
              <c:pt idx="3538">
                <c:v>0.055798564395637754</c:v>
              </c:pt>
              <c:pt idx="3539">
                <c:v>0.026490899717409904</c:v>
              </c:pt>
              <c:pt idx="3540">
                <c:v>0.08144455873285808</c:v>
              </c:pt>
              <c:pt idx="3541">
                <c:v>0.05838392391969665</c:v>
              </c:pt>
              <c:pt idx="3542">
                <c:v>0.07208627719953072</c:v>
              </c:pt>
              <c:pt idx="3543">
                <c:v>-6.662514690113409E-05</c:v>
              </c:pt>
              <c:pt idx="3544">
                <c:v>0.04340992407905569</c:v>
              </c:pt>
              <c:pt idx="3545">
                <c:v>0.07614129369596385</c:v>
              </c:pt>
              <c:pt idx="3546">
                <c:v>0.08348019405521058</c:v>
              </c:pt>
              <c:pt idx="3547">
                <c:v>0.03213071130660566</c:v>
              </c:pt>
              <c:pt idx="3548">
                <c:v>0.042700069632483593</c:v>
              </c:pt>
              <c:pt idx="3549">
                <c:v>0.06689188054207079</c:v>
              </c:pt>
              <c:pt idx="3550">
                <c:v>0.033574058770246225</c:v>
              </c:pt>
              <c:pt idx="3551">
                <c:v>0.07387383962697933</c:v>
              </c:pt>
              <c:pt idx="3552">
                <c:v>0.04354345107706658</c:v>
              </c:pt>
              <c:pt idx="3553">
                <c:v>0.0581090347405744</c:v>
              </c:pt>
              <c:pt idx="3554">
                <c:v>0.07298024362835387</c:v>
              </c:pt>
              <c:pt idx="3555">
                <c:v>0.026777576571021464</c:v>
              </c:pt>
              <c:pt idx="3556">
                <c:v>0.02169193602283933</c:v>
              </c:pt>
              <c:pt idx="3557">
                <c:v>0.05587396162443953</c:v>
              </c:pt>
              <c:pt idx="3558">
                <c:v>0.03689046435215882</c:v>
              </c:pt>
              <c:pt idx="3559">
                <c:v>0.028167266544953082</c:v>
              </c:pt>
              <c:pt idx="3560">
                <c:v>0.04557993500273498</c:v>
              </c:pt>
              <c:pt idx="3561">
                <c:v>0.00020139790272980876</c:v>
              </c:pt>
              <c:pt idx="3562">
                <c:v>0.030993856677086536</c:v>
              </c:pt>
              <c:pt idx="3563">
                <c:v>0.009170862869244293</c:v>
              </c:pt>
              <c:pt idx="3564">
                <c:v>0.010796362361402391</c:v>
              </c:pt>
              <c:pt idx="3565">
                <c:v>0.03164942796863511</c:v>
              </c:pt>
              <c:pt idx="3566">
                <c:v>0.03336810854826096</c:v>
              </c:pt>
              <c:pt idx="3567">
                <c:v>0.018618353074552396</c:v>
              </c:pt>
              <c:pt idx="3568">
                <c:v>0.004834030681657966</c:v>
              </c:pt>
              <c:pt idx="3569">
                <c:v>0.021145596195417282</c:v>
              </c:pt>
              <c:pt idx="3570">
                <c:v>0.0481599321993968</c:v>
              </c:pt>
              <c:pt idx="3571">
                <c:v>0.05239585485056234</c:v>
              </c:pt>
              <c:pt idx="3572">
                <c:v>0.012932046170798562</c:v>
              </c:pt>
              <c:pt idx="3573">
                <c:v>0.025659225940818937</c:v>
              </c:pt>
              <c:pt idx="3574">
                <c:v>4.499433305359925E-08</c:v>
              </c:pt>
              <c:pt idx="3575">
                <c:v>0.004800327195674684</c:v>
              </c:pt>
              <c:pt idx="3576">
                <c:v>0.023868382521576137</c:v>
              </c:pt>
              <c:pt idx="3577">
                <c:v>0.017204003405963356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35"/>
          <c:min val="-0.25"/>
        </c:scaling>
        <c:delete val="0"/>
        <c:axPos val="l"/>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Axial velocity (m/s)</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0"/>
        <c:majorTickMark val="none"/>
        <c:minorTickMark val="none"/>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50112"/>
        <c:crossesAt val="-0.25"/>
        <c:majorUnit val="0.25"/>
      </c:valAx>
      <c:valAx>
        <c:axId val="48650112"/>
        <c:scaling>
          <c:orientation val="minMax"/>
          <c:max val="1.15"/>
          <c:min val="0"/>
        </c:scaling>
        <c:delete val="0"/>
        <c:axPos val="b"/>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Distance / equivalent radius</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tickLblPos val="low"/>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line"/>
        <c:varyColors val="0"/>
        <c:ser>
          <c:idx val="0"/>
          <c:order val="0"/>
          <c:tx>
            <c:v>Near-wall estimate</c:v>
          </c:tx>
          <c:spPr>
            <a:ln xmlns:a="http://schemas.openxmlformats.org/drawingml/2006/main" w="28575">
              <a:solidFill>
                <a:srgbClr val="172B42"/>
              </a:solidFill>
              <a:prstDash val="solid"/>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0.0001685012919752</c:v>
              </c:pt>
              <c:pt idx="1">
                <c:v>0.0001956515505306</c:v>
              </c:pt>
              <c:pt idx="2">
                <c:v>0.0002237152464774</c:v>
              </c:pt>
              <c:pt idx="3">
                <c:v>0.000251784502997</c:v>
              </c:pt>
              <c:pt idx="4">
                <c:v>0.0002792101904217</c:v>
              </c:pt>
              <c:pt idx="5">
                <c:v>0.0003054272145279</c:v>
              </c:pt>
              <c:pt idx="6">
                <c:v>0.0003311320395915</c:v>
              </c:pt>
              <c:pt idx="7">
                <c:v>0.0003563172827795</c:v>
              </c:pt>
              <c:pt idx="8">
                <c:v>0.0003796298441565</c:v>
              </c:pt>
              <c:pt idx="9">
                <c:v>0.0003996573039493</c:v>
              </c:pt>
              <c:pt idx="10">
                <c:v>0.0004153462800556</c:v>
              </c:pt>
              <c:pt idx="11">
                <c:v>0.000427790223737</c:v>
              </c:pt>
              <c:pt idx="12">
                <c:v>0.0004372921423604</c:v>
              </c:pt>
              <c:pt idx="13">
                <c:v>0.0004431133851937</c:v>
              </c:pt>
              <c:pt idx="14">
                <c:v>0.0004456322921745</c:v>
              </c:pt>
              <c:pt idx="15">
                <c:v>0.0004451899188652</c:v>
              </c:pt>
              <c:pt idx="16">
                <c:v>0.000440669834162</c:v>
              </c:pt>
              <c:pt idx="17">
                <c:v>0.0004320909347852</c:v>
              </c:pt>
              <c:pt idx="18">
                <c:v>0.0004217323305457</c:v>
              </c:pt>
              <c:pt idx="19">
                <c:v>0.0004106841799933</c:v>
              </c:pt>
              <c:pt idx="20">
                <c:v>0.0003993064073758</c:v>
              </c:pt>
              <c:pt idx="21">
                <c:v>0.0003875827424272</c:v>
              </c:pt>
              <c:pt idx="22">
                <c:v>0.0003759972688034</c:v>
              </c:pt>
              <c:pt idx="23">
                <c:v>0.0003637658090547</c:v>
              </c:pt>
              <c:pt idx="24">
                <c:v>0.0003506043490914</c:v>
              </c:pt>
              <c:pt idx="25">
                <c:v>0.0003380320345223</c:v>
              </c:pt>
              <c:pt idx="26">
                <c:v>0.00032617900264</c:v>
              </c:pt>
              <c:pt idx="27">
                <c:v>0.0003152421095004</c:v>
              </c:pt>
              <c:pt idx="28">
                <c:v>0.0003048455224979</c:v>
              </c:pt>
              <c:pt idx="29">
                <c:v>0.0002952965029543</c:v>
              </c:pt>
              <c:pt idx="30">
                <c:v>0.0002872307755578</c:v>
              </c:pt>
              <c:pt idx="31">
                <c:v>0.0002806300871433</c:v>
              </c:pt>
              <c:pt idx="32">
                <c:v>0.0002736716839367</c:v>
              </c:pt>
              <c:pt idx="33">
                <c:v>0.0002643540913248</c:v>
              </c:pt>
              <c:pt idx="34">
                <c:v>0.0002535460799446</c:v>
              </c:pt>
              <c:pt idx="35">
                <c:v>0.0002425733309055</c:v>
              </c:pt>
              <c:pt idx="36">
                <c:v>0.0002328645153057</c:v>
              </c:pt>
              <c:pt idx="37">
                <c:v>0.000227408796696</c:v>
              </c:pt>
              <c:pt idx="38">
                <c:v>0.0002254264906905</c:v>
              </c:pt>
              <c:pt idx="39">
                <c:v>0.0002212292743479</c:v>
              </c:pt>
              <c:pt idx="40">
                <c:v>0.0002100347045005</c:v>
              </c:pt>
              <c:pt idx="41">
                <c:v>0.0001943244786365</c:v>
              </c:pt>
              <c:pt idx="42">
                <c:v>0.0001780600322445</c:v>
              </c:pt>
              <c:pt idx="43">
                <c:v>0.000162303587595</c:v>
              </c:pt>
              <c:pt idx="44">
                <c:v>0.0001470985317092</c:v>
              </c:pt>
              <c:pt idx="45">
                <c:v>0.0001327130507522</c:v>
              </c:pt>
              <c:pt idx="46">
                <c:v>0.0001177622016635</c:v>
              </c:pt>
              <c:pt idx="47">
                <c:v>0.0001016556463816</c:v>
              </c:pt>
              <c:pt idx="48">
                <c:v>8.459746964761561E-05</c:v>
              </c:pt>
              <c:pt idx="49">
                <c:v>6.778944899685135E-05</c:v>
              </c:pt>
              <c:pt idx="50">
                <c:v>5.110198680772173E-05</c:v>
              </c:pt>
              <c:pt idx="51">
                <c:v>3.4719181874804684E-05</c:v>
              </c:pt>
              <c:pt idx="52">
                <c:v>1.8478716649653105E-05</c:v>
              </c:pt>
              <c:pt idx="53">
                <c:v>3.724628476833452E-06</c:v>
              </c:pt>
              <c:pt idx="54">
                <c:v>-1.0058239327571705E-05</c:v>
              </c:pt>
              <c:pt idx="55">
                <c:v>-2.348335200711111E-05</c:v>
              </c:pt>
              <c:pt idx="56">
                <c:v>-3.58757521015942E-05</c:v>
              </c:pt>
              <c:pt idx="57">
                <c:v>-4.677089099839344E-05</c:v>
              </c:pt>
              <c:pt idx="58">
                <c:v>-5.595883583994966E-05</c:v>
              </c:pt>
              <c:pt idx="59">
                <c:v>-6.345726973718667E-05</c:v>
              </c:pt>
              <c:pt idx="60">
                <c:v>-6.920064380847581E-05</c:v>
              </c:pt>
              <c:pt idx="61">
                <c:v>-7.349082839253945E-05</c:v>
              </c:pt>
              <c:pt idx="62">
                <c:v>-7.62362770592365E-05</c:v>
              </c:pt>
              <c:pt idx="63">
                <c:v>-7.767277565091494E-05</c:v>
              </c:pt>
              <c:pt idx="64">
                <c:v>-7.795196454617939E-05</c:v>
              </c:pt>
              <c:pt idx="65">
                <c:v>-7.71251147014449E-05</c:v>
              </c:pt>
              <c:pt idx="66">
                <c:v>-7.505549168796285E-05</c:v>
              </c:pt>
              <c:pt idx="67">
                <c:v>-7.183564523726445E-05</c:v>
              </c:pt>
              <c:pt idx="68">
                <c:v>-6.788782321181363E-05</c:v>
              </c:pt>
              <c:pt idx="69">
                <c:v>-6.327454778018106E-05</c:v>
              </c:pt>
              <c:pt idx="70">
                <c:v>-5.693482081510863E-05</c:v>
              </c:pt>
              <c:pt idx="71">
                <c:v>-4.891243516079138E-05</c:v>
              </c:pt>
              <c:pt idx="72">
                <c:v>-4.188192166205147E-05</c:v>
              </c:pt>
              <c:pt idx="73">
                <c:v>-3.3210300386327305E-05</c:v>
              </c:pt>
              <c:pt idx="74">
                <c:v>-1.9699023463077844E-05</c:v>
              </c:pt>
              <c:pt idx="75">
                <c:v>-2.2114121487499995E-06</c:v>
              </c:pt>
              <c:pt idx="76">
                <c:v>1.5094131492925414E-05</c:v>
              </c:pt>
              <c:pt idx="77">
                <c:v>2.706761393288267E-05</c:v>
              </c:pt>
              <c:pt idx="78">
                <c:v>3.2722211163126646E-05</c:v>
              </c:pt>
              <c:pt idx="79">
                <c:v>3.386959157423096E-05</c:v>
              </c:pt>
              <c:pt idx="80">
                <c:v>3.3785971335968204E-05</c:v>
              </c:pt>
              <c:pt idx="81">
                <c:v>3.424745907690322E-05</c:v>
              </c:pt>
              <c:pt idx="82">
                <c:v>3.4935265014804627E-05</c:v>
              </c:pt>
              <c:pt idx="83">
                <c:v>3.491707978378452E-05</c:v>
              </c:pt>
              <c:pt idx="84">
                <c:v>3.376604424222904E-05</c:v>
              </c:pt>
              <c:pt idx="85">
                <c:v>3.183513534744332E-05</c:v>
              </c:pt>
              <c:pt idx="86">
                <c:v>2.964065861749255E-05</c:v>
              </c:pt>
              <c:pt idx="87">
                <c:v>2.754344610683227E-05</c:v>
              </c:pt>
              <c:pt idx="88">
                <c:v>2.5650521167355152E-05</c:v>
              </c:pt>
              <c:pt idx="89">
                <c:v>2.391897492556077E-05</c:v>
              </c:pt>
              <c:pt idx="90">
                <c:v>2.2215319756913757E-05</c:v>
              </c:pt>
              <c:pt idx="91">
                <c:v>2.0416156725260945E-05</c:v>
              </c:pt>
              <c:pt idx="92">
                <c:v>1.8440261737237505E-05</c:v>
              </c:pt>
              <c:pt idx="93">
                <c:v>1.6237764657346164E-05</c:v>
              </c:pt>
              <c:pt idx="94">
                <c:v>1.379727432843704E-05</c:v>
              </c:pt>
              <c:pt idx="95">
                <c:v>1.1128357571563776E-05</c:v>
              </c:pt>
              <c:pt idx="96">
                <c:v>8.332425352959573E-06</c:v>
              </c:pt>
              <c:pt idx="97">
                <c:v>5.527288089354321E-06</c:v>
              </c:pt>
              <c:pt idx="98">
                <c:v>2.7995431703682935E-06</c:v>
              </c:pt>
              <c:pt idx="99">
                <c:v>2.5540383529106626E-07</c:v>
              </c:pt>
              <c:pt idx="100">
                <c:v>-2.038412765539591E-06</c:v>
              </c:pt>
              <c:pt idx="101">
                <c:v>-4.01741442523128E-06</c:v>
              </c:pt>
              <c:pt idx="102">
                <c:v>-5.667101634734952E-06</c:v>
              </c:pt>
              <c:pt idx="103">
                <c:v>-6.9382384099364074E-06</c:v>
              </c:pt>
              <c:pt idx="104">
                <c:v>-7.830095031802031E-06</c:v>
              </c:pt>
              <c:pt idx="105">
                <c:v>-8.365628804010531E-06</c:v>
              </c:pt>
              <c:pt idx="106">
                <c:v>-8.563202619466787E-06</c:v>
              </c:pt>
              <c:pt idx="107">
                <c:v>-8.448996889876774E-06</c:v>
              </c:pt>
              <c:pt idx="108">
                <c:v>-8.091199050786122E-06</c:v>
              </c:pt>
              <c:pt idx="109">
                <c:v>-7.561937159066932E-06</c:v>
              </c:pt>
              <c:pt idx="110">
                <c:v>-6.934772157055911E-06</c:v>
              </c:pt>
              <c:pt idx="111">
                <c:v>-6.271702154014668E-06</c:v>
              </c:pt>
              <c:pt idx="112">
                <c:v>-5.653332415776157E-06</c:v>
              </c:pt>
              <c:pt idx="113">
                <c:v>-5.1252588264493605E-06</c:v>
              </c:pt>
              <c:pt idx="114">
                <c:v>-4.7345831015818735E-06</c:v>
              </c:pt>
              <c:pt idx="115">
                <c:v>-4.525861909742751E-06</c:v>
              </c:pt>
              <c:pt idx="116">
                <c:v>-4.518905010554073E-06</c:v>
              </c:pt>
              <c:pt idx="117">
                <c:v>-4.708263306487585E-06</c:v>
              </c:pt>
              <c:pt idx="118">
                <c:v>-5.073085731993062E-06</c:v>
              </c:pt>
              <c:pt idx="119">
                <c:v>-5.595403653565236E-06</c:v>
              </c:pt>
              <c:pt idx="120">
                <c:v>-6.246949824672696E-06</c:v>
              </c:pt>
              <c:pt idx="121">
                <c:v>-6.9562528269953615E-06</c:v>
              </c:pt>
              <c:pt idx="122">
                <c:v>-7.696363751124455E-06</c:v>
              </c:pt>
              <c:pt idx="123">
                <c:v>-8.408542156589498E-06</c:v>
              </c:pt>
              <c:pt idx="124">
                <c:v>-9.042125230463395E-06</c:v>
              </c:pt>
              <c:pt idx="125">
                <c:v>-9.559473984004072E-06</c:v>
              </c:pt>
              <c:pt idx="126">
                <c:v>-9.947785905986697E-06</c:v>
              </c:pt>
              <c:pt idx="127">
                <c:v>-1.017966409033422E-05</c:v>
              </c:pt>
              <c:pt idx="128">
                <c:v>-1.0243509249586524E-05</c:v>
              </c:pt>
              <c:pt idx="129">
                <c:v>-1.015407558996645E-05</c:v>
              </c:pt>
              <c:pt idx="130">
                <c:v>-9.927053523026038E-06</c:v>
              </c:pt>
              <c:pt idx="131">
                <c:v>-9.581713457394506E-06</c:v>
              </c:pt>
              <c:pt idx="132">
                <c:v>-9.142823194164252E-06</c:v>
              </c:pt>
              <c:pt idx="133">
                <c:v>-8.65251652691166E-06</c:v>
              </c:pt>
              <c:pt idx="134">
                <c:v>-8.158530622284585E-06</c:v>
              </c:pt>
              <c:pt idx="135">
                <c:v>-7.699780258707436E-06</c:v>
              </c:pt>
              <c:pt idx="136">
                <c:v>-7.342532607348172E-06</c:v>
              </c:pt>
              <c:pt idx="137">
                <c:v>-7.106560566828854E-06</c:v>
              </c:pt>
              <c:pt idx="138">
                <c:v>-7.002039492017091E-06</c:v>
              </c:pt>
              <c:pt idx="139">
                <c:v>-7.043010326614682E-06</c:v>
              </c:pt>
              <c:pt idx="140">
                <c:v>-7.212676204826107E-06</c:v>
              </c:pt>
              <c:pt idx="141">
                <c:v>-7.486862693946937E-06</c:v>
              </c:pt>
              <c:pt idx="142">
                <c:v>-7.814176425318153E-06</c:v>
              </c:pt>
              <c:pt idx="143">
                <c:v>-8.147526639838694E-06</c:v>
              </c:pt>
              <c:pt idx="144">
                <c:v>-8.44867595431942E-06</c:v>
              </c:pt>
              <c:pt idx="145">
                <c:v>-8.652830822509404E-06</c:v>
              </c:pt>
              <c:pt idx="146">
                <c:v>-8.730299176052334E-06</c:v>
              </c:pt>
              <c:pt idx="147">
                <c:v>-8.654331743979188E-06</c:v>
              </c:pt>
              <c:pt idx="148">
                <c:v>-8.394364699143202E-06</c:v>
              </c:pt>
              <c:pt idx="149">
                <c:v>-7.96078526631869E-06</c:v>
              </c:pt>
              <c:pt idx="150">
                <c:v>-7.37733198858279E-06</c:v>
              </c:pt>
              <c:pt idx="151">
                <c:v>-6.670570582614292E-06</c:v>
              </c:pt>
              <c:pt idx="152">
                <c:v>-5.878162842714374E-06</c:v>
              </c:pt>
              <c:pt idx="153">
                <c:v>-5.055678983479191E-06</c:v>
              </c:pt>
              <c:pt idx="154">
                <c:v>-4.2555630378299415E-06</c:v>
              </c:pt>
              <c:pt idx="155">
                <c:v>-3.5276726152915746E-06</c:v>
              </c:pt>
              <c:pt idx="156">
                <c:v>-2.920046390463413E-06</c:v>
              </c:pt>
              <c:pt idx="157">
                <c:v>-2.4703510038226E-06</c:v>
              </c:pt>
              <c:pt idx="158">
                <c:v>-2.1874782968792535E-06</c:v>
              </c:pt>
              <c:pt idx="159">
                <c:v>-2.0760244873429485E-06</c:v>
              </c:pt>
              <c:pt idx="160">
                <c:v>-2.1312067153907803E-06</c:v>
              </c:pt>
              <c:pt idx="161">
                <c:v>-2.317957470880702E-06</c:v>
              </c:pt>
              <c:pt idx="162">
                <c:v>-2.5776417522907245E-06</c:v>
              </c:pt>
              <c:pt idx="163">
                <c:v>-2.872554403395523E-06</c:v>
              </c:pt>
              <c:pt idx="164">
                <c:v>-3.1173769975633793E-06</c:v>
              </c:pt>
              <c:pt idx="165">
                <c:v>-3.258274083900956E-06</c:v>
              </c:pt>
              <c:pt idx="166">
                <c:v>-3.2424153079740445E-06</c:v>
              </c:pt>
              <c:pt idx="167">
                <c:v>-3.0283446537526302E-06</c:v>
              </c:pt>
              <c:pt idx="168">
                <c:v>-2.585871111588554E-06</c:v>
              </c:pt>
              <c:pt idx="169">
                <c:v>-1.8981881394348633E-06</c:v>
              </c:pt>
              <c:pt idx="170">
                <c:v>-1.0056437864403675E-06</c:v>
              </c:pt>
              <c:pt idx="171">
                <c:v>3.7996253712387474E-08</c:v>
              </c:pt>
              <c:pt idx="172">
                <c:v>1.1919726445106023E-06</c:v>
              </c:pt>
              <c:pt idx="173">
                <c:v>2.3444678592504974E-06</c:v>
              </c:pt>
              <c:pt idx="174">
                <c:v>3.40151901174698E-06</c:v>
              </c:pt>
              <c:pt idx="175">
                <c:v>4.258438776369326E-06</c:v>
              </c:pt>
              <c:pt idx="176">
                <c:v>4.817543877335234E-06</c:v>
              </c:pt>
              <c:pt idx="177">
                <c:v>4.965493186497371E-06</c:v>
              </c:pt>
              <c:pt idx="178">
                <c:v>4.658977910388559E-06</c:v>
              </c:pt>
              <c:pt idx="179">
                <c:v>3.889573408091069E-06</c:v>
              </c:pt>
              <c:pt idx="180">
                <c:v>2.6612306315449995E-06</c:v>
              </c:pt>
              <c:pt idx="181">
                <c:v>9.795876679571766E-07</c:v>
              </c:pt>
              <c:pt idx="182">
                <c:v>-9.87141659629629E-07</c:v>
              </c:pt>
              <c:pt idx="183">
                <c:v>-3.0783185582585873E-06</c:v>
              </c:pt>
              <c:pt idx="184">
                <c:v>-5.0860706628244044E-06</c:v>
              </c:pt>
              <c:pt idx="185">
                <c:v>-6.769023984123612E-06</c:v>
              </c:pt>
              <c:pt idx="186">
                <c:v>-7.808804684424287E-06</c:v>
              </c:pt>
              <c:pt idx="187">
                <c:v>-7.960899424243132E-06</c:v>
              </c:pt>
              <c:pt idx="188">
                <c:v>-6.933689793744537E-06</c:v>
              </c:pt>
              <c:pt idx="189">
                <c:v>-4.2216913599610735E-06</c:v>
              </c:pt>
              <c:pt idx="190">
                <c:v>2.574157337434227E-07</c:v>
              </c:pt>
              <c:pt idx="191">
                <c:v>6.793794457345366E-06</c:v>
              </c:pt>
              <c:pt idx="192">
                <c:v>1.5427914891356847E-05</c:v>
              </c:pt>
              <c:pt idx="193">
                <c:v>2.695552480129391E-05</c:v>
              </c:pt>
              <c:pt idx="194">
                <c:v>4.0724353898985344E-05</c:v>
              </c:pt>
              <c:pt idx="195">
                <c:v>5.6693884867476486E-05</c:v>
              </c:pt>
              <c:pt idx="196">
                <c:v>7.530090001110505E-05</c:v>
              </c:pt>
              <c:pt idx="197">
                <c:v>9.59765403114204E-05</c:v>
              </c:pt>
              <c:pt idx="198">
                <c:v>0.0001186553583408</c:v>
              </c:pt>
              <c:pt idx="199">
                <c:v>0.000142601686579</c:v>
              </c:pt>
              <c:pt idx="200">
                <c:v>0.0001679553878597</c:v>
              </c:pt>
            </c:numLit>
          </c:yVal>
        </c:ser>
        <c:ser>
          <c:idx val="1"/>
          <c:order val="1"/>
          <c:tx>
            <c:v>Poiseuille</c:v>
          </c:tx>
          <c:spPr>
            <a:ln xmlns:a="http://schemas.openxmlformats.org/drawingml/2006/main" w="22860">
              <a:solidFill>
                <a:srgbClr val="2166A8"/>
              </a:solidFill>
              <a:prstDash val="dash"/>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2.2128799269713262E-05</c:v>
              </c:pt>
              <c:pt idx="1">
                <c:v>2.6590379699638357E-05</c:v>
              </c:pt>
              <c:pt idx="2">
                <c:v>3.1355700162952085E-05</c:v>
              </c:pt>
              <c:pt idx="3">
                <c:v>3.636605189277571E-05</c:v>
              </c:pt>
              <c:pt idx="4">
                <c:v>4.156419582735038E-05</c:v>
              </c:pt>
              <c:pt idx="5">
                <c:v>4.6853495268995994E-05</c:v>
              </c:pt>
              <c:pt idx="6">
                <c:v>5.221411107949338E-05</c:v>
              </c:pt>
              <c:pt idx="7">
                <c:v>5.758456273207566E-05</c:v>
              </c:pt>
              <c:pt idx="8">
                <c:v>6.285897258488394E-05</c:v>
              </c:pt>
              <c:pt idx="9">
                <c:v>6.795042595747361E-05</c:v>
              </c:pt>
              <c:pt idx="10">
                <c:v>7.273890657235146E-05</c:v>
              </c:pt>
              <c:pt idx="11">
                <c:v>7.716960690065415E-05</c:v>
              </c:pt>
              <c:pt idx="12">
                <c:v>8.118227455740872E-05</c:v>
              </c:pt>
              <c:pt idx="13">
                <c:v>8.470923672279622E-05</c:v>
              </c:pt>
              <c:pt idx="14">
                <c:v>8.77088171068229E-05</c:v>
              </c:pt>
              <c:pt idx="15">
                <c:v>9.016397773558857E-05</c:v>
              </c:pt>
              <c:pt idx="16">
                <c:v>9.204503415846854E-05</c:v>
              </c:pt>
              <c:pt idx="17">
                <c:v>9.335184604202117E-05</c:v>
              </c:pt>
              <c:pt idx="18">
                <c:v>9.417371942921657E-05</c:v>
              </c:pt>
              <c:pt idx="19">
                <c:v>9.461012921770983E-05</c:v>
              </c:pt>
              <c:pt idx="20">
                <c:v>9.473778663416614E-05</c:v>
              </c:pt>
              <c:pt idx="21">
                <c:v>9.457975483513082E-05</c:v>
              </c:pt>
              <c:pt idx="22">
                <c:v>9.413417368349325E-05</c:v>
              </c:pt>
              <c:pt idx="23">
                <c:v>9.344493637939469E-05</c:v>
              </c:pt>
              <c:pt idx="24">
                <c:v>9.251117541239626E-05</c:v>
              </c:pt>
              <c:pt idx="25">
                <c:v>9.136029946208227E-05</c:v>
              </c:pt>
              <c:pt idx="26">
                <c:v>9.002355573102807E-05</c:v>
              </c:pt>
              <c:pt idx="27">
                <c:v>8.858483421656164E-05</c:v>
              </c:pt>
              <c:pt idx="28">
                <c:v>8.708023259324118E-05</c:v>
              </c:pt>
              <c:pt idx="29">
                <c:v>8.557674321706406E-05</c:v>
              </c:pt>
              <c:pt idx="30">
                <c:v>8.409305409320292E-05</c:v>
              </c:pt>
              <c:pt idx="31">
                <c:v>8.262339961519767E-05</c:v>
              </c:pt>
              <c:pt idx="32">
                <c:v>8.108262839446784E-05</c:v>
              </c:pt>
              <c:pt idx="33">
                <c:v>7.935934258701535E-05</c:v>
              </c:pt>
              <c:pt idx="34">
                <c:v>7.753905157883101E-05</c:v>
              </c:pt>
              <c:pt idx="35">
                <c:v>7.570639964419268E-05</c:v>
              </c:pt>
              <c:pt idx="36">
                <c:v>7.383729078763028E-05</c:v>
              </c:pt>
              <c:pt idx="37">
                <c:v>7.200577038402009E-05</c:v>
              </c:pt>
              <c:pt idx="38">
                <c:v>7.019906007151431E-05</c:v>
              </c:pt>
              <c:pt idx="39">
                <c:v>6.824219649092232E-05</c:v>
              </c:pt>
              <c:pt idx="40">
                <c:v>6.593063432668136E-05</c:v>
              </c:pt>
              <c:pt idx="41">
                <c:v>6.33956063344184E-05</c:v>
              </c:pt>
              <c:pt idx="42">
                <c:v>6.084883537566768E-05</c:v>
              </c:pt>
              <c:pt idx="43">
                <c:v>5.8315302213425136E-05</c:v>
              </c:pt>
              <c:pt idx="44">
                <c:v>5.574834975907443E-05</c:v>
              </c:pt>
              <c:pt idx="45">
                <c:v>5.315045022581464E-05</c:v>
              </c:pt>
              <c:pt idx="46">
                <c:v>5.042709287825673E-05</c:v>
              </c:pt>
              <c:pt idx="47">
                <c:v>4.753761682525864E-05</c:v>
              </c:pt>
              <c:pt idx="48">
                <c:v>4.4492510019144566E-05</c:v>
              </c:pt>
              <c:pt idx="49">
                <c:v>4.1376301584002866E-05</c:v>
              </c:pt>
              <c:pt idx="50">
                <c:v>3.817246163248787E-05</c:v>
              </c:pt>
              <c:pt idx="51">
                <c:v>3.487914594451915E-05</c:v>
              </c:pt>
              <c:pt idx="52">
                <c:v>3.1485101855438615E-05</c:v>
              </c:pt>
              <c:pt idx="53">
                <c:v>2.8140672024906438E-05</c:v>
              </c:pt>
              <c:pt idx="54">
                <c:v>2.487832441311605E-05</c:v>
              </c:pt>
              <c:pt idx="55">
                <c:v>2.1645403257981268E-05</c:v>
              </c:pt>
              <c:pt idx="56">
                <c:v>1.847184846922249E-05</c:v>
              </c:pt>
              <c:pt idx="57">
                <c:v>1.5404795408118175E-05</c:v>
              </c:pt>
              <c:pt idx="58">
                <c:v>1.249033033451614E-05</c:v>
              </c:pt>
              <c:pt idx="59">
                <c:v>9.75775509438785E-06</c:v>
              </c:pt>
              <c:pt idx="60">
                <c:v>7.2448930564662655E-06</c:v>
              </c:pt>
              <c:pt idx="61">
                <c:v>4.960255732468916E-06</c:v>
              </c:pt>
              <c:pt idx="62">
                <c:v>2.9345544852311945E-06</c:v>
              </c:pt>
              <c:pt idx="63">
                <c:v>1.1670916042925227E-06</c:v>
              </c:pt>
              <c:pt idx="64">
                <c:v>-3.4373860170266586E-07</c:v>
              </c:pt>
              <c:pt idx="65">
                <c:v>-1.6018604922068777E-06</c:v>
              </c:pt>
              <c:pt idx="66">
                <c:v>-2.604264384407439E-06</c:v>
              </c:pt>
              <c:pt idx="67">
                <c:v>-3.3574109624512665E-06</c:v>
              </c:pt>
              <c:pt idx="68">
                <c:v>-3.876373604959438E-06</c:v>
              </c:pt>
              <c:pt idx="69">
                <c:v>-4.191091225994348E-06</c:v>
              </c:pt>
              <c:pt idx="70">
                <c:v>-4.346963346521044E-06</c:v>
              </c:pt>
              <c:pt idx="71">
                <c:v>-4.363871219362888E-06</c:v>
              </c:pt>
              <c:pt idx="72">
                <c:v>-4.173909654161416E-06</c:v>
              </c:pt>
              <c:pt idx="73">
                <c:v>-3.8432466680347175E-06</c:v>
              </c:pt>
              <c:pt idx="74">
                <c:v>-3.537602753965184E-06</c:v>
              </c:pt>
              <c:pt idx="75">
                <c:v>-3.2582212477932308E-06</c:v>
              </c:pt>
              <c:pt idx="76">
                <c:v>-2.9043372251164998E-06</c:v>
              </c:pt>
              <c:pt idx="77">
                <c:v>-2.446794600190317E-06</c:v>
              </c:pt>
              <c:pt idx="78">
                <c:v>-1.9264506353369724E-06</c:v>
              </c:pt>
              <c:pt idx="79">
                <c:v>-1.4312416104485623E-06</c:v>
              </c:pt>
              <c:pt idx="80">
                <c:v>-9.812115360659504E-07</c:v>
              </c:pt>
              <c:pt idx="81">
                <c:v>-5.645122837853473E-07</c:v>
              </c:pt>
              <c:pt idx="82">
                <c:v>-1.6622168823516948E-07</c:v>
              </c:pt>
              <c:pt idx="83">
                <c:v>2.1995185243802808E-07</c:v>
              </c:pt>
              <c:pt idx="84">
                <c:v>5.844200896099956E-07</c:v>
              </c:pt>
              <c:pt idx="85">
                <c:v>9.256242681855702E-07</c:v>
              </c:pt>
              <c:pt idx="86">
                <c:v>1.2425125638028923E-06</c:v>
              </c:pt>
              <c:pt idx="87">
                <c:v>1.5363373934958391E-06</c:v>
              </c:pt>
              <c:pt idx="88">
                <c:v>1.8082053655321353E-06</c:v>
              </c:pt>
              <c:pt idx="89">
                <c:v>2.0593390781805087E-06</c:v>
              </c:pt>
              <c:pt idx="90">
                <c:v>2.287218229188297E-06</c:v>
              </c:pt>
              <c:pt idx="91">
                <c:v>2.4885949302338326E-06</c:v>
              </c:pt>
              <c:pt idx="92">
                <c:v>2.6614836684946722E-06</c:v>
              </c:pt>
              <c:pt idx="93">
                <c:v>2.803648374517408E-06</c:v>
              </c:pt>
              <c:pt idx="94">
                <c:v>2.912799330934446E-06</c:v>
              </c:pt>
              <c:pt idx="95">
                <c:v>2.9848966976358894E-06</c:v>
              </c:pt>
              <c:pt idx="96">
                <c:v>3.0203308479507385E-06</c:v>
              </c:pt>
              <c:pt idx="97">
                <c:v>3.0203813069543267E-06</c:v>
              </c:pt>
              <c:pt idx="98">
                <c:v>2.9863877010106447E-06</c:v>
              </c:pt>
              <c:pt idx="99">
                <c:v>2.9249134360222467E-06</c:v>
              </c:pt>
              <c:pt idx="100">
                <c:v>2.8433574506910207E-06</c:v>
              </c:pt>
              <c:pt idx="101">
                <c:v>2.751191804421356E-06</c:v>
              </c:pt>
              <c:pt idx="102">
                <c:v>2.654839534626278E-06</c:v>
              </c:pt>
              <c:pt idx="103">
                <c:v>2.5630573436228695E-06</c:v>
              </c:pt>
              <c:pt idx="104">
                <c:v>2.480688119403137E-06</c:v>
              </c:pt>
              <c:pt idx="105">
                <c:v>2.41065839866885E-06</c:v>
              </c:pt>
              <c:pt idx="106">
                <c:v>2.3564856165719418E-06</c:v>
              </c:pt>
              <c:pt idx="107">
                <c:v>2.321208930876109E-06</c:v>
              </c:pt>
              <c:pt idx="108">
                <c:v>2.304089719113829E-06</c:v>
              </c:pt>
              <c:pt idx="109">
                <c:v>2.3031723471370825E-06</c:v>
              </c:pt>
              <c:pt idx="110">
                <c:v>2.3150405663405253E-06</c:v>
              </c:pt>
              <c:pt idx="111">
                <c:v>2.3357692989342604E-06</c:v>
              </c:pt>
              <c:pt idx="112">
                <c:v>2.3587174611840083E-06</c:v>
              </c:pt>
              <c:pt idx="113">
                <c:v>2.3788440193454765E-06</c:v>
              </c:pt>
              <c:pt idx="114">
                <c:v>2.3902895096449556E-06</c:v>
              </c:pt>
              <c:pt idx="115">
                <c:v>2.3868135524006248E-06</c:v>
              </c:pt>
              <c:pt idx="116">
                <c:v>2.363968804373465E-06</c:v>
              </c:pt>
              <c:pt idx="117">
                <c:v>2.3194087053274548E-06</c:v>
              </c:pt>
              <c:pt idx="118">
                <c:v>2.2522667783605535E-06</c:v>
              </c:pt>
              <c:pt idx="119">
                <c:v>2.162246891846766E-06</c:v>
              </c:pt>
              <c:pt idx="120">
                <c:v>2.0506977118641743E-06</c:v>
              </c:pt>
              <c:pt idx="121">
                <c:v>1.923326005363732E-06</c:v>
              </c:pt>
              <c:pt idx="122">
                <c:v>1.7834267108939176E-06</c:v>
              </c:pt>
              <c:pt idx="123">
                <c:v>1.6374599597918307E-06</c:v>
              </c:pt>
              <c:pt idx="124">
                <c:v>1.4921761068078672E-06</c:v>
              </c:pt>
              <c:pt idx="125">
                <c:v>1.3537735313313562E-06</c:v>
              </c:pt>
              <c:pt idx="126">
                <c:v>1.2267714168345059E-06</c:v>
              </c:pt>
              <c:pt idx="127">
                <c:v>1.1164816190665632E-06</c:v>
              </c:pt>
              <c:pt idx="128">
                <c:v>1.0265498066094869E-06</c:v>
              </c:pt>
              <c:pt idx="129">
                <c:v>9.575516048675093E-07</c:v>
              </c:pt>
              <c:pt idx="130">
                <c:v>9.090090345925323E-07</c:v>
              </c:pt>
              <c:pt idx="131">
                <c:v>8.79165574460296E-07</c:v>
              </c:pt>
              <c:pt idx="132">
                <c:v>8.648827924848371E-07</c:v>
              </c:pt>
              <c:pt idx="133">
                <c:v>8.612196973624803E-07</c:v>
              </c:pt>
              <c:pt idx="134">
                <c:v>8.62514792620711E-07</c:v>
              </c:pt>
              <c:pt idx="135">
                <c:v>8.635824153772155E-07</c:v>
              </c:pt>
              <c:pt idx="136">
                <c:v>8.570424974289427E-07</c:v>
              </c:pt>
              <c:pt idx="137">
                <c:v>8.390298562118096E-07</c:v>
              </c:pt>
              <c:pt idx="138">
                <c:v>8.064649177289669E-07</c:v>
              </c:pt>
              <c:pt idx="139">
                <c:v>7.561004194612057E-07</c:v>
              </c:pt>
              <c:pt idx="140">
                <c:v>6.873643107425675E-07</c:v>
              </c:pt>
              <c:pt idx="141">
                <c:v>6.010291934115335E-07</c:v>
              </c:pt>
              <c:pt idx="142">
                <c:v>5.003628271797206E-07</c:v>
              </c:pt>
              <c:pt idx="143">
                <c:v>3.893375447939421E-07</c:v>
              </c:pt>
              <c:pt idx="144">
                <c:v>2.720098166228371E-07</c:v>
              </c:pt>
              <c:pt idx="145">
                <c:v>1.5517312395165314E-07</c:v>
              </c:pt>
              <c:pt idx="146">
                <c:v>4.369231540625858E-08</c:v>
              </c:pt>
              <c:pt idx="147">
                <c:v>-5.7267041283032535E-08</c:v>
              </c:pt>
              <c:pt idx="148">
                <c:v>-1.4212841386561794E-07</c:v>
              </c:pt>
              <c:pt idx="149">
                <c:v>-2.0865881943584728E-07</c:v>
              </c:pt>
              <c:pt idx="150">
                <c:v>-2.559123622978996E-07</c:v>
              </c:pt>
              <c:pt idx="151">
                <c:v>-2.837386230174672E-07</c:v>
              </c:pt>
              <c:pt idx="152">
                <c:v>-2.9364047972265396E-07</c:v>
              </c:pt>
              <c:pt idx="153">
                <c:v>-2.895368445243982E-07</c:v>
              </c:pt>
              <c:pt idx="154">
                <c:v>-2.76010106303699E-07</c:v>
              </c:pt>
              <c:pt idx="155">
                <c:v>-2.582655496944127E-07</c:v>
              </c:pt>
              <c:pt idx="156">
                <c:v>-2.422484180184869E-07</c:v>
              </c:pt>
              <c:pt idx="157">
                <c:v>-2.3349807526169797E-07</c:v>
              </c:pt>
              <c:pt idx="158">
                <c:v>-2.355918245580632E-07</c:v>
              </c:pt>
              <c:pt idx="159">
                <c:v>-2.517505978309191E-07</c:v>
              </c:pt>
              <c:pt idx="160">
                <c:v>-2.8412598070677336E-07</c:v>
              </c:pt>
              <c:pt idx="161">
                <c:v>-3.3179608942850046E-07</c:v>
              </c:pt>
              <c:pt idx="162">
                <c:v>-3.9111505475164214E-07</c:v>
              </c:pt>
              <c:pt idx="163">
                <c:v>-4.5900925900507674E-07</c:v>
              </c:pt>
              <c:pt idx="164">
                <c:v>-5.278215923136304E-07</c:v>
              </c:pt>
              <c:pt idx="165">
                <c:v>-5.910290520827207E-07</c:v>
              </c:pt>
              <c:pt idx="166">
                <c:v>-6.415894161752124E-07</c:v>
              </c:pt>
              <c:pt idx="167">
                <c:v>-6.726589539260334E-07</c:v>
              </c:pt>
              <c:pt idx="168">
                <c:v>-6.779547404830492E-07</c:v>
              </c:pt>
              <c:pt idx="169">
                <c:v>-6.525773583952243E-07</c:v>
              </c:pt>
              <c:pt idx="170">
                <c:v>-5.965263802729628E-07</c:v>
              </c:pt>
              <c:pt idx="171">
                <c:v>-5.118713056754391E-07</c:v>
              </c:pt>
              <c:pt idx="172">
                <c:v>-4.0092173656264303E-07</c:v>
              </c:pt>
              <c:pt idx="173">
                <c:v>-2.7294923912089316E-07</c:v>
              </c:pt>
              <c:pt idx="174">
                <c:v>-1.3766113356922524E-07</c:v>
              </c:pt>
              <c:pt idx="175">
                <c:v>-7.342945058329981E-09</c:v>
              </c:pt>
              <c:pt idx="176">
                <c:v>1.0479588765389537E-07</c:v>
              </c:pt>
              <c:pt idx="177">
                <c:v>1.8322997389247554E-07</c:v>
              </c:pt>
              <c:pt idx="178">
                <c:v>2.1723161919289846E-07</c:v>
              </c:pt>
              <c:pt idx="179">
                <c:v>1.9849799746680967E-07</c:v>
              </c:pt>
              <c:pt idx="180">
                <c:v>1.2033972670887527E-07</c:v>
              </c:pt>
              <c:pt idx="181">
                <c:v>-2.2485155780729086E-08</c:v>
              </c:pt>
              <c:pt idx="182">
                <c:v>-2.205322558568872E-07</c:v>
              </c:pt>
              <c:pt idx="183">
                <c:v>-4.6210090349955376E-07</c:v>
              </c:pt>
              <c:pt idx="184">
                <c:v>-7.280958539539559E-07</c:v>
              </c:pt>
              <c:pt idx="185">
                <c:v>-9.93001590005556E-07</c:v>
              </c:pt>
              <c:pt idx="186">
                <c:v>-1.221599034940523E-06</c:v>
              </c:pt>
              <c:pt idx="187">
                <c:v>-1.379498697886807E-06</c:v>
              </c:pt>
              <c:pt idx="188">
                <c:v>-1.424539848156881E-06</c:v>
              </c:pt>
              <c:pt idx="189">
                <c:v>-1.2936445033937521E-06</c:v>
              </c:pt>
              <c:pt idx="190">
                <c:v>-9.545808960687173E-07</c:v>
              </c:pt>
              <c:pt idx="191">
                <c:v>-3.5655167044748806E-07</c:v>
              </c:pt>
              <c:pt idx="192">
                <c:v>5.358632992311316E-07</c:v>
              </c:pt>
              <c:pt idx="193">
                <c:v>1.8152238065563373E-06</c:v>
              </c:pt>
              <c:pt idx="194">
                <c:v>3.462318943367829E-06</c:v>
              </c:pt>
              <c:pt idx="195">
                <c:v>5.5018021861176195E-06</c:v>
              </c:pt>
              <c:pt idx="196">
                <c:v>7.989879498424395E-06</c:v>
              </c:pt>
              <c:pt idx="197">
                <c:v>1.090742303473973E-05</c:v>
              </c:pt>
              <c:pt idx="198">
                <c:v>1.4261647692064406E-05</c:v>
              </c:pt>
              <c:pt idx="199">
                <c:v>1.800526953226643E-05</c:v>
              </c:pt>
              <c:pt idx="200">
                <c:v>2.214755714519742E-05</c:v>
              </c:pt>
            </c:numLit>
          </c:yVal>
        </c:ser>
        <c:ser>
          <c:idx val="2"/>
          <c:order val="2"/>
          <c:tx>
            <c:v>Blunt ζ = 9</c:v>
          </c:tx>
          <c:spPr>
            <a:ln xmlns:a="http://schemas.openxmlformats.org/drawingml/2006/main" w="22860">
              <a:solidFill>
                <a:srgbClr val="D57A19"/>
              </a:solidFill>
              <a:prstDash val="solid"/>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6.085419799171146E-05</c:v>
              </c:pt>
              <c:pt idx="1">
                <c:v>7.312354417400548E-05</c:v>
              </c:pt>
              <c:pt idx="2">
                <c:v>8.622817544811822E-05</c:v>
              </c:pt>
              <c:pt idx="3">
                <c:v>0.0001000066427051332</c:v>
              </c:pt>
              <c:pt idx="4">
                <c:v>0.00011430153852521353</c:v>
              </c:pt>
              <c:pt idx="5">
                <c:v>0.00012884711198973898</c:v>
              </c:pt>
              <c:pt idx="6">
                <c:v>0.0001435888054686068</c:v>
              </c:pt>
              <c:pt idx="7">
                <c:v>0.00015835754751320806</c:v>
              </c:pt>
              <c:pt idx="8">
                <c:v>0.0001728621746084308</c:v>
              </c:pt>
              <c:pt idx="9">
                <c:v>0.0001868636713830524</c:v>
              </c:pt>
              <c:pt idx="10">
                <c:v>0.00020003199307396647</c:v>
              </c:pt>
              <c:pt idx="11">
                <c:v>0.0002122164189767989</c:v>
              </c:pt>
              <c:pt idx="12">
                <c:v>0.00022325125503287394</c:v>
              </c:pt>
              <c:pt idx="13">
                <c:v>0.00023295040098768958</c:v>
              </c:pt>
              <c:pt idx="14">
                <c:v>0.00024119924704376296</c:v>
              </c:pt>
              <c:pt idx="15">
                <c:v>0.00024795093877286856</c:v>
              </c:pt>
              <c:pt idx="16">
                <c:v>0.00025312384393578845</c:v>
              </c:pt>
              <c:pt idx="17">
                <c:v>0.0002567175766155582</c:v>
              </c:pt>
              <c:pt idx="18">
                <c:v>0.0002589777284303455</c:v>
              </c:pt>
              <c:pt idx="19">
                <c:v>0.000260177855348702</c:v>
              </c:pt>
              <c:pt idx="20">
                <c:v>0.00026052891324395685</c:v>
              </c:pt>
              <c:pt idx="21">
                <c:v>0.00026009432579660974</c:v>
              </c:pt>
              <c:pt idx="22">
                <c:v>0.00025886897762960644</c:v>
              </c:pt>
              <c:pt idx="23">
                <c:v>0.0002569735750433354</c:v>
              </c:pt>
              <c:pt idx="24">
                <c:v>0.00025440573238408965</c:v>
              </c:pt>
              <c:pt idx="25">
                <c:v>0.00025124082352072623</c:v>
              </c:pt>
              <c:pt idx="26">
                <c:v>0.00024756477826032714</c:v>
              </c:pt>
              <c:pt idx="27">
                <c:v>0.00024360829409554447</c:v>
              </c:pt>
              <c:pt idx="28">
                <c:v>0.00023947063963141322</c:v>
              </c:pt>
              <c:pt idx="29">
                <c:v>0.00023533604384692614</c:v>
              </c:pt>
              <c:pt idx="30">
                <c:v>0.00023125589875630802</c:v>
              </c:pt>
              <c:pt idx="31">
                <c:v>0.0002272143489417936</c:v>
              </c:pt>
              <c:pt idx="32">
                <c:v>0.00022297722808478653</c:v>
              </c:pt>
              <c:pt idx="33">
                <c:v>0.00021823819211429221</c:v>
              </c:pt>
              <c:pt idx="34">
                <c:v>0.00021323239184178528</c:v>
              </c:pt>
              <c:pt idx="35">
                <c:v>0.00020819259902152986</c:v>
              </c:pt>
              <c:pt idx="36">
                <c:v>0.00020305254966598325</c:v>
              </c:pt>
              <c:pt idx="37">
                <c:v>0.0001980158685560552</c:v>
              </c:pt>
              <c:pt idx="38">
                <c:v>0.00019304741519666436</c:v>
              </c:pt>
              <c:pt idx="39">
                <c:v>0.00018766604035003637</c:v>
              </c:pt>
              <c:pt idx="40">
                <c:v>0.00018130924439837374</c:v>
              </c:pt>
              <c:pt idx="41">
                <c:v>0.00017433791741965055</c:v>
              </c:pt>
              <c:pt idx="42">
                <c:v>0.00016733429728308608</c:v>
              </c:pt>
              <c:pt idx="43">
                <c:v>0.0001603670810869191</c:v>
              </c:pt>
              <c:pt idx="44">
                <c:v>0.00015330796183745467</c:v>
              </c:pt>
              <c:pt idx="45">
                <c:v>0.00014616373812099026</c:v>
              </c:pt>
              <c:pt idx="46">
                <c:v>0.000138674505415206</c:v>
              </c:pt>
              <c:pt idx="47">
                <c:v>0.00013072844626946126</c:v>
              </c:pt>
              <c:pt idx="48">
                <c:v>0.00012235440255264755</c:v>
              </c:pt>
              <c:pt idx="49">
                <c:v>0.00011378482935600788</c:v>
              </c:pt>
              <c:pt idx="50">
                <c:v>0.00010497426948934164</c:v>
              </c:pt>
              <c:pt idx="51">
                <c:v>9.591765134742765E-05</c:v>
              </c:pt>
              <c:pt idx="52">
                <c:v>8.658403010245618E-05</c:v>
              </c:pt>
              <c:pt idx="53">
                <c:v>7.738684806849269E-05</c:v>
              </c:pt>
              <c:pt idx="54">
                <c:v>6.841539213606913E-05</c:v>
              </c:pt>
              <c:pt idx="55">
                <c:v>5.952485895944848E-05</c:v>
              </c:pt>
              <c:pt idx="56">
                <c:v>5.079758329036184E-05</c:v>
              </c:pt>
              <c:pt idx="57">
                <c:v>4.236318737232497E-05</c:v>
              </c:pt>
              <c:pt idx="58">
                <c:v>3.434840841991938E-05</c:v>
              </c:pt>
              <c:pt idx="59">
                <c:v>2.6833826509566583E-05</c:v>
              </c:pt>
              <c:pt idx="60">
                <c:v>1.9923455905282228E-05</c:v>
              </c:pt>
              <c:pt idx="61">
                <c:v>1.3640703264289519E-05</c:v>
              </c:pt>
              <c:pt idx="62">
                <c:v>8.070024834385784E-06</c:v>
              </c:pt>
              <c:pt idx="63">
                <c:v>3.2095019118044367E-06</c:v>
              </c:pt>
              <c:pt idx="64">
                <c:v>-9.452811546823311E-07</c:v>
              </c:pt>
              <c:pt idx="65">
                <c:v>-4.405116353568914E-06</c:v>
              </c:pt>
              <c:pt idx="66">
                <c:v>-7.161727057120457E-06</c:v>
              </c:pt>
              <c:pt idx="67">
                <c:v>-9.232880146740982E-06</c:v>
              </c:pt>
              <c:pt idx="68">
                <c:v>-1.0660027413638453E-05</c:v>
              </c:pt>
              <c:pt idx="69">
                <c:v>-1.1525500871484457E-05</c:v>
              </c:pt>
              <c:pt idx="70">
                <c:v>-1.195414920293287E-05</c:v>
              </c:pt>
              <c:pt idx="71">
                <c:v>-1.2000645853247941E-05</c:v>
              </c:pt>
              <c:pt idx="72">
                <c:v>-1.1478251548943894E-05</c:v>
              </c:pt>
              <c:pt idx="73">
                <c:v>-1.0568928337095472E-05</c:v>
              </c:pt>
              <c:pt idx="74">
                <c:v>-9.728407573404255E-06</c:v>
              </c:pt>
              <c:pt idx="75">
                <c:v>-8.960108431431383E-06</c:v>
              </c:pt>
              <c:pt idx="76">
                <c:v>-7.986927369070373E-06</c:v>
              </c:pt>
              <c:pt idx="77">
                <c:v>-6.728685150523372E-06</c:v>
              </c:pt>
              <c:pt idx="78">
                <c:v>-5.297739247176674E-06</c:v>
              </c:pt>
              <c:pt idx="79">
                <c:v>-3.935914428733546E-06</c:v>
              </c:pt>
              <c:pt idx="80">
                <c:v>-2.6983317241813633E-06</c:v>
              </c:pt>
              <c:pt idx="81">
                <c:v>-1.552408780409705E-06</c:v>
              </c:pt>
              <c:pt idx="82">
                <c:v>-4.5710964264671603E-07</c:v>
              </c:pt>
              <c:pt idx="83">
                <c:v>6.048675942045772E-07</c:v>
              </c:pt>
              <c:pt idx="84">
                <c:v>1.607155246427488E-06</c:v>
              </c:pt>
              <c:pt idx="85">
                <c:v>2.545466737510318E-06</c:v>
              </c:pt>
              <c:pt idx="86">
                <c:v>3.416909550457954E-06</c:v>
              </c:pt>
              <c:pt idx="87">
                <c:v>4.224927832113557E-06</c:v>
              </c:pt>
              <c:pt idx="88">
                <c:v>4.972564755213372E-06</c:v>
              </c:pt>
              <c:pt idx="89">
                <c:v>5.663182464996398E-06</c:v>
              </c:pt>
              <c:pt idx="90">
                <c:v>6.2898501302678156E-06</c:v>
              </c:pt>
              <c:pt idx="91">
                <c:v>6.8436360581430394E-06</c:v>
              </c:pt>
              <c:pt idx="92">
                <c:v>7.319080088360349E-06</c:v>
              </c:pt>
              <c:pt idx="93">
                <c:v>7.710033029922871E-06</c:v>
              </c:pt>
              <c:pt idx="94">
                <c:v>8.010198160069726E-06</c:v>
              </c:pt>
              <c:pt idx="95">
                <c:v>8.208465918498696E-06</c:v>
              </c:pt>
              <c:pt idx="96">
                <c:v>8.30590983186453E-06</c:v>
              </c:pt>
              <c:pt idx="97">
                <c:v>8.306048594124397E-06</c:v>
              </c:pt>
              <c:pt idx="98">
                <c:v>8.212566177779272E-06</c:v>
              </c:pt>
              <c:pt idx="99">
                <c:v>8.043511949061178E-06</c:v>
              </c:pt>
              <c:pt idx="100">
                <c:v>7.819232989400306E-06</c:v>
              </c:pt>
              <c:pt idx="101">
                <c:v>7.565777462158728E-06</c:v>
              </c:pt>
              <c:pt idx="102">
                <c:v>7.300808720222264E-06</c:v>
              </c:pt>
              <c:pt idx="103">
                <c:v>7.0484076949628904E-06</c:v>
              </c:pt>
              <c:pt idx="104">
                <c:v>6.821892328358626E-06</c:v>
              </c:pt>
              <c:pt idx="105">
                <c:v>6.629310596339337E-06</c:v>
              </c:pt>
              <c:pt idx="106">
                <c:v>6.48033544557284E-06</c:v>
              </c:pt>
              <c:pt idx="107">
                <c:v>6.383324559909299E-06</c:v>
              </c:pt>
              <c:pt idx="108">
                <c:v>6.33624672756303E-06</c:v>
              </c:pt>
              <c:pt idx="109">
                <c:v>6.333723954626977E-06</c:v>
              </c:pt>
              <c:pt idx="110">
                <c:v>6.366361557436444E-06</c:v>
              </c:pt>
              <c:pt idx="111">
                <c:v>6.4233655720692155E-06</c:v>
              </c:pt>
              <c:pt idx="112">
                <c:v>6.486473018256022E-06</c:v>
              </c:pt>
              <c:pt idx="113">
                <c:v>6.541821053200059E-06</c:v>
              </c:pt>
              <c:pt idx="114">
                <c:v>6.573296151523628E-06</c:v>
              </c:pt>
              <c:pt idx="115">
                <c:v>6.5637372691017176E-06</c:v>
              </c:pt>
              <c:pt idx="116">
                <c:v>6.500914212027028E-06</c:v>
              </c:pt>
              <c:pt idx="117">
                <c:v>6.3783739396504995E-06</c:v>
              </c:pt>
              <c:pt idx="118">
                <c:v>6.193733640491522E-06</c:v>
              </c:pt>
              <c:pt idx="119">
                <c:v>5.9461789525786055E-06</c:v>
              </c:pt>
              <c:pt idx="120">
                <c:v>5.639418707626478E-06</c:v>
              </c:pt>
              <c:pt idx="121">
                <c:v>5.289146514750263E-06</c:v>
              </c:pt>
              <c:pt idx="122">
                <c:v>4.904423454958273E-06</c:v>
              </c:pt>
              <c:pt idx="123">
                <c:v>4.503014889427534E-06</c:v>
              </c:pt>
              <c:pt idx="124">
                <c:v>4.103484293721634E-06</c:v>
              </c:pt>
              <c:pt idx="125">
                <c:v>3.7228772111612293E-06</c:v>
              </c:pt>
              <c:pt idx="126">
                <c:v>3.373621396294891E-06</c:v>
              </c:pt>
              <c:pt idx="127">
                <c:v>3.0703244524330484E-06</c:v>
              </c:pt>
              <c:pt idx="128">
                <c:v>2.8230119681760885E-06</c:v>
              </c:pt>
              <c:pt idx="129">
                <c:v>2.6332669133856507E-06</c:v>
              </c:pt>
              <c:pt idx="130">
                <c:v>2.499774845129464E-06</c:v>
              </c:pt>
              <c:pt idx="131">
                <c:v>2.417705329765814E-06</c:v>
              </c:pt>
              <c:pt idx="132">
                <c:v>2.3784276793333016E-06</c:v>
              </c:pt>
              <c:pt idx="133">
                <c:v>2.368354167746821E-06</c:v>
              </c:pt>
              <c:pt idx="134">
                <c:v>2.371915679706955E-06</c:v>
              </c:pt>
              <c:pt idx="135">
                <c:v>2.3748516422873424E-06</c:v>
              </c:pt>
              <c:pt idx="136">
                <c:v>2.3568668679295924E-06</c:v>
              </c:pt>
              <c:pt idx="137">
                <c:v>2.307332104582476E-06</c:v>
              </c:pt>
              <c:pt idx="138">
                <c:v>2.2177785237546584E-06</c:v>
              </c:pt>
              <c:pt idx="139">
                <c:v>2.0792761535183155E-06</c:v>
              </c:pt>
              <c:pt idx="140">
                <c:v>1.8902518545420606E-06</c:v>
              </c:pt>
              <c:pt idx="141">
                <c:v>1.652830281881717E-06</c:v>
              </c:pt>
              <c:pt idx="142">
                <c:v>1.3759977747442315E-06</c:v>
              </c:pt>
              <c:pt idx="143">
                <c:v>1.0706782481833405E-06</c:v>
              </c:pt>
              <c:pt idx="144">
                <c:v>7.48026995712802E-07</c:v>
              </c:pt>
              <c:pt idx="145">
                <c:v>4.2672609086704613E-07</c:v>
              </c:pt>
              <c:pt idx="146">
                <c:v>1.2015386736721107E-07</c:v>
              </c:pt>
              <c:pt idx="147">
                <c:v>-1.5748436352833945E-07</c:v>
              </c:pt>
              <c:pt idx="148">
                <c:v>-3.908531381304493E-07</c:v>
              </c:pt>
              <c:pt idx="149">
                <c:v>-5.7381175344858E-07</c:v>
              </c:pt>
              <c:pt idx="150">
                <c:v>-7.037589963192238E-07</c:v>
              </c:pt>
              <c:pt idx="151">
                <c:v>-7.802812132980347E-07</c:v>
              </c:pt>
              <c:pt idx="152">
                <c:v>-8.075113192372984E-07</c:v>
              </c:pt>
              <c:pt idx="153">
                <c:v>-7.96226322442095E-07</c:v>
              </c:pt>
              <c:pt idx="154">
                <c:v>-7.590277923351723E-07</c:v>
              </c:pt>
              <c:pt idx="155">
                <c:v>-7.102302616596348E-07</c:v>
              </c:pt>
              <c:pt idx="156">
                <c:v>-6.661831495508389E-07</c:v>
              </c:pt>
              <c:pt idx="157">
                <c:v>-6.421197069696693E-07</c:v>
              </c:pt>
              <c:pt idx="158">
                <c:v>-6.478775175346737E-07</c:v>
              </c:pt>
              <c:pt idx="159">
                <c:v>-6.923141440350275E-07</c:v>
              </c:pt>
              <c:pt idx="160">
                <c:v>-7.813464469436266E-07</c:v>
              </c:pt>
              <c:pt idx="161">
                <c:v>-9.124392459283762E-07</c:v>
              </c:pt>
              <c:pt idx="162">
                <c:v>-1.0755664005670157E-06</c:v>
              </c:pt>
              <c:pt idx="163">
                <c:v>-1.262275462263961E-06</c:v>
              </c:pt>
              <c:pt idx="164">
                <c:v>-1.4515093788624834E-06</c:v>
              </c:pt>
              <c:pt idx="165">
                <c:v>-1.6253298932274818E-06</c:v>
              </c:pt>
              <c:pt idx="166">
                <c:v>-1.7643708944818341E-06</c:v>
              </c:pt>
              <c:pt idx="167">
                <c:v>-1.8498121232965916E-06</c:v>
              </c:pt>
              <c:pt idx="168">
                <c:v>-1.864375536328385E-06</c:v>
              </c:pt>
              <c:pt idx="169">
                <c:v>-1.7945877355868668E-06</c:v>
              </c:pt>
              <c:pt idx="170">
                <c:v>-1.6404475457506478E-06</c:v>
              </c:pt>
              <c:pt idx="171">
                <c:v>-1.4076460906074575E-06</c:v>
              </c:pt>
              <c:pt idx="172">
                <c:v>-1.1025347755472683E-06</c:v>
              </c:pt>
              <c:pt idx="173">
                <c:v>-7.506104075824561E-07</c:v>
              </c:pt>
              <c:pt idx="174">
                <c:v>-3.785681173153694E-07</c:v>
              </c:pt>
              <c:pt idx="175">
                <c:v>-2.0193098910407445E-08</c:v>
              </c:pt>
              <c:pt idx="176">
                <c:v>2.881886910482122E-07</c:v>
              </c:pt>
              <c:pt idx="177">
                <c:v>5.038824282043077E-07</c:v>
              </c:pt>
              <c:pt idx="178">
                <c:v>5.973869527804706E-07</c:v>
              </c:pt>
              <c:pt idx="179">
                <c:v>5.458694930337265E-07</c:v>
              </c:pt>
              <c:pt idx="180">
                <c:v>3.3093424844940695E-07</c:v>
              </c:pt>
              <c:pt idx="181">
                <c:v>-6.183417839700498E-08</c:v>
              </c:pt>
              <c:pt idx="182">
                <c:v>-6.064637036064397E-07</c:v>
              </c:pt>
              <c:pt idx="183">
                <c:v>-1.2707774846237727E-06</c:v>
              </c:pt>
              <c:pt idx="184">
                <c:v>-2.0022635983733782E-06</c:v>
              </c:pt>
              <c:pt idx="185">
                <c:v>-2.7307543725152788E-06</c:v>
              </c:pt>
              <c:pt idx="186">
                <c:v>-3.359397346086438E-06</c:v>
              </c:pt>
              <c:pt idx="187">
                <c:v>-3.793621419188719E-06</c:v>
              </c:pt>
              <c:pt idx="188">
                <c:v>-3.917484582431423E-06</c:v>
              </c:pt>
              <c:pt idx="189">
                <c:v>-3.557522384332818E-06</c:v>
              </c:pt>
              <c:pt idx="190">
                <c:v>-2.6250974641889724E-06</c:v>
              </c:pt>
              <c:pt idx="191">
                <c:v>-9.805170937305922E-07</c:v>
              </c:pt>
              <c:pt idx="192">
                <c:v>1.4736240728856117E-06</c:v>
              </c:pt>
              <c:pt idx="193">
                <c:v>4.9918654680299275E-06</c:v>
              </c:pt>
              <c:pt idx="194">
                <c:v>9.521377094261528E-06</c:v>
              </c:pt>
              <c:pt idx="195">
                <c:v>1.5129956011823452E-05</c:v>
              </c:pt>
              <c:pt idx="196">
                <c:v>2.1972168620667087E-05</c:v>
              </c:pt>
              <c:pt idx="197">
                <c:v>2.9995413345534253E-05</c:v>
              </c:pt>
              <c:pt idx="198">
                <c:v>3.921953115317711E-05</c:v>
              </c:pt>
              <c:pt idx="199">
                <c:v>4.951449121373269E-05</c:v>
              </c:pt>
              <c:pt idx="200">
                <c:v>6.09057821492929E-05</c:v>
              </c:pt>
            </c:numLit>
          </c:yVal>
        </c:ser>
        <c:ser>
          <c:idx val="3"/>
          <c:order val="3"/>
          <c:tx>
            <c:v>Womersley</c:v>
          </c:tx>
          <c:spPr>
            <a:ln xmlns:a="http://schemas.openxmlformats.org/drawingml/2006/main" w="22860">
              <a:solidFill>
                <a:srgbClr val="38816B"/>
              </a:solidFill>
              <a:prstDash val="solid"/>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0.00018461195068262325</c:v>
              </c:pt>
              <c:pt idx="1">
                <c:v>0.00021251357044942292</c:v>
              </c:pt>
              <c:pt idx="2">
                <c:v>0.0002404182675030555</c:v>
              </c:pt>
              <c:pt idx="3">
                <c:v>0.0002677667852401581</c:v>
              </c:pt>
              <c:pt idx="4">
                <c:v>0.00029397965560204166</c:v>
              </c:pt>
              <c:pt idx="5">
                <c:v>0.000318475731236107</c:v>
              </c:pt>
              <c:pt idx="6">
                <c:v>0.00034069330373876747</c:v>
              </c:pt>
              <c:pt idx="7">
                <c:v>0.00036011289796545747</c:v>
              </c:pt>
              <c:pt idx="8">
                <c:v>0.0003762804733909638</c:v>
              </c:pt>
              <c:pt idx="9">
                <c:v>0.0003888294908166328</c:v>
              </c:pt>
              <c:pt idx="10">
                <c:v>0.000397500161950352</c:v>
              </c:pt>
              <c:pt idx="11">
                <c:v>0.00040215422289764847</c:v>
              </c:pt>
              <c:pt idx="12">
                <c:v>0.0004027837745032998</c:v>
              </c:pt>
              <c:pt idx="13">
                <c:v>0.0003995131057563945</c:v>
              </c:pt>
              <c:pt idx="14">
                <c:v>0.00039259293273844696</c:v>
              </c:pt>
              <c:pt idx="15">
                <c:v>0.0003823870975983628</c:v>
              </c:pt>
              <c:pt idx="16">
                <c:v>0.0003693524186221181</c:v>
              </c:pt>
              <c:pt idx="17">
                <c:v>0.00035401299546102786</c:v>
              </c:pt>
              <c:pt idx="18">
                <c:v>0.00033693078579204817</c:v>
              </c:pt>
              <c:pt idx="19">
                <c:v>0.0003186746229604337</c:v>
              </c:pt>
              <c:pt idx="20">
                <c:v>0.0002997899965756784</c:v>
              </c:pt>
              <c:pt idx="21">
                <c:v>0.00028077184923589284</c:v>
              </c:pt>
              <c:pt idx="22">
                <c:v>0.00026204235656703006</c:v>
              </c:pt>
              <c:pt idx="23">
                <c:v>0.00024393518289414593</c:v>
              </c:pt>
              <c:pt idx="24">
                <c:v>0.00022668709069336877</c:v>
              </c:pt>
              <c:pt idx="25">
                <c:v>0.0002104370937447085</c:v>
              </c:pt>
              <c:pt idx="26">
                <c:v>0.00019523265499416458</c:v>
              </c:pt>
              <c:pt idx="27">
                <c:v>0.00018104181353442885</c:v>
              </c:pt>
              <c:pt idx="28">
                <c:v>0.000167769644966395</c:v>
              </c:pt>
              <c:pt idx="29">
                <c:v>0.00015527716360243333</c:v>
              </c:pt>
              <c:pt idx="30">
                <c:v>0.0001434006897539557</c:v>
              </c:pt>
              <c:pt idx="31">
                <c:v>0.00013196983252058357</c:v>
              </c:pt>
              <c:pt idx="32">
                <c:v>0.00012082255563080985</c:v>
              </c:pt>
              <c:pt idx="33">
                <c:v>0.00010981625738390726</c:v>
              </c:pt>
              <c:pt idx="34">
                <c:v>9.883434644983896E-05</c:v>
              </c:pt>
              <c:pt idx="35">
                <c:v>8.778836583308208E-05</c:v>
              </c:pt>
              <c:pt idx="36">
                <c:v>7.661624034410748E-05</c:v>
              </c:pt>
              <c:pt idx="37">
                <c:v>6.52776391470769E-05</c:v>
              </c:pt>
              <c:pt idx="38">
                <c:v>5.3747709999250966E-05</c:v>
              </c:pt>
              <c:pt idx="39">
                <c:v>4.2010531136699475E-05</c:v>
              </c:pt>
              <c:pt idx="40">
                <c:v>3.0053538051476195E-05</c:v>
              </c:pt>
              <c:pt idx="41">
                <c:v>1.7863935069987835E-05</c:v>
              </c:pt>
              <c:pt idx="42">
                <c:v>5.427733784109189E-06</c:v>
              </c:pt>
              <c:pt idx="43">
                <c:v>-7.268376504053342E-06</c:v>
              </c:pt>
              <c:pt idx="44">
                <c:v>-2.0232568989273122E-05</c:v>
              </c:pt>
              <c:pt idx="45">
                <c:v>-3.3461474334283396E-05</c:v>
              </c:pt>
              <c:pt idx="46">
                <c:v>-4.6932780099022764E-05</c:v>
              </c:pt>
              <c:pt idx="47">
                <c:v>-6.059795822938104E-05</c:v>
              </c:pt>
              <c:pt idx="48">
                <c:v>-7.437626824627424E-05</c:v>
              </c:pt>
              <c:pt idx="49">
                <c:v>-8.815105898114911E-05</c:v>
              </c:pt>
              <c:pt idx="50">
                <c:v>-0.00010176913749220719</c:v>
              </c:pt>
              <c:pt idx="51">
                <c:v>-0.00011504362485911726</c:v>
              </c:pt>
              <c:pt idx="52">
                <c:v>-0.00012776031996979286</c:v>
              </c:pt>
              <c:pt idx="53">
                <c:v>-0.00013968719364976343</c:v>
              </c:pt>
              <c:pt idx="54">
                <c:v>-0.00015058628411480194</c:v>
              </c:pt>
              <c:pt idx="55">
                <c:v>-0.00016022700064701395</c:v>
              </c:pt>
              <c:pt idx="56">
                <c:v>-0.00016839969327292796</c:v>
              </c:pt>
              <c:pt idx="57">
                <c:v>-0.0001749283246957976</c:v>
              </c:pt>
              <c:pt idx="58">
                <c:v>-0.00017968118363103207</c:v>
              </c:pt>
              <c:pt idx="59">
                <c:v>-0.00018257878828225273</c:v>
              </c:pt>
              <c:pt idx="60">
                <c:v>-0.00018359841570271602</c:v>
              </c:pt>
              <c:pt idx="61">
                <c:v>-0.00018277502069959182</c:v>
              </c:pt>
              <c:pt idx="62">
                <c:v>-0.00018019863796381436</c:v>
              </c:pt>
              <c:pt idx="63">
                <c:v>-0.0001760086571112764</c:v>
              </c:pt>
              <c:pt idx="64">
                <c:v>-0.0001703855930946818</c:v>
              </c:pt>
              <c:pt idx="65">
                <c:v>-0.00016354112479124576</c:v>
              </c:pt>
              <c:pt idx="66">
                <c:v>-0.00015570723485910744</c:v>
              </c:pt>
              <c:pt idx="67">
                <c:v>-0.00014712525804877626</c:v>
              </c:pt>
              <c:pt idx="68">
                <c:v>-0.00013803554682840903</c:v>
              </c:pt>
              <c:pt idx="69">
                <c:v>-0.0001286683133359482</c:v>
              </c:pt>
              <c:pt idx="70">
                <c:v>-0.00011923602983475787</c:v>
              </c:pt>
              <c:pt idx="71">
                <c:v>-0.00010992759048272137</c:v>
              </c:pt>
              <c:pt idx="72">
                <c:v>-0.00010090427637829226</c:v>
              </c:pt>
              <c:pt idx="73">
                <c:v>-9.229743862068516E-05</c:v>
              </c:pt>
              <c:pt idx="74">
                <c:v>-8.420772823601572E-05</c:v>
              </c:pt>
              <c:pt idx="75">
                <c:v>-7.67056574342453E-05</c:v>
              </c:pt>
              <c:pt idx="76">
                <c:v>-6.983326736184323E-05</c:v>
              </c:pt>
              <c:pt idx="77">
                <c:v>-6.360669226611958E-05</c:v>
              </c:pt>
              <c:pt idx="78">
                <c:v>-5.801943565003443E-05</c:v>
              </c:pt>
              <c:pt idx="79">
                <c:v>-5.304619799512614E-05</c:v>
              </c:pt>
              <c:pt idx="80">
                <c:v>-4.8647108321155414E-05</c:v>
              </c:pt>
              <c:pt idx="81">
                <c:v>-4.4772208220894016E-05</c:v>
              </c:pt>
              <c:pt idx="82">
                <c:v>-4.136601744553279E-05</c:v>
              </c:pt>
              <c:pt idx="83">
                <c:v>-3.837198015861786E-05</c:v>
              </c:pt>
              <c:pt idx="84">
                <c:v>-3.573656010276903E-05</c:v>
              </c:pt>
              <c:pt idx="85">
                <c:v>-3.341273260978956E-05</c:v>
              </c:pt>
              <c:pt idx="86">
                <c:v>-3.136262276518907E-05</c:v>
              </c:pt>
              <c:pt idx="87">
                <c:v>-2.955907056768496E-05</c:v>
              </c:pt>
              <c:pt idx="88">
                <c:v>-2.7985969443486944E-05</c:v>
              </c:pt>
              <c:pt idx="89">
                <c:v>-2.6637322008920666E-05</c:v>
              </c:pt>
              <c:pt idx="90">
                <c:v>-2.551507848600842E-05</c:v>
              </c:pt>
              <c:pt idx="91">
                <c:v>-2.4625955340042208E-05</c:v>
              </c:pt>
              <c:pt idx="92">
                <c:v>-2.3977557621348138E-05</c:v>
              </c:pt>
              <c:pt idx="93">
                <c:v>-2.357423006503646E-05</c:v>
              </c:pt>
              <c:pt idx="94">
                <c:v>-2.3413122687897115E-05</c:v>
              </c:pt>
              <c:pt idx="95">
                <c:v>-2.3480964075629057E-05</c:v>
              </c:pt>
              <c:pt idx="96">
                <c:v>-2.375198379646253E-05</c:v>
              </c:pt>
              <c:pt idx="97">
                <c:v>-2.41873161242214E-05</c:v>
              </c:pt>
              <c:pt idx="98">
                <c:v>-2.473606017917779E-05</c:v>
              </c:pt>
              <c:pt idx="99">
                <c:v>-2.5337983451960596E-05</c:v>
              </c:pt>
              <c:pt idx="100">
                <c:v>-2.5927658362453266E-05</c:v>
              </c:pt>
              <c:pt idx="101">
                <c:v>-2.6439639321647687E-05</c:v>
              </c:pt>
              <c:pt idx="102">
                <c:v>-2.681414422604154E-05</c:v>
              </c:pt>
              <c:pt idx="103">
                <c:v>-2.7002618966911735E-05</c:v>
              </c:pt>
              <c:pt idx="104">
                <c:v>-2.697254921292127E-05</c:v>
              </c:pt>
              <c:pt idx="105">
                <c:v>-2.6710944637721273E-05</c:v>
              </c:pt>
              <c:pt idx="106">
                <c:v>-2.622605172158332E-05</c:v>
              </c:pt>
              <c:pt idx="107">
                <c:v>-2.5547038115413614E-05</c:v>
              </c:pt>
              <c:pt idx="108">
                <c:v>-2.4721612883469503E-05</c:v>
              </c:pt>
              <c:pt idx="109">
                <c:v>-2.381177666149589E-05</c:v>
              </c:pt>
              <c:pt idx="110">
                <c:v>-2.2888106449536345E-05</c:v>
              </c:pt>
              <c:pt idx="111">
                <c:v>-2.202314610946141E-05</c:v>
              </c:pt>
              <c:pt idx="112">
                <c:v>-2.128457572280981E-05</c:v>
              </c:pt>
              <c:pt idx="113">
                <c:v>-2.072885873760266E-05</c:v>
              </c:pt>
              <c:pt idx="114">
                <c:v>-2.0396012624144855E-05</c:v>
              </c:pt>
              <c:pt idx="115">
                <c:v>-2.0306023542202006E-05</c:v>
              </c:pt>
              <c:pt idx="116">
                <c:v>-2.045724392091111E-05</c:v>
              </c:pt>
              <c:pt idx="117">
                <c:v>-2.08268960494314E-05</c:v>
              </c:pt>
              <c:pt idx="118">
                <c:v>-2.1373580595940506E-05</c:v>
              </c:pt>
              <c:pt idx="119">
                <c:v>-2.2041482560021704E-05</c:v>
              </c:pt>
              <c:pt idx="120">
                <c:v>-2.2765801696296937E-05</c:v>
              </c:pt>
              <c:pt idx="121">
                <c:v>-2.3478827323399527E-05</c:v>
              </c:pt>
              <c:pt idx="122">
                <c:v>-2.411603829740447E-05</c:v>
              </c:pt>
              <c:pt idx="123">
                <c:v>-2.462163878146161E-05</c:v>
              </c:pt>
              <c:pt idx="124">
                <c:v>-2.495303190780845E-05</c:v>
              </c:pt>
              <c:pt idx="125">
                <c:v>-2.5083872115351097E-05</c:v>
              </c:pt>
              <c:pt idx="126">
                <c:v>-2.5005503677747946E-05</c:v>
              </c:pt>
              <c:pt idx="127">
                <c:v>-2.4726766496661247E-05</c:v>
              </c:pt>
              <c:pt idx="128">
                <c:v>-2.4272310240545284E-05</c:v>
              </c:pt>
              <c:pt idx="129">
                <c:v>-2.3679687406156138E-05</c:v>
              </c:pt>
              <c:pt idx="130">
                <c:v>-2.29955833018324E-05</c:v>
              </c:pt>
              <c:pt idx="131">
                <c:v>-2.22715812053841E-05</c:v>
              </c:pt>
              <c:pt idx="132">
                <c:v>-2.155985551239143E-05</c:v>
              </c:pt>
              <c:pt idx="133">
                <c:v>-2.090914176052275E-05</c:v>
              </c:pt>
              <c:pt idx="134">
                <c:v>-2.036126129092873E-05</c:v>
              </c:pt>
              <c:pt idx="135">
                <c:v>-1.9948393287281772E-05</c:v>
              </c:pt>
              <c:pt idx="136">
                <c:v>-1.9691201079145215E-05</c:v>
              </c:pt>
              <c:pt idx="137">
                <c:v>-1.959784372298694E-05</c:v>
              </c:pt>
              <c:pt idx="138">
                <c:v>-1.966384506503564E-05</c:v>
              </c:pt>
              <c:pt idx="139">
                <c:v>-1.9872753362820053E-05</c:v>
              </c:pt>
              <c:pt idx="140">
                <c:v>-2.0197503345574043E-05</c:v>
              </c:pt>
              <c:pt idx="141">
                <c:v>-2.0602384088954405E-05</c:v>
              </c:pt>
              <c:pt idx="142">
                <c:v>-2.104551302607931E-05</c:v>
              </c:pt>
              <c:pt idx="143">
                <c:v>-2.148171138544012E-05</c:v>
              </c:pt>
              <c:pt idx="144">
                <c:v>-2.186566352885651E-05</c:v>
              </c:pt>
              <c:pt idx="145">
                <c:v>-2.2155219349420104E-05</c:v>
              </c:pt>
              <c:pt idx="146">
                <c:v>-2.231466633585886E-05</c:v>
              </c:pt>
              <c:pt idx="147">
                <c:v>-2.2317761420239864E-05</c:v>
              </c:pt>
              <c:pt idx="148">
                <c:v>-2.2150280908022608E-05</c:v>
              </c:pt>
              <c:pt idx="149">
                <c:v>-2.181183007739153E-05</c:v>
              </c:pt>
              <c:pt idx="150">
                <c:v>-2.1316662707204895E-05</c:v>
              </c:pt>
              <c:pt idx="151">
                <c:v>-2.069330280784586E-05</c:v>
              </c:pt>
              <c:pt idx="152">
                <c:v>-1.9982839845739675E-05</c:v>
              </c:pt>
              <c:pt idx="153">
                <c:v>-1.923588269728641E-05</c:v>
              </c:pt>
              <c:pt idx="154">
                <c:v>-1.8508298038592212E-05</c:v>
              </c:pt>
              <c:pt idx="155">
                <c:v>-1.7856011549892102E-05</c:v>
              </c:pt>
              <c:pt idx="156">
                <c:v>-1.7329296378806828E-05</c:v>
              </c:pt>
              <c:pt idx="157">
                <c:v>-1.6967091790169167E-05</c:v>
              </c:pt>
              <c:pt idx="158">
                <c:v>-1.6791965606994546E-05</c:v>
              </c:pt>
              <c:pt idx="159">
                <c:v>-1.6806340548134436E-05</c:v>
              </c:pt>
              <c:pt idx="160">
                <c:v>-1.699053722166905E-05</c:v>
              </c:pt>
              <c:pt idx="161">
                <c:v>-1.7303044493253344E-05</c:v>
              </c:pt>
              <c:pt idx="162">
                <c:v>-1.7683220240545256E-05</c:v>
              </c:pt>
              <c:pt idx="163">
                <c:v>-1.805637075350276E-05</c:v>
              </c:pt>
              <c:pt idx="164">
                <c:v>-1.8340881828056374E-05</c:v>
              </c:pt>
              <c:pt idx="165">
                <c:v>-1.8456810592625788E-05</c:v>
              </c:pt>
              <c:pt idx="166">
                <c:v>-1.8335127268998217E-05</c:v>
              </c:pt>
              <c:pt idx="167">
                <c:v>-1.7926650448459675E-05</c:v>
              </c:pt>
              <c:pt idx="168">
                <c:v>-1.7209671089520134E-05</c:v>
              </c:pt>
              <c:pt idx="169">
                <c:v>-1.6195321913327402E-05</c:v>
              </c:pt>
              <c:pt idx="170">
                <c:v>-1.4929920129296241E-05</c:v>
              </c:pt>
              <c:pt idx="171">
                <c:v>-1.3493779073438316E-05</c:v>
              </c:pt>
              <c:pt idx="172">
                <c:v>-1.1996322683728101E-05</c:v>
              </c:pt>
              <c:pt idx="173">
                <c:v>-1.0567710430075652E-05</c:v>
              </c:pt>
              <c:pt idx="174">
                <c:v>-9.347548402514591E-06</c:v>
              </c:pt>
              <c:pt idx="175">
                <c:v>-8.471583052607125E-06</c:v>
              </c:pt>
              <c:pt idx="176">
                <c:v>-8.057510303113174E-06</c:v>
              </c:pt>
              <c:pt idx="177">
                <c:v>-8.191156244553172E-06</c:v>
              </c:pt>
              <c:pt idx="178">
                <c:v>-8.914281079824495E-06</c:v>
              </c:pt>
              <c:pt idx="179">
                <c:v>-1.0215124924353302E-05</c:v>
              </c:pt>
              <c:pt idx="180">
                <c:v>-1.2022567230333099E-05</c:v>
              </c:pt>
              <c:pt idx="181">
                <c:v>-1.420443913379918E-05</c:v>
              </c:pt>
              <c:pt idx="182">
                <c:v>-1.6570148068399896E-05</c:v>
              </c:pt>
              <c:pt idx="183">
                <c:v>-1.88773899151421E-05</c:v>
              </c:pt>
              <c:pt idx="184">
                <c:v>-2.0842378870367026E-05</c:v>
              </c:pt>
              <c:pt idx="185">
                <c:v>-2.215275649912494E-05</c:v>
              </c:pt>
              <c:pt idx="186">
                <c:v>-2.248217603557691E-05</c:v>
              </c:pt>
              <c:pt idx="187">
                <c:v>-2.1505509043421945E-05</c:v>
              </c:pt>
              <c:pt idx="188">
                <c:v>-1.8913686910226172E-05</c:v>
              </c:pt>
              <c:pt idx="189">
                <c:v>-1.4427352430513381E-05</c:v>
              </c:pt>
              <c:pt idx="190">
                <c:v>-7.808727850167288E-06</c:v>
              </c:pt>
              <c:pt idx="191">
                <c:v>1.128631868892174E-06</c:v>
              </c:pt>
              <c:pt idx="192">
                <c:v>1.2512277896498744E-05</c:v>
              </c:pt>
              <c:pt idx="193">
                <c:v>2.6405367145656124E-05</c:v>
              </c:pt>
              <c:pt idx="194">
                <c:v>4.280295632881387E-05</c:v>
              </c:pt>
              <c:pt idx="195">
                <c:v>6.162977898904877E-05</c:v>
              </c:pt>
              <c:pt idx="196">
                <c:v>8.273924006001236E-05</c:v>
              </c:pt>
              <c:pt idx="197">
                <c:v>0.00010591348603820023</c:v>
              </c:pt>
              <c:pt idx="198">
                <c:v>0.0001308645830922208</c:v>
              </c:pt>
              <c:pt idx="199">
                <c:v>0.00015723702430625705</c:v>
              </c:pt>
              <c:pt idx="200">
                <c:v>0.00018461195068263008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005"/>
          <c:min val="-0.0002"/>
        </c:scaling>
        <c:delete val="0"/>
        <c:axPos val="l"/>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Signed f (m³/s²)</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E+00"/>
        <c:majorTickMark val="none"/>
        <c:minorTickMark val="none"/>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50112"/>
        <c:crossesAt val="-0.0002"/>
        <c:majorUnit val="0.0001"/>
      </c:valAx>
      <c:valAx>
        <c:axId val="48650112"/>
        <c:scaling>
          <c:orientation val="minMax"/>
          <c:max val="1"/>
          <c:min val="0"/>
        </c:scaling>
        <c:delete val="0"/>
        <c:axPos val="b"/>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Cycle fraction</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tickLblPos val="low"/>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line"/>
        <c:varyColors val="0"/>
        <c:ser>
          <c:idx val="0"/>
          <c:order val="0"/>
          <c:tx>
            <c:v>0.30 mm probes</c:v>
          </c:tx>
          <c:spPr>
            <a:ln xmlns:a="http://schemas.openxmlformats.org/drawingml/2006/main" w="28575">
              <a:solidFill>
                <a:srgbClr val="2166A8"/>
              </a:solidFill>
              <a:prstDash val="solid"/>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0.0001685012919752</c:v>
              </c:pt>
              <c:pt idx="1">
                <c:v>0.0001956515505306</c:v>
              </c:pt>
              <c:pt idx="2">
                <c:v>0.0002237152464774</c:v>
              </c:pt>
              <c:pt idx="3">
                <c:v>0.000251784502997</c:v>
              </c:pt>
              <c:pt idx="4">
                <c:v>0.0002792101904217</c:v>
              </c:pt>
              <c:pt idx="5">
                <c:v>0.0003054272145279</c:v>
              </c:pt>
              <c:pt idx="6">
                <c:v>0.0003311320395915</c:v>
              </c:pt>
              <c:pt idx="7">
                <c:v>0.0003563172827795</c:v>
              </c:pt>
              <c:pt idx="8">
                <c:v>0.0003796298441565</c:v>
              </c:pt>
              <c:pt idx="9">
                <c:v>0.0003996573039493</c:v>
              </c:pt>
              <c:pt idx="10">
                <c:v>0.0004153462800556</c:v>
              </c:pt>
              <c:pt idx="11">
                <c:v>0.000427790223737</c:v>
              </c:pt>
              <c:pt idx="12">
                <c:v>0.0004372921423604</c:v>
              </c:pt>
              <c:pt idx="13">
                <c:v>0.0004431133851937</c:v>
              </c:pt>
              <c:pt idx="14">
                <c:v>0.0004456322921745</c:v>
              </c:pt>
              <c:pt idx="15">
                <c:v>0.0004451899188652</c:v>
              </c:pt>
              <c:pt idx="16">
                <c:v>0.000440669834162</c:v>
              </c:pt>
              <c:pt idx="17">
                <c:v>0.0004320909347852</c:v>
              </c:pt>
              <c:pt idx="18">
                <c:v>0.0004217323305457</c:v>
              </c:pt>
              <c:pt idx="19">
                <c:v>0.0004106841799933</c:v>
              </c:pt>
              <c:pt idx="20">
                <c:v>0.0003993064073758</c:v>
              </c:pt>
              <c:pt idx="21">
                <c:v>0.0003875827424272</c:v>
              </c:pt>
              <c:pt idx="22">
                <c:v>0.0003759972688034</c:v>
              </c:pt>
              <c:pt idx="23">
                <c:v>0.0003637658090547</c:v>
              </c:pt>
              <c:pt idx="24">
                <c:v>0.0003506043490914</c:v>
              </c:pt>
              <c:pt idx="25">
                <c:v>0.0003380320345223</c:v>
              </c:pt>
              <c:pt idx="26">
                <c:v>0.00032617900264</c:v>
              </c:pt>
              <c:pt idx="27">
                <c:v>0.0003152421095004</c:v>
              </c:pt>
              <c:pt idx="28">
                <c:v>0.0003048455224979</c:v>
              </c:pt>
              <c:pt idx="29">
                <c:v>0.0002952965029543</c:v>
              </c:pt>
              <c:pt idx="30">
                <c:v>0.0002872307755578</c:v>
              </c:pt>
              <c:pt idx="31">
                <c:v>0.0002806300871433</c:v>
              </c:pt>
              <c:pt idx="32">
                <c:v>0.0002736716839367</c:v>
              </c:pt>
              <c:pt idx="33">
                <c:v>0.0002643540913248</c:v>
              </c:pt>
              <c:pt idx="34">
                <c:v>0.0002535460799446</c:v>
              </c:pt>
              <c:pt idx="35">
                <c:v>0.0002425733309055</c:v>
              </c:pt>
              <c:pt idx="36">
                <c:v>0.0002328645153057</c:v>
              </c:pt>
              <c:pt idx="37">
                <c:v>0.000227408796696</c:v>
              </c:pt>
              <c:pt idx="38">
                <c:v>0.0002254264906905</c:v>
              </c:pt>
              <c:pt idx="39">
                <c:v>0.0002212292743479</c:v>
              </c:pt>
              <c:pt idx="40">
                <c:v>0.0002100347045005</c:v>
              </c:pt>
              <c:pt idx="41">
                <c:v>0.0001943244786365</c:v>
              </c:pt>
              <c:pt idx="42">
                <c:v>0.0001780600322445</c:v>
              </c:pt>
              <c:pt idx="43">
                <c:v>0.000162303587595</c:v>
              </c:pt>
              <c:pt idx="44">
                <c:v>0.0001470985317092</c:v>
              </c:pt>
              <c:pt idx="45">
                <c:v>0.0001327130507522</c:v>
              </c:pt>
              <c:pt idx="46">
                <c:v>0.0001177622016635</c:v>
              </c:pt>
              <c:pt idx="47">
                <c:v>0.0001016556463816</c:v>
              </c:pt>
              <c:pt idx="48">
                <c:v>8.459746964761561E-05</c:v>
              </c:pt>
              <c:pt idx="49">
                <c:v>6.778944899685135E-05</c:v>
              </c:pt>
              <c:pt idx="50">
                <c:v>5.110198680772173E-05</c:v>
              </c:pt>
              <c:pt idx="51">
                <c:v>3.4719181874804684E-05</c:v>
              </c:pt>
              <c:pt idx="52">
                <c:v>1.8478716649653105E-05</c:v>
              </c:pt>
              <c:pt idx="53">
                <c:v>3.724628476833452E-06</c:v>
              </c:pt>
              <c:pt idx="54">
                <c:v>-1.0058239327571705E-05</c:v>
              </c:pt>
              <c:pt idx="55">
                <c:v>-2.348335200711111E-05</c:v>
              </c:pt>
              <c:pt idx="56">
                <c:v>-3.58757521015942E-05</c:v>
              </c:pt>
              <c:pt idx="57">
                <c:v>-4.677089099839344E-05</c:v>
              </c:pt>
              <c:pt idx="58">
                <c:v>-5.595883583994966E-05</c:v>
              </c:pt>
              <c:pt idx="59">
                <c:v>-6.345726973718667E-05</c:v>
              </c:pt>
              <c:pt idx="60">
                <c:v>-6.920064380847581E-05</c:v>
              </c:pt>
              <c:pt idx="61">
                <c:v>-7.349082839253945E-05</c:v>
              </c:pt>
              <c:pt idx="62">
                <c:v>-7.62362770592365E-05</c:v>
              </c:pt>
              <c:pt idx="63">
                <c:v>-7.767277565091494E-05</c:v>
              </c:pt>
              <c:pt idx="64">
                <c:v>-7.795196454617939E-05</c:v>
              </c:pt>
              <c:pt idx="65">
                <c:v>-7.71251147014449E-05</c:v>
              </c:pt>
              <c:pt idx="66">
                <c:v>-7.505549168796285E-05</c:v>
              </c:pt>
              <c:pt idx="67">
                <c:v>-7.183564523726445E-05</c:v>
              </c:pt>
              <c:pt idx="68">
                <c:v>-6.788782321181363E-05</c:v>
              </c:pt>
              <c:pt idx="69">
                <c:v>-6.327454778018106E-05</c:v>
              </c:pt>
              <c:pt idx="70">
                <c:v>-5.693482081510863E-05</c:v>
              </c:pt>
              <c:pt idx="71">
                <c:v>-4.891243516079138E-05</c:v>
              </c:pt>
              <c:pt idx="72">
                <c:v>-4.188192166205147E-05</c:v>
              </c:pt>
              <c:pt idx="73">
                <c:v>-3.3210300386327305E-05</c:v>
              </c:pt>
              <c:pt idx="74">
                <c:v>-1.9699023463077844E-05</c:v>
              </c:pt>
              <c:pt idx="75">
                <c:v>-2.2114121487499995E-06</c:v>
              </c:pt>
              <c:pt idx="76">
                <c:v>1.5094131492925414E-05</c:v>
              </c:pt>
              <c:pt idx="77">
                <c:v>2.706761393288267E-05</c:v>
              </c:pt>
              <c:pt idx="78">
                <c:v>3.2722211163126646E-05</c:v>
              </c:pt>
              <c:pt idx="79">
                <c:v>3.386959157423096E-05</c:v>
              </c:pt>
              <c:pt idx="80">
                <c:v>3.3785971335968204E-05</c:v>
              </c:pt>
              <c:pt idx="81">
                <c:v>3.424745907690322E-05</c:v>
              </c:pt>
              <c:pt idx="82">
                <c:v>3.4935265014804627E-05</c:v>
              </c:pt>
              <c:pt idx="83">
                <c:v>3.491707978378452E-05</c:v>
              </c:pt>
              <c:pt idx="84">
                <c:v>3.376604424222904E-05</c:v>
              </c:pt>
              <c:pt idx="85">
                <c:v>3.183513534744332E-05</c:v>
              </c:pt>
              <c:pt idx="86">
                <c:v>2.964065861749255E-05</c:v>
              </c:pt>
              <c:pt idx="87">
                <c:v>2.754344610683227E-05</c:v>
              </c:pt>
              <c:pt idx="88">
                <c:v>2.5650521167355152E-05</c:v>
              </c:pt>
              <c:pt idx="89">
                <c:v>2.391897492556077E-05</c:v>
              </c:pt>
              <c:pt idx="90">
                <c:v>2.2215319756913757E-05</c:v>
              </c:pt>
              <c:pt idx="91">
                <c:v>2.0416156725260945E-05</c:v>
              </c:pt>
              <c:pt idx="92">
                <c:v>1.8440261737237505E-05</c:v>
              </c:pt>
              <c:pt idx="93">
                <c:v>1.6237764657346164E-05</c:v>
              </c:pt>
              <c:pt idx="94">
                <c:v>1.379727432843704E-05</c:v>
              </c:pt>
              <c:pt idx="95">
                <c:v>1.1128357571563776E-05</c:v>
              </c:pt>
              <c:pt idx="96">
                <c:v>8.332425352959573E-06</c:v>
              </c:pt>
              <c:pt idx="97">
                <c:v>5.527288089354321E-06</c:v>
              </c:pt>
              <c:pt idx="98">
                <c:v>2.7995431703682935E-06</c:v>
              </c:pt>
              <c:pt idx="99">
                <c:v>2.5540383529106626E-07</c:v>
              </c:pt>
              <c:pt idx="100">
                <c:v>-2.038412765539591E-06</c:v>
              </c:pt>
              <c:pt idx="101">
                <c:v>-4.01741442523128E-06</c:v>
              </c:pt>
              <c:pt idx="102">
                <c:v>-5.667101634734952E-06</c:v>
              </c:pt>
              <c:pt idx="103">
                <c:v>-6.9382384099364074E-06</c:v>
              </c:pt>
              <c:pt idx="104">
                <c:v>-7.830095031802031E-06</c:v>
              </c:pt>
              <c:pt idx="105">
                <c:v>-8.365628804010531E-06</c:v>
              </c:pt>
              <c:pt idx="106">
                <c:v>-8.563202619466787E-06</c:v>
              </c:pt>
              <c:pt idx="107">
                <c:v>-8.448996889876774E-06</c:v>
              </c:pt>
              <c:pt idx="108">
                <c:v>-8.091199050786122E-06</c:v>
              </c:pt>
              <c:pt idx="109">
                <c:v>-7.561937159066932E-06</c:v>
              </c:pt>
              <c:pt idx="110">
                <c:v>-6.934772157055911E-06</c:v>
              </c:pt>
              <c:pt idx="111">
                <c:v>-6.271702154014668E-06</c:v>
              </c:pt>
              <c:pt idx="112">
                <c:v>-5.653332415776157E-06</c:v>
              </c:pt>
              <c:pt idx="113">
                <c:v>-5.1252588264493605E-06</c:v>
              </c:pt>
              <c:pt idx="114">
                <c:v>-4.7345831015818735E-06</c:v>
              </c:pt>
              <c:pt idx="115">
                <c:v>-4.525861909742751E-06</c:v>
              </c:pt>
              <c:pt idx="116">
                <c:v>-4.518905010554073E-06</c:v>
              </c:pt>
              <c:pt idx="117">
                <c:v>-4.708263306487585E-06</c:v>
              </c:pt>
              <c:pt idx="118">
                <c:v>-5.073085731993062E-06</c:v>
              </c:pt>
              <c:pt idx="119">
                <c:v>-5.595403653565236E-06</c:v>
              </c:pt>
              <c:pt idx="120">
                <c:v>-6.246949824672696E-06</c:v>
              </c:pt>
              <c:pt idx="121">
                <c:v>-6.9562528269953615E-06</c:v>
              </c:pt>
              <c:pt idx="122">
                <c:v>-7.696363751124455E-06</c:v>
              </c:pt>
              <c:pt idx="123">
                <c:v>-8.408542156589498E-06</c:v>
              </c:pt>
              <c:pt idx="124">
                <c:v>-9.042125230463395E-06</c:v>
              </c:pt>
              <c:pt idx="125">
                <c:v>-9.559473984004072E-06</c:v>
              </c:pt>
              <c:pt idx="126">
                <c:v>-9.947785905986697E-06</c:v>
              </c:pt>
              <c:pt idx="127">
                <c:v>-1.017966409033422E-05</c:v>
              </c:pt>
              <c:pt idx="128">
                <c:v>-1.0243509249586524E-05</c:v>
              </c:pt>
              <c:pt idx="129">
                <c:v>-1.015407558996645E-05</c:v>
              </c:pt>
              <c:pt idx="130">
                <c:v>-9.927053523026038E-06</c:v>
              </c:pt>
              <c:pt idx="131">
                <c:v>-9.581713457394506E-06</c:v>
              </c:pt>
              <c:pt idx="132">
                <c:v>-9.142823194164252E-06</c:v>
              </c:pt>
              <c:pt idx="133">
                <c:v>-8.65251652691166E-06</c:v>
              </c:pt>
              <c:pt idx="134">
                <c:v>-8.158530622284585E-06</c:v>
              </c:pt>
              <c:pt idx="135">
                <c:v>-7.699780258707436E-06</c:v>
              </c:pt>
              <c:pt idx="136">
                <c:v>-7.342532607348172E-06</c:v>
              </c:pt>
              <c:pt idx="137">
                <c:v>-7.106560566828854E-06</c:v>
              </c:pt>
              <c:pt idx="138">
                <c:v>-7.002039492017091E-06</c:v>
              </c:pt>
              <c:pt idx="139">
                <c:v>-7.043010326614682E-06</c:v>
              </c:pt>
              <c:pt idx="140">
                <c:v>-7.212676204826107E-06</c:v>
              </c:pt>
              <c:pt idx="141">
                <c:v>-7.486862693946937E-06</c:v>
              </c:pt>
              <c:pt idx="142">
                <c:v>-7.814176425318153E-06</c:v>
              </c:pt>
              <c:pt idx="143">
                <c:v>-8.147526639838694E-06</c:v>
              </c:pt>
              <c:pt idx="144">
                <c:v>-8.44867595431942E-06</c:v>
              </c:pt>
              <c:pt idx="145">
                <c:v>-8.652830822509404E-06</c:v>
              </c:pt>
              <c:pt idx="146">
                <c:v>-8.730299176052334E-06</c:v>
              </c:pt>
              <c:pt idx="147">
                <c:v>-8.654331743979188E-06</c:v>
              </c:pt>
              <c:pt idx="148">
                <c:v>-8.394364699143202E-06</c:v>
              </c:pt>
              <c:pt idx="149">
                <c:v>-7.96078526631869E-06</c:v>
              </c:pt>
              <c:pt idx="150">
                <c:v>-7.37733198858279E-06</c:v>
              </c:pt>
              <c:pt idx="151">
                <c:v>-6.670570582614292E-06</c:v>
              </c:pt>
              <c:pt idx="152">
                <c:v>-5.878162842714374E-06</c:v>
              </c:pt>
              <c:pt idx="153">
                <c:v>-5.055678983479191E-06</c:v>
              </c:pt>
              <c:pt idx="154">
                <c:v>-4.2555630378299415E-06</c:v>
              </c:pt>
              <c:pt idx="155">
                <c:v>-3.5276726152915746E-06</c:v>
              </c:pt>
              <c:pt idx="156">
                <c:v>-2.920046390463413E-06</c:v>
              </c:pt>
              <c:pt idx="157">
                <c:v>-2.4703510038226E-06</c:v>
              </c:pt>
              <c:pt idx="158">
                <c:v>-2.1874782968792535E-06</c:v>
              </c:pt>
              <c:pt idx="159">
                <c:v>-2.0760244873429485E-06</c:v>
              </c:pt>
              <c:pt idx="160">
                <c:v>-2.1312067153907803E-06</c:v>
              </c:pt>
              <c:pt idx="161">
                <c:v>-2.317957470880702E-06</c:v>
              </c:pt>
              <c:pt idx="162">
                <c:v>-2.5776417522907245E-06</c:v>
              </c:pt>
              <c:pt idx="163">
                <c:v>-2.872554403395523E-06</c:v>
              </c:pt>
              <c:pt idx="164">
                <c:v>-3.1173769975633793E-06</c:v>
              </c:pt>
              <c:pt idx="165">
                <c:v>-3.258274083900956E-06</c:v>
              </c:pt>
              <c:pt idx="166">
                <c:v>-3.2424153079740445E-06</c:v>
              </c:pt>
              <c:pt idx="167">
                <c:v>-3.0283446537526302E-06</c:v>
              </c:pt>
              <c:pt idx="168">
                <c:v>-2.585871111588554E-06</c:v>
              </c:pt>
              <c:pt idx="169">
                <c:v>-1.8981881394348633E-06</c:v>
              </c:pt>
              <c:pt idx="170">
                <c:v>-1.0056437864403675E-06</c:v>
              </c:pt>
              <c:pt idx="171">
                <c:v>3.7996253712387474E-08</c:v>
              </c:pt>
              <c:pt idx="172">
                <c:v>1.1919726445106023E-06</c:v>
              </c:pt>
              <c:pt idx="173">
                <c:v>2.3444678592504974E-06</c:v>
              </c:pt>
              <c:pt idx="174">
                <c:v>3.40151901174698E-06</c:v>
              </c:pt>
              <c:pt idx="175">
                <c:v>4.258438776369326E-06</c:v>
              </c:pt>
              <c:pt idx="176">
                <c:v>4.817543877335234E-06</c:v>
              </c:pt>
              <c:pt idx="177">
                <c:v>4.965493186497371E-06</c:v>
              </c:pt>
              <c:pt idx="178">
                <c:v>4.658977910388559E-06</c:v>
              </c:pt>
              <c:pt idx="179">
                <c:v>3.889573408091069E-06</c:v>
              </c:pt>
              <c:pt idx="180">
                <c:v>2.6612306315449995E-06</c:v>
              </c:pt>
              <c:pt idx="181">
                <c:v>9.795876679571766E-07</c:v>
              </c:pt>
              <c:pt idx="182">
                <c:v>-9.87141659629629E-07</c:v>
              </c:pt>
              <c:pt idx="183">
                <c:v>-3.0783185582585873E-06</c:v>
              </c:pt>
              <c:pt idx="184">
                <c:v>-5.0860706628244044E-06</c:v>
              </c:pt>
              <c:pt idx="185">
                <c:v>-6.769023984123612E-06</c:v>
              </c:pt>
              <c:pt idx="186">
                <c:v>-7.808804684424287E-06</c:v>
              </c:pt>
              <c:pt idx="187">
                <c:v>-7.960899424243132E-06</c:v>
              </c:pt>
              <c:pt idx="188">
                <c:v>-6.933689793744537E-06</c:v>
              </c:pt>
              <c:pt idx="189">
                <c:v>-4.2216913599610735E-06</c:v>
              </c:pt>
              <c:pt idx="190">
                <c:v>2.574157337434227E-07</c:v>
              </c:pt>
              <c:pt idx="191">
                <c:v>6.793794457345366E-06</c:v>
              </c:pt>
              <c:pt idx="192">
                <c:v>1.5427914891356847E-05</c:v>
              </c:pt>
              <c:pt idx="193">
                <c:v>2.695552480129391E-05</c:v>
              </c:pt>
              <c:pt idx="194">
                <c:v>4.0724353898985344E-05</c:v>
              </c:pt>
              <c:pt idx="195">
                <c:v>5.6693884867476486E-05</c:v>
              </c:pt>
              <c:pt idx="196">
                <c:v>7.530090001110505E-05</c:v>
              </c:pt>
              <c:pt idx="197">
                <c:v>9.59765403114204E-05</c:v>
              </c:pt>
              <c:pt idx="198">
                <c:v>0.0001186553583408</c:v>
              </c:pt>
              <c:pt idx="199">
                <c:v>0.000142601686579</c:v>
              </c:pt>
              <c:pt idx="200">
                <c:v>0.0001679553878597</c:v>
              </c:pt>
            </c:numLit>
          </c:yVal>
        </c:ser>
        <c:ser>
          <c:idx val="1"/>
          <c:order val="1"/>
          <c:tx>
            <c:v>0.15 mm probes</c:v>
          </c:tx>
          <c:spPr>
            <a:ln xmlns:a="http://schemas.openxmlformats.org/drawingml/2006/main" w="22860">
              <a:solidFill>
                <a:srgbClr val="D57A19"/>
              </a:solidFill>
              <a:prstDash val="dash"/>
            </a:ln>
          </c:spPr>
          <c:marker>
            <c:symbol val="none"/>
          </c:marker>
          <c:xVal>
            <c:numLit>
              <c:formatCode>General</c:formatCode>
              <c:ptCount val="201"/>
              <c:pt idx="0">
                <c:v>-1.895791717609659E-15</c:v>
              </c:pt>
              <c:pt idx="1">
                <c:v>0.004999999999998291</c:v>
              </c:pt>
              <c:pt idx="2">
                <c:v>0.009999999999998612</c:v>
              </c:pt>
              <c:pt idx="3">
                <c:v>0.014999999999998933</c:v>
              </c:pt>
              <c:pt idx="4">
                <c:v>0.01999999999999925</c:v>
              </c:pt>
              <c:pt idx="5">
                <c:v>0.02499999999999765</c:v>
              </c:pt>
              <c:pt idx="6">
                <c:v>0.029999999999997865</c:v>
              </c:pt>
              <c:pt idx="7">
                <c:v>0.03499999999999818</c:v>
              </c:pt>
              <c:pt idx="8">
                <c:v>0.0399999999999985</c:v>
              </c:pt>
              <c:pt idx="9">
                <c:v>0.04499999999999882</c:v>
              </c:pt>
              <c:pt idx="10">
                <c:v>0.04999999999999904</c:v>
              </c:pt>
              <c:pt idx="11">
                <c:v>0.054999999999999355</c:v>
              </c:pt>
              <c:pt idx="12">
                <c:v>0.05999999999999775</c:v>
              </c:pt>
              <c:pt idx="13">
                <c:v>0.06499999999999807</c:v>
              </c:pt>
              <c:pt idx="14">
                <c:v>0.06999999999999829</c:v>
              </c:pt>
              <c:pt idx="15">
                <c:v>0.07499999999999861</c:v>
              </c:pt>
              <c:pt idx="16">
                <c:v>0.07999999999999893</c:v>
              </c:pt>
              <c:pt idx="17">
                <c:v>0.08499999999999924</c:v>
              </c:pt>
              <c:pt idx="18">
                <c:v>0.08999999999999764</c:v>
              </c:pt>
              <c:pt idx="19">
                <c:v>0.09499999999999786</c:v>
              </c:pt>
              <c:pt idx="20">
                <c:v>0.09999999999999817</c:v>
              </c:pt>
              <c:pt idx="21">
                <c:v>0.1049999999999985</c:v>
              </c:pt>
              <c:pt idx="22">
                <c:v>0.10999999999999871</c:v>
              </c:pt>
              <c:pt idx="23">
                <c:v>0.11499999999999903</c:v>
              </c:pt>
              <c:pt idx="24">
                <c:v>0.11999999999999936</c:v>
              </c:pt>
              <c:pt idx="25">
                <c:v>0.12499999999999775</c:v>
              </c:pt>
              <c:pt idx="26">
                <c:v>0.12999999999999806</c:v>
              </c:pt>
              <c:pt idx="27">
                <c:v>0.13499999999999826</c:v>
              </c:pt>
              <c:pt idx="28">
                <c:v>0.1399999999999986</c:v>
              </c:pt>
              <c:pt idx="29">
                <c:v>0.1449999999999989</c:v>
              </c:pt>
              <c:pt idx="30">
                <c:v>0.14999999999999922</c:v>
              </c:pt>
              <c:pt idx="31">
                <c:v>0.15499999999999947</c:v>
              </c:pt>
              <c:pt idx="32">
                <c:v>0.15999999999999787</c:v>
              </c:pt>
              <c:pt idx="33">
                <c:v>0.16499999999999818</c:v>
              </c:pt>
              <c:pt idx="34">
                <c:v>0.16999999999999849</c:v>
              </c:pt>
              <c:pt idx="35">
                <c:v>0.17499999999999868</c:v>
              </c:pt>
              <c:pt idx="36">
                <c:v>0.17999999999999902</c:v>
              </c:pt>
              <c:pt idx="37">
                <c:v>0.18499999999999933</c:v>
              </c:pt>
              <c:pt idx="38">
                <c:v>0.18999999999999775</c:v>
              </c:pt>
              <c:pt idx="39">
                <c:v>0.19499999999999795</c:v>
              </c:pt>
              <c:pt idx="40">
                <c:v>0.1999999999999983</c:v>
              </c:pt>
              <c:pt idx="41">
                <c:v>0.2049999999999986</c:v>
              </c:pt>
              <c:pt idx="42">
                <c:v>0.2099999999999989</c:v>
              </c:pt>
              <c:pt idx="43">
                <c:v>0.21499999999999914</c:v>
              </c:pt>
              <c:pt idx="44">
                <c:v>0.21999999999999945</c:v>
              </c:pt>
              <c:pt idx="45">
                <c:v>0.22499999999999784</c:v>
              </c:pt>
              <c:pt idx="46">
                <c:v>0.22999999999999815</c:v>
              </c:pt>
              <c:pt idx="47">
                <c:v>0.2349999999999985</c:v>
              </c:pt>
              <c:pt idx="48">
                <c:v>0.23999999999999871</c:v>
              </c:pt>
              <c:pt idx="49">
                <c:v>0.24499999999999902</c:v>
              </c:pt>
              <c:pt idx="50">
                <c:v>0.24999999999999936</c:v>
              </c:pt>
              <c:pt idx="51">
                <c:v>0.25499999999999773</c:v>
              </c:pt>
              <c:pt idx="52">
                <c:v>0.25999999999999795</c:v>
              </c:pt>
              <c:pt idx="53">
                <c:v>0.26499999999999824</c:v>
              </c:pt>
              <c:pt idx="54">
                <c:v>0.26999999999999863</c:v>
              </c:pt>
              <c:pt idx="55">
                <c:v>0.2749999999999989</c:v>
              </c:pt>
              <c:pt idx="56">
                <c:v>0.27999999999999914</c:v>
              </c:pt>
              <c:pt idx="57">
                <c:v>0.2849999999999994</c:v>
              </c:pt>
              <c:pt idx="58">
                <c:v>0.2899999999999978</c:v>
              </c:pt>
              <c:pt idx="59">
                <c:v>0.29499999999999815</c:v>
              </c:pt>
              <c:pt idx="60">
                <c:v>0.29999999999999843</c:v>
              </c:pt>
              <c:pt idx="61">
                <c:v>0.3049999999999987</c:v>
              </c:pt>
              <c:pt idx="62">
                <c:v>0.30999999999999905</c:v>
              </c:pt>
              <c:pt idx="63">
                <c:v>0.31499999999999934</c:v>
              </c:pt>
              <c:pt idx="64">
                <c:v>0.31999999999999773</c:v>
              </c:pt>
              <c:pt idx="65">
                <c:v>0.32499999999999796</c:v>
              </c:pt>
              <c:pt idx="66">
                <c:v>0.32999999999999824</c:v>
              </c:pt>
              <c:pt idx="67">
                <c:v>0.3349999999999986</c:v>
              </c:pt>
              <c:pt idx="68">
                <c:v>0.33999999999999886</c:v>
              </c:pt>
              <c:pt idx="69">
                <c:v>0.34499999999999914</c:v>
              </c:pt>
              <c:pt idx="70">
                <c:v>0.3499999999999995</c:v>
              </c:pt>
              <c:pt idx="71">
                <c:v>0.3549999999999979</c:v>
              </c:pt>
              <c:pt idx="72">
                <c:v>0.35999999999999815</c:v>
              </c:pt>
              <c:pt idx="73">
                <c:v>0.3649999999999984</c:v>
              </c:pt>
              <c:pt idx="74">
                <c:v>0.36999999999999866</c:v>
              </c:pt>
              <c:pt idx="75">
                <c:v>0.374999999999999</c:v>
              </c:pt>
              <c:pt idx="76">
                <c:v>0.37999999999999934</c:v>
              </c:pt>
              <c:pt idx="77">
                <c:v>0.38499999999999773</c:v>
              </c:pt>
              <c:pt idx="78">
                <c:v>0.38999999999999796</c:v>
              </c:pt>
              <c:pt idx="79">
                <c:v>0.3949999999999983</c:v>
              </c:pt>
              <c:pt idx="80">
                <c:v>0.3999999999999986</c:v>
              </c:pt>
              <c:pt idx="81">
                <c:v>0.4049999999999988</c:v>
              </c:pt>
              <c:pt idx="82">
                <c:v>0.4099999999999991</c:v>
              </c:pt>
              <c:pt idx="83">
                <c:v>0.4149999999999994</c:v>
              </c:pt>
              <c:pt idx="84">
                <c:v>0.4199999999999978</c:v>
              </c:pt>
              <c:pt idx="85">
                <c:v>0.42499999999999816</c:v>
              </c:pt>
              <c:pt idx="86">
                <c:v>0.4299999999999984</c:v>
              </c:pt>
              <c:pt idx="87">
                <c:v>0.4349999999999987</c:v>
              </c:pt>
              <c:pt idx="88">
                <c:v>0.439999999999999</c:v>
              </c:pt>
              <c:pt idx="89">
                <c:v>0.44499999999999923</c:v>
              </c:pt>
              <c:pt idx="90">
                <c:v>0.4499999999999976</c:v>
              </c:pt>
              <c:pt idx="91">
                <c:v>0.4549999999999979</c:v>
              </c:pt>
              <c:pt idx="92">
                <c:v>0.45999999999999824</c:v>
              </c:pt>
              <c:pt idx="93">
                <c:v>0.4649999999999986</c:v>
              </c:pt>
              <c:pt idx="94">
                <c:v>0.4699999999999988</c:v>
              </c:pt>
              <c:pt idx="95">
                <c:v>0.47499999999999915</c:v>
              </c:pt>
              <c:pt idx="96">
                <c:v>0.4799999999999994</c:v>
              </c:pt>
              <c:pt idx="97">
                <c:v>0.4849999999999978</c:v>
              </c:pt>
              <c:pt idx="98">
                <c:v>0.48999999999999805</c:v>
              </c:pt>
              <c:pt idx="99">
                <c:v>0.49499999999999833</c:v>
              </c:pt>
              <c:pt idx="100">
                <c:v>0.4999999999999987</c:v>
              </c:pt>
              <c:pt idx="101">
                <c:v>0.504999999999999</c:v>
              </c:pt>
              <c:pt idx="102">
                <c:v>0.5099999999999992</c:v>
              </c:pt>
              <c:pt idx="103">
                <c:v>0.5149999999999976</c:v>
              </c:pt>
              <c:pt idx="104">
                <c:v>0.5199999999999979</c:v>
              </c:pt>
              <c:pt idx="105">
                <c:v>0.5249999999999982</c:v>
              </c:pt>
              <c:pt idx="106">
                <c:v>0.5299999999999985</c:v>
              </c:pt>
              <c:pt idx="107">
                <c:v>0.5349999999999988</c:v>
              </c:pt>
              <c:pt idx="108">
                <c:v>0.5399999999999991</c:v>
              </c:pt>
              <c:pt idx="109">
                <c:v>0.5449999999999994</c:v>
              </c:pt>
              <c:pt idx="110">
                <c:v>0.5499999999999978</c:v>
              </c:pt>
              <c:pt idx="111">
                <c:v>0.554999999999998</c:v>
              </c:pt>
              <c:pt idx="112">
                <c:v>0.5599999999999984</c:v>
              </c:pt>
              <c:pt idx="113">
                <c:v>0.5649999999999987</c:v>
              </c:pt>
              <c:pt idx="114">
                <c:v>0.569999999999999</c:v>
              </c:pt>
              <c:pt idx="115">
                <c:v>0.5749999999999993</c:v>
              </c:pt>
              <c:pt idx="116">
                <c:v>0.5799999999999976</c:v>
              </c:pt>
              <c:pt idx="117">
                <c:v>0.584999999999998</c:v>
              </c:pt>
              <c:pt idx="118">
                <c:v>0.5899999999999982</c:v>
              </c:pt>
              <c:pt idx="119">
                <c:v>0.5949999999999985</c:v>
              </c:pt>
              <c:pt idx="120">
                <c:v>0.5999999999999989</c:v>
              </c:pt>
              <c:pt idx="121">
                <c:v>0.6049999999999991</c:v>
              </c:pt>
              <c:pt idx="122">
                <c:v>0.6099999999999994</c:v>
              </c:pt>
              <c:pt idx="123">
                <c:v>0.6149999999999978</c:v>
              </c:pt>
              <c:pt idx="124">
                <c:v>0.6199999999999981</c:v>
              </c:pt>
              <c:pt idx="125">
                <c:v>0.6249999999999983</c:v>
              </c:pt>
              <c:pt idx="126">
                <c:v>0.6299999999999987</c:v>
              </c:pt>
              <c:pt idx="127">
                <c:v>0.6349999999999989</c:v>
              </c:pt>
              <c:pt idx="128">
                <c:v>0.6399999999999992</c:v>
              </c:pt>
              <c:pt idx="129">
                <c:v>0.6449999999999977</c:v>
              </c:pt>
              <c:pt idx="130">
                <c:v>0.6499999999999979</c:v>
              </c:pt>
              <c:pt idx="131">
                <c:v>0.6549999999999983</c:v>
              </c:pt>
              <c:pt idx="132">
                <c:v>0.6599999999999985</c:v>
              </c:pt>
              <c:pt idx="133">
                <c:v>0.6649999999999988</c:v>
              </c:pt>
              <c:pt idx="134">
                <c:v>0.669999999999999</c:v>
              </c:pt>
              <c:pt idx="135">
                <c:v>0.6749999999999994</c:v>
              </c:pt>
              <c:pt idx="136">
                <c:v>0.6799999999999977</c:v>
              </c:pt>
              <c:pt idx="137">
                <c:v>0.684999999999998</c:v>
              </c:pt>
              <c:pt idx="138">
                <c:v>0.6899999999999984</c:v>
              </c:pt>
              <c:pt idx="139">
                <c:v>0.6949999999999986</c:v>
              </c:pt>
              <c:pt idx="140">
                <c:v>0.699999999999999</c:v>
              </c:pt>
              <c:pt idx="141">
                <c:v>0.7049999999999992</c:v>
              </c:pt>
              <c:pt idx="142">
                <c:v>0.7099999999999976</c:v>
              </c:pt>
              <c:pt idx="143">
                <c:v>0.7149999999999979</c:v>
              </c:pt>
              <c:pt idx="144">
                <c:v>0.7199999999999982</c:v>
              </c:pt>
              <c:pt idx="145">
                <c:v>0.7249999999999985</c:v>
              </c:pt>
              <c:pt idx="146">
                <c:v>0.7299999999999988</c:v>
              </c:pt>
              <c:pt idx="147">
                <c:v>0.7349999999999991</c:v>
              </c:pt>
              <c:pt idx="148">
                <c:v>0.7399999999999993</c:v>
              </c:pt>
              <c:pt idx="149">
                <c:v>0.7449999999999978</c:v>
              </c:pt>
              <c:pt idx="150">
                <c:v>0.749999999999998</c:v>
              </c:pt>
              <c:pt idx="151">
                <c:v>0.7549999999999983</c:v>
              </c:pt>
              <c:pt idx="152">
                <c:v>0.7599999999999987</c:v>
              </c:pt>
              <c:pt idx="153">
                <c:v>0.7649999999999989</c:v>
              </c:pt>
              <c:pt idx="154">
                <c:v>0.7699999999999992</c:v>
              </c:pt>
              <c:pt idx="155">
                <c:v>0.7749999999999995</c:v>
              </c:pt>
              <c:pt idx="156">
                <c:v>0.7799999999999979</c:v>
              </c:pt>
              <c:pt idx="157">
                <c:v>0.7849999999999981</c:v>
              </c:pt>
              <c:pt idx="158">
                <c:v>0.7899999999999985</c:v>
              </c:pt>
              <c:pt idx="159">
                <c:v>0.7949999999999987</c:v>
              </c:pt>
              <c:pt idx="160">
                <c:v>0.799999999999999</c:v>
              </c:pt>
              <c:pt idx="161">
                <c:v>0.8049999999999994</c:v>
              </c:pt>
              <c:pt idx="162">
                <c:v>0.8099999999999977</c:v>
              </c:pt>
              <c:pt idx="163">
                <c:v>0.8149999999999981</c:v>
              </c:pt>
              <c:pt idx="164">
                <c:v>0.8199999999999983</c:v>
              </c:pt>
              <c:pt idx="165">
                <c:v>0.8249999999999986</c:v>
              </c:pt>
              <c:pt idx="166">
                <c:v>0.8299999999999988</c:v>
              </c:pt>
              <c:pt idx="167">
                <c:v>0.8349999999999992</c:v>
              </c:pt>
              <c:pt idx="168">
                <c:v>0.8399999999999995</c:v>
              </c:pt>
              <c:pt idx="169">
                <c:v>0.8449999999999979</c:v>
              </c:pt>
              <c:pt idx="170">
                <c:v>0.8499999999999982</c:v>
              </c:pt>
              <c:pt idx="171">
                <c:v>0.8549999999999984</c:v>
              </c:pt>
              <c:pt idx="172">
                <c:v>0.8599999999999988</c:v>
              </c:pt>
              <c:pt idx="173">
                <c:v>0.864999999999999</c:v>
              </c:pt>
              <c:pt idx="174">
                <c:v>0.8699999999999993</c:v>
              </c:pt>
              <c:pt idx="175">
                <c:v>0.8749999999999977</c:v>
              </c:pt>
              <c:pt idx="176">
                <c:v>0.879999999999998</c:v>
              </c:pt>
              <c:pt idx="177">
                <c:v>0.8849999999999983</c:v>
              </c:pt>
              <c:pt idx="178">
                <c:v>0.8899999999999986</c:v>
              </c:pt>
              <c:pt idx="179">
                <c:v>0.8949999999999989</c:v>
              </c:pt>
              <c:pt idx="180">
                <c:v>0.8999999999999991</c:v>
              </c:pt>
              <c:pt idx="181">
                <c:v>0.9049999999999995</c:v>
              </c:pt>
              <c:pt idx="182">
                <c:v>0.9099999999999978</c:v>
              </c:pt>
              <c:pt idx="183">
                <c:v>0.9149999999999981</c:v>
              </c:pt>
              <c:pt idx="184">
                <c:v>0.9199999999999985</c:v>
              </c:pt>
              <c:pt idx="185">
                <c:v>0.9249999999999987</c:v>
              </c:pt>
              <c:pt idx="186">
                <c:v>0.929999999999999</c:v>
              </c:pt>
              <c:pt idx="187">
                <c:v>0.9349999999999993</c:v>
              </c:pt>
              <c:pt idx="188">
                <c:v>0.9399999999999977</c:v>
              </c:pt>
              <c:pt idx="189">
                <c:v>0.944999999999998</c:v>
              </c:pt>
              <c:pt idx="190">
                <c:v>0.9499999999999983</c:v>
              </c:pt>
              <c:pt idx="191">
                <c:v>0.9549999999999985</c:v>
              </c:pt>
              <c:pt idx="192">
                <c:v>0.9599999999999989</c:v>
              </c:pt>
              <c:pt idx="193">
                <c:v>0.9649999999999991</c:v>
              </c:pt>
              <c:pt idx="194">
                <c:v>0.9699999999999995</c:v>
              </c:pt>
              <c:pt idx="195">
                <c:v>0.9749999999999979</c:v>
              </c:pt>
              <c:pt idx="196">
                <c:v>0.9799999999999982</c:v>
              </c:pt>
              <c:pt idx="197">
                <c:v>0.9849999999999984</c:v>
              </c:pt>
              <c:pt idx="198">
                <c:v>0.9899999999999987</c:v>
              </c:pt>
              <c:pt idx="199">
                <c:v>0.9949999999999991</c:v>
              </c:pt>
              <c:pt idx="200">
                <c:v>0.9999999999999993</c:v>
              </c:pt>
            </c:numLit>
          </c:xVal>
          <c:yVal>
            <c:numLit>
              <c:formatCode>0.0E+00</c:formatCode>
              <c:ptCount val="201"/>
              <c:pt idx="0">
                <c:v>0.0001830688892537</c:v>
              </c:pt>
              <c:pt idx="1">
                <c:v>0.0002109215326455</c:v>
              </c:pt>
              <c:pt idx="2">
                <c:v>0.0002396066844387</c:v>
              </c:pt>
              <c:pt idx="3">
                <c:v>0.0002679253330788</c:v>
              </c:pt>
              <c:pt idx="4">
                <c:v>0.0002955164249199</c:v>
              </c:pt>
              <c:pt idx="5">
                <c:v>0.0003215889169411</c:v>
              </c:pt>
              <c:pt idx="6">
                <c:v>0.0003471803964072</c:v>
              </c:pt>
              <c:pt idx="7">
                <c:v>0.0003716564015357</c:v>
              </c:pt>
              <c:pt idx="8">
                <c:v>0.0003936842463342</c:v>
              </c:pt>
              <c:pt idx="9">
                <c:v>0.0004123679173612</c:v>
              </c:pt>
              <c:pt idx="10">
                <c:v>0.0004267503753332</c:v>
              </c:pt>
              <c:pt idx="11">
                <c:v>0.0004378005788531</c:v>
              </c:pt>
              <c:pt idx="12">
                <c:v>0.0004451535925426</c:v>
              </c:pt>
              <c:pt idx="13">
                <c:v>0.0004488271049335</c:v>
              </c:pt>
              <c:pt idx="14">
                <c:v>0.0004489764183597</c:v>
              </c:pt>
              <c:pt idx="15">
                <c:v>0.0004461819124454</c:v>
              </c:pt>
              <c:pt idx="16">
                <c:v>0.0004393995597924</c:v>
              </c:pt>
              <c:pt idx="17">
                <c:v>0.0004287404201739</c:v>
              </c:pt>
              <c:pt idx="18">
                <c:v>0.0004168958104965</c:v>
              </c:pt>
              <c:pt idx="19">
                <c:v>0.0004047452936466</c:v>
              </c:pt>
              <c:pt idx="20">
                <c:v>0.0003925806708555</c:v>
              </c:pt>
              <c:pt idx="21">
                <c:v>0.0003798557821062</c:v>
              </c:pt>
              <c:pt idx="22">
                <c:v>0.0003674344628841</c:v>
              </c:pt>
              <c:pt idx="23">
                <c:v>0.0003545866971384</c:v>
              </c:pt>
              <c:pt idx="24">
                <c:v>0.0003408506811268</c:v>
              </c:pt>
              <c:pt idx="25">
                <c:v>0.000327690465705</c:v>
              </c:pt>
              <c:pt idx="26">
                <c:v>0.0003149148829092</c:v>
              </c:pt>
              <c:pt idx="27">
                <c:v>0.0003034114176935</c:v>
              </c:pt>
              <c:pt idx="28">
                <c:v>0.0002927819743552</c:v>
              </c:pt>
              <c:pt idx="29">
                <c:v>0.0002832012459705</c:v>
              </c:pt>
              <c:pt idx="30">
                <c:v>0.0002752347912964</c:v>
              </c:pt>
              <c:pt idx="31">
                <c:v>0.0002686625601621</c:v>
              </c:pt>
              <c:pt idx="32">
                <c:v>0.0002610040273037</c:v>
              </c:pt>
              <c:pt idx="33">
                <c:v>0.0002507328761722</c:v>
              </c:pt>
              <c:pt idx="34">
                <c:v>0.0002397288651227</c:v>
              </c:pt>
              <c:pt idx="35">
                <c:v>0.0002291168226684</c:v>
              </c:pt>
              <c:pt idx="36">
                <c:v>0.0002201572838436</c:v>
              </c:pt>
              <c:pt idx="37">
                <c:v>0.0002157526633622</c:v>
              </c:pt>
              <c:pt idx="38">
                <c:v>0.0002139322618186</c:v>
              </c:pt>
              <c:pt idx="39">
                <c:v>0.0002078971042933</c:v>
              </c:pt>
              <c:pt idx="40">
                <c:v>0.000194367926905</c:v>
              </c:pt>
              <c:pt idx="41">
                <c:v>0.0001777822006383</c:v>
              </c:pt>
              <c:pt idx="42">
                <c:v>0.0001619393842286</c:v>
              </c:pt>
              <c:pt idx="43">
                <c:v>0.000146700574117</c:v>
              </c:pt>
              <c:pt idx="44">
                <c:v>0.0001319091745508</c:v>
              </c:pt>
              <c:pt idx="45">
                <c:v>0.0001177786606906</c:v>
              </c:pt>
              <c:pt idx="46">
                <c:v>0.0001024654207366</c:v>
              </c:pt>
              <c:pt idx="47">
                <c:v>8.58884082589425E-05</c:v>
              </c:pt>
              <c:pt idx="48">
                <c:v>6.852864081604312E-05</c:v>
              </c:pt>
              <c:pt idx="49">
                <c:v>5.201262429956815E-05</c:v>
              </c:pt>
              <c:pt idx="50">
                <c:v>3.549406064835832E-05</c:v>
              </c:pt>
              <c:pt idx="51">
                <c:v>1.923205680001504E-05</c:v>
              </c:pt>
              <c:pt idx="52">
                <c:v>3.1567000313820652E-06</c:v>
              </c:pt>
              <c:pt idx="53">
                <c:v>-1.0898001911265975E-05</c:v>
              </c:pt>
              <c:pt idx="54">
                <c:v>-2.4025656427897168E-05</c:v>
              </c:pt>
              <c:pt idx="55">
                <c:v>-3.6615910465914833E-05</c:v>
              </c:pt>
              <c:pt idx="56">
                <c:v>-4.797233068790567E-05</c:v>
              </c:pt>
              <c:pt idx="57">
                <c:v>-5.764575208152388E-05</c:v>
              </c:pt>
              <c:pt idx="58">
                <c:v>-6.555689424114288E-05</c:v>
              </c:pt>
              <c:pt idx="59">
                <c:v>-7.179890261020021E-05</c:v>
              </c:pt>
              <c:pt idx="60">
                <c:v>-7.641905291925439E-05</c:v>
              </c:pt>
              <c:pt idx="61">
                <c:v>-7.971770492399862E-05</c:v>
              </c:pt>
              <c:pt idx="62">
                <c:v>-8.130635636457986E-05</c:v>
              </c:pt>
              <c:pt idx="63">
                <c:v>-8.153199505841113E-05</c:v>
              </c:pt>
              <c:pt idx="64">
                <c:v>-8.064754923447211E-05</c:v>
              </c:pt>
              <c:pt idx="65">
                <c:v>-7.870283329159137E-05</c:v>
              </c:pt>
              <c:pt idx="66">
                <c:v>-7.552188349577643E-05</c:v>
              </c:pt>
              <c:pt idx="67">
                <c:v>-7.127405723070425E-05</c:v>
              </c:pt>
              <c:pt idx="68">
                <c:v>-6.645575178680162E-05</c:v>
              </c:pt>
              <c:pt idx="69">
                <c:v>-6.098136608807438E-05</c:v>
              </c:pt>
              <c:pt idx="70">
                <c:v>-5.3401880080117695E-05</c:v>
              </c:pt>
              <c:pt idx="71">
                <c:v>-4.3761461250544314E-05</c:v>
              </c:pt>
              <c:pt idx="72">
                <c:v>-3.51197629846025E-05</c:v>
              </c:pt>
              <c:pt idx="73">
                <c:v>-2.6034790699825475E-05</c:v>
              </c:pt>
              <c:pt idx="74">
                <c:v>-1.1279252928645044E-05</c:v>
              </c:pt>
              <c:pt idx="75">
                <c:v>8.196135236091401E-06</c:v>
              </c:pt>
              <c:pt idx="76">
                <c:v>2.605524011411939E-05</c:v>
              </c:pt>
              <c:pt idx="77">
                <c:v>3.684345857546911E-05</c:v>
              </c:pt>
              <c:pt idx="78">
                <c:v>4.013528343212319E-05</c:v>
              </c:pt>
              <c:pt idx="79">
                <c:v>3.86169902527093E-05</c:v>
              </c:pt>
              <c:pt idx="80">
                <c:v>3.6466287932059705E-05</c:v>
              </c:pt>
              <c:pt idx="81">
                <c:v>3.556890157310497E-05</c:v>
              </c:pt>
              <c:pt idx="82">
                <c:v>3.5480575648489284E-05</c:v>
              </c:pt>
              <c:pt idx="83">
                <c:v>3.506809979714387E-05</c:v>
              </c:pt>
              <c:pt idx="84">
                <c:v>3.373571441585386E-05</c:v>
              </c:pt>
              <c:pt idx="85">
                <c:v>3.172281586385275E-05</c:v>
              </c:pt>
              <c:pt idx="86">
                <c:v>2.9436119322934672E-05</c:v>
              </c:pt>
              <c:pt idx="87">
                <c:v>2.7191823510734615E-05</c:v>
              </c:pt>
              <c:pt idx="88">
                <c:v>2.513161840636743E-05</c:v>
              </c:pt>
              <c:pt idx="89">
                <c:v>2.3249649253489947E-05</c:v>
              </c:pt>
              <c:pt idx="90">
                <c:v>2.1395678605576972E-05</c:v>
              </c:pt>
              <c:pt idx="91">
                <c:v>1.9433396160709467E-05</c:v>
              </c:pt>
              <c:pt idx="92">
                <c:v>1.7291586115799938E-05</c:v>
              </c:pt>
              <c:pt idx="93">
                <c:v>1.4924543226652566E-05</c:v>
              </c:pt>
              <c:pt idx="94">
                <c:v>1.2331494902968856E-05</c:v>
              </c:pt>
              <c:pt idx="95">
                <c:v>9.512252434256767E-06</c:v>
              </c:pt>
              <c:pt idx="96">
                <c:v>6.6162754149814635E-06</c:v>
              </c:pt>
              <c:pt idx="97">
                <c:v>3.7789446596989384E-06</c:v>
              </c:pt>
              <c:pt idx="98">
                <c:v>1.0740913125649E-06</c:v>
              </c:pt>
              <c:pt idx="99">
                <c:v>-1.3794362151754902E-06</c:v>
              </c:pt>
              <c:pt idx="100">
                <c:v>-3.5248839999982694E-06</c:v>
              </c:pt>
              <c:pt idx="101">
                <c:v>-5.310914735650833E-06</c:v>
              </c:pt>
              <c:pt idx="102">
                <c:v>-6.744955727561668E-06</c:v>
              </c:pt>
              <c:pt idx="103">
                <c:v>-7.767936844137818E-06</c:v>
              </c:pt>
              <c:pt idx="104">
                <c:v>-8.413529822140385E-06</c:v>
              </c:pt>
              <c:pt idx="105">
                <c:v>-8.718691054988492E-06</c:v>
              </c:pt>
              <c:pt idx="106">
                <c:v>-8.71118662065682E-06</c:v>
              </c:pt>
              <c:pt idx="107">
                <c:v>-8.408079859971507E-06</c:v>
              </c:pt>
              <c:pt idx="108">
                <c:v>-7.897251419819663E-06</c:v>
              </c:pt>
              <c:pt idx="109">
                <c:v>-7.260553215196359E-06</c:v>
              </c:pt>
              <c:pt idx="110">
                <c:v>-6.5648932247190204E-06</c:v>
              </c:pt>
              <c:pt idx="111">
                <c:v>-5.8708901776164285E-06</c:v>
              </c:pt>
              <c:pt idx="112">
                <c:v>-5.26329988752283E-06</c:v>
              </c:pt>
              <c:pt idx="113">
                <c:v>-4.7703594093582625E-06</c:v>
              </c:pt>
              <c:pt idx="114">
                <c:v>-4.436122919337217E-06</c:v>
              </c:pt>
              <c:pt idx="115">
                <c:v>-4.3068120277485E-06</c:v>
              </c:pt>
              <c:pt idx="116">
                <c:v>-4.394783961596577E-06</c:v>
              </c:pt>
              <c:pt idx="117">
                <c:v>-4.6773486110529645E-06</c:v>
              </c:pt>
              <c:pt idx="118">
                <c:v>-5.122058819573768E-06</c:v>
              </c:pt>
              <c:pt idx="119">
                <c:v>-5.723446162960133E-06</c:v>
              </c:pt>
              <c:pt idx="120">
                <c:v>-6.444357212382213E-06</c:v>
              </c:pt>
              <c:pt idx="121">
                <c:v>-7.197877191955521E-06</c:v>
              </c:pt>
              <c:pt idx="122">
                <c:v>-7.966947469953857E-06</c:v>
              </c:pt>
              <c:pt idx="123">
                <c:v>-8.680415755093391E-06</c:v>
              </c:pt>
              <c:pt idx="124">
                <c:v>-9.285675029879072E-06</c:v>
              </c:pt>
              <c:pt idx="125">
                <c:v>-9.752684538042862E-06</c:v>
              </c:pt>
              <c:pt idx="126">
                <c:v>-1.0077765820549576E-05</c:v>
              </c:pt>
              <c:pt idx="127">
                <c:v>-1.0221336221287767E-05</c:v>
              </c:pt>
              <c:pt idx="128">
                <c:v>-1.0176387411563284E-05</c:v>
              </c:pt>
              <c:pt idx="129">
                <c:v>-9.978709102108829E-06</c:v>
              </c:pt>
              <c:pt idx="130">
                <c:v>-9.652062392734774E-06</c:v>
              </c:pt>
              <c:pt idx="131">
                <c:v>-9.22255565404753E-06</c:v>
              </c:pt>
              <c:pt idx="132">
                <c:v>-8.718456178145445E-06</c:v>
              </c:pt>
              <c:pt idx="133">
                <c:v>-8.195597037407533E-06</c:v>
              </c:pt>
              <c:pt idx="134">
                <c:v>-7.69956491752315E-06</c:v>
              </c:pt>
              <c:pt idx="135">
                <c:v>-7.263704398671266E-06</c:v>
              </c:pt>
              <c:pt idx="136">
                <c:v>-6.967452151113015E-06</c:v>
              </c:pt>
              <c:pt idx="137">
                <c:v>-6.805376594353577E-06</c:v>
              </c:pt>
              <c:pt idx="138">
                <c:v>-6.773623481053233E-06</c:v>
              </c:pt>
              <c:pt idx="139">
                <c:v>-6.892060103588543E-06</c:v>
              </c:pt>
              <c:pt idx="140">
                <c:v>-7.137166237937001E-06</c:v>
              </c:pt>
              <c:pt idx="141">
                <c:v>-7.475634080339618E-06</c:v>
              </c:pt>
              <c:pt idx="142">
                <c:v>-7.840748329905981E-06</c:v>
              </c:pt>
              <c:pt idx="143">
                <c:v>-8.193473262466787E-06</c:v>
              </c:pt>
              <c:pt idx="144">
                <c:v>-8.49101051335603E-06</c:v>
              </c:pt>
              <c:pt idx="145">
                <c:v>-8.664181864222565E-06</c:v>
              </c:pt>
              <c:pt idx="146">
                <c:v>-8.690670896939447E-06</c:v>
              </c:pt>
              <c:pt idx="147">
                <c:v>-8.554651956361796E-06</c:v>
              </c:pt>
              <c:pt idx="148">
                <c:v>-8.208283854669248E-06</c:v>
              </c:pt>
              <c:pt idx="149">
                <c:v>-7.685791790242418E-06</c:v>
              </c:pt>
              <c:pt idx="150">
                <c:v>-7.026843367025744E-06</c:v>
              </c:pt>
              <c:pt idx="151">
                <c:v>-6.253955421775732E-06</c:v>
              </c:pt>
              <c:pt idx="152">
                <c:v>-5.408793604470084E-06</c:v>
              </c:pt>
              <c:pt idx="153">
                <c:v>-4.559760602541709E-06</c:v>
              </c:pt>
              <c:pt idx="154">
                <c:v>-3.7566060273960583E-06</c:v>
              </c:pt>
              <c:pt idx="155">
                <c:v>-3.0540240645285222E-06</c:v>
              </c:pt>
              <c:pt idx="156">
                <c:v>-2.498864706812387E-06</c:v>
              </c:pt>
              <c:pt idx="157">
                <c:v>-2.125235645183346E-06</c:v>
              </c:pt>
              <c:pt idx="158">
                <c:v>-1.9279004907425236E-06</c:v>
              </c:pt>
              <c:pt idx="159">
                <c:v>-1.9046025231257131E-06</c:v>
              </c:pt>
              <c:pt idx="160">
                <c:v>-2.053477344191134E-06</c:v>
              </c:pt>
              <c:pt idx="161">
                <c:v>-2.3229604850586047E-06</c:v>
              </c:pt>
              <c:pt idx="162">
                <c:v>-2.638793362835546E-06</c:v>
              </c:pt>
              <c:pt idx="163">
                <c:v>-2.973626984154851E-06</c:v>
              </c:pt>
              <c:pt idx="164">
                <c:v>-3.214396452124506E-06</c:v>
              </c:pt>
              <c:pt idx="165">
                <c:v>-3.319439059164266E-06</c:v>
              </c:pt>
              <c:pt idx="166">
                <c:v>-3.240125890957993E-06</c:v>
              </c:pt>
              <c:pt idx="167">
                <c:v>-2.941374346799334E-06</c:v>
              </c:pt>
              <c:pt idx="168">
                <c:v>-2.3905495071228184E-06</c:v>
              </c:pt>
              <c:pt idx="169">
                <c:v>-1.574018374336578E-06</c:v>
              </c:pt>
              <c:pt idx="170">
                <c:v>-5.682260475483824E-07</c:v>
              </c:pt>
              <c:pt idx="171">
                <c:v>5.665591250343505E-07</c:v>
              </c:pt>
              <c:pt idx="172">
                <c:v>1.793705670257187E-06</c:v>
              </c:pt>
              <c:pt idx="173">
                <c:v>2.9718606224208305E-06</c:v>
              </c:pt>
              <c:pt idx="174">
                <c:v>4.001311539231896E-06</c:v>
              </c:pt>
              <c:pt idx="175">
                <c:v>4.789066812980542E-06</c:v>
              </c:pt>
              <c:pt idx="176">
                <c:v>5.220236746350275E-06</c:v>
              </c:pt>
              <c:pt idx="177">
                <c:v>5.167691324311193E-06</c:v>
              </c:pt>
              <c:pt idx="178">
                <c:v>4.6309262780897175E-06</c:v>
              </c:pt>
              <c:pt idx="179">
                <c:v>3.6265126338139617E-06</c:v>
              </c:pt>
              <c:pt idx="180">
                <c:v>2.1546872756805914E-06</c:v>
              </c:pt>
              <c:pt idx="181">
                <c:v>2.146001337920675E-07</c:v>
              </c:pt>
              <c:pt idx="182">
                <c:v>-1.9470619307757375E-06</c:v>
              </c:pt>
              <c:pt idx="183">
                <c:v>-4.148059097791224E-06</c:v>
              </c:pt>
              <c:pt idx="184">
                <c:v>-6.175238932304848E-06</c:v>
              </c:pt>
              <c:pt idx="185">
                <c:v>-7.73616961767518E-06</c:v>
              </c:pt>
              <c:pt idx="186">
                <c:v>-8.501209904479556E-06</c:v>
              </c:pt>
              <c:pt idx="187">
                <c:v>-8.257342428485021E-06</c:v>
              </c:pt>
              <c:pt idx="188">
                <c:v>-6.694412712254346E-06</c:v>
              </c:pt>
              <c:pt idx="189">
                <c:v>-3.1293027145460353E-06</c:v>
              </c:pt>
              <c:pt idx="190">
                <c:v>2.305415465325375E-06</c:v>
              </c:pt>
              <c:pt idx="191">
                <c:v>9.918406587930406E-06</c:v>
              </c:pt>
              <c:pt idx="192">
                <c:v>1.961555674270451E-05</c:v>
              </c:pt>
              <c:pt idx="193">
                <c:v>3.2885093609624536E-05</c:v>
              </c:pt>
              <c:pt idx="194">
                <c:v>4.7855224902566834E-05</c:v>
              </c:pt>
              <c:pt idx="195">
                <c:v>6.513722666844267E-05</c:v>
              </c:pt>
              <c:pt idx="196">
                <c:v>8.517589970594161E-05</c:v>
              </c:pt>
              <c:pt idx="197">
                <c:v>0.0001072612620398</c:v>
              </c:pt>
              <c:pt idx="198">
                <c:v>0.0001311671359696</c:v>
              </c:pt>
              <c:pt idx="199">
                <c:v>0.0001561438703103</c:v>
              </c:pt>
              <c:pt idx="200">
                <c:v>0.0001825042475277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005"/>
          <c:min val="-0.0001"/>
        </c:scaling>
        <c:delete val="0"/>
        <c:axPos val="l"/>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Signed f (m³/s²)</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E+00"/>
        <c:majorTickMark val="none"/>
        <c:minorTickMark val="none"/>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50112"/>
        <c:crossesAt val="-0.0001"/>
        <c:majorUnit val="0.0001"/>
      </c:valAx>
      <c:valAx>
        <c:axId val="48650112"/>
        <c:scaling>
          <c:orientation val="minMax"/>
          <c:max val="1"/>
          <c:min val="0"/>
        </c:scaling>
        <c:delete val="0"/>
        <c:axPos val="b"/>
        <c:majorGridlines>
          <c:spPr>
            <a:ln xmlns:a="http://schemas.openxmlformats.org/drawingml/2006/main" w="6668">
              <a:solidFill>
                <a:srgbClr val="D7DEE4"/>
              </a:solidFill>
            </a:ln>
          </c:spPr>
        </c:majorGridlines>
        <c:title>
          <c:tx>
            <c:rich>
              <a:bodyPr xmlns:a="http://schemas.openxmlformats.org/drawingml/2006/main"/>
              <a:lstStyle xmlns:a="http://schemas.openxmlformats.org/drawingml/2006/main"/>
              <a:p xmlns:a="http://schemas.openxmlformats.org/drawingml/2006/main">
                <a:r>
                  <a:rPr sz="1800">
                    <a:solidFill>
                      <a:srgbClr val="172B42"/>
                    </a:solidFill>
                    <a:latin typeface="Arial"/>
                    <a:ea typeface="Arial"/>
                    <a:cs typeface="Arial"/>
                  </a:rPr>
                  <a:t>Cycle fraction</a:t>
                </a:r>
              </a:p>
            </c:rich>
          </c:tx>
          <c:overlay val="0"/>
          <c:txPr>
            <a:bodyPr xmlns:a="http://schemas.openxmlformats.org/drawingml/2006/main" anchorCtr="1"/>
            <a:lstStyle xmlns:a="http://schemas.openxmlformats.org/drawingml/2006/main"/>
            <a:p xmlns:a="http://schemas.openxmlformats.org/drawingml/2006/main">
              <a:pPr>
                <a:defRPr sz="1800">
                  <a:solidFill>
                    <a:srgbClr val="172B42"/>
                  </a:solidFill>
                  <a:latin typeface="Arial"/>
                  <a:ea typeface="Arial"/>
                  <a:cs typeface="Arial"/>
                </a:defRPr>
              </a:pPr>
            </a:p>
          </c:txPr>
        </c:title>
        <c:numFmt formatCode="0.0"/>
        <c:majorTickMark val="none"/>
        <c:minorTickMark val="none"/>
        <c:tickLblPos val="low"/>
        <c:spPr>
          <a:ln xmlns:a="http://schemas.openxmlformats.org/drawingml/2006/main" w="9525">
            <a:solidFill>
              <a:srgbClr val="66717C"/>
            </a:solidFill>
          </a:ln>
        </c:spPr>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42"/>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C7935072-674F-4216-B549-AF5A483A2FCB}"/>
              </a:ext>
            </a:extLst>
          </p:cNvPr>
          <p:cNvSpPr>
            <a:spLocks xmlns:a="http://schemas.openxmlformats.org/drawingml/2006/main" noGrp="1"/>
          </p:cNvSpPr>
          <p:nvPr/>
        </p:nvSpPr>
        <p:spPr>
          <a:xfrm xmlns:a="http://schemas.openxmlformats.org/drawingml/2006/main">
            <a:off x="609600" y="5715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66717C"/>
                </a:solidFill>
                <a:latin typeface="Arial"/>
                <a:ea typeface="Arial"/>
                <a:cs typeface="Arial"/>
              </a:defRPr>
            </a:defPPr>
          </a:lstStyle>
          <a:p xmlns:a="http://schemas.openxmlformats.org/drawingml/2006/main">
            <a:pPr>
              <a:defRPr sz="2175">
                <a:solidFill>
                  <a:srgbClr val="66717C"/>
                </a:solidFill>
                <a:latin typeface="Arial"/>
                <a:ea typeface="Arial"/>
                <a:cs typeface="Arial"/>
              </a:defRPr>
            </a:pPr>
            <a:r>
              <a:rPr sz="2175">
                <a:solidFill>
                  <a:srgbClr val="66717C"/>
                </a:solidFill>
                <a:latin typeface="Arial"/>
                <a:ea typeface="Arial"/>
                <a:cs typeface="Arial"/>
              </a:rPr>
              <a:t>From Physics to Physiology</a:t>
            </a:r>
          </a:p>
          <a:p xmlns:a="http://schemas.openxmlformats.org/drawingml/2006/main">
            <a:pPr>
              <a:defRPr sz="2175">
                <a:solidFill>
                  <a:srgbClr val="66717C"/>
                </a:solidFill>
                <a:latin typeface="Arial"/>
                <a:ea typeface="Arial"/>
                <a:cs typeface="Arial"/>
              </a:defRPr>
            </a:pPr>
            <a:r>
              <a:rPr sz="2175">
                <a:solidFill>
                  <a:srgbClr val="66717C"/>
                </a:solidFill>
                <a:latin typeface="Arial"/>
                <a:ea typeface="Arial"/>
                <a:cs typeface="Arial"/>
              </a:rPr>
              <a:t>Project 2</a:t>
            </a:r>
          </a:p>
        </p:txBody>
      </p:sp>
      <p:sp>
        <p:nvSpPr>
          <p:cNvPr id="2" name="slide-title">
            <a:extLst xmlns:a="http://schemas.openxmlformats.org/drawingml/2006/main">
              <a:ext uri="{FF2B5EF4-FFF2-40B4-BE49-F238E27FC236}">
                <a16:creationId xmlns:a16="http://schemas.microsoft.com/office/drawing/2014/main" id="{2F04D4D1-5357-4891-BA8E-CE72267C3777}"/>
              </a:ext>
            </a:extLst>
          </p:cNvPr>
          <p:cNvSpPr>
            <a:spLocks xmlns:a="http://schemas.openxmlformats.org/drawingml/2006/main" noGrp="1"/>
          </p:cNvSpPr>
          <p:nvPr/>
        </p:nvSpPr>
        <p:spPr>
          <a:xfrm xmlns:a="http://schemas.openxmlformats.org/drawingml/2006/main">
            <a:off x="609600" y="1971675"/>
            <a:ext cx="6238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6446A"/>
                </a:solidFill>
                <a:latin typeface="Arial"/>
                <a:ea typeface="Arial"/>
                <a:cs typeface="Arial"/>
              </a:defRPr>
            </a:defPPr>
          </a:lstStyle>
          <a:p xmlns:a="http://schemas.openxmlformats.org/drawingml/2006/main">
            <a:pPr>
              <a:defRPr sz="4350" b="1">
                <a:solidFill>
                  <a:srgbClr val="16446A"/>
                </a:solidFill>
                <a:latin typeface="Arial"/>
                <a:ea typeface="Arial"/>
                <a:cs typeface="Arial"/>
              </a:defRPr>
            </a:pPr>
            <a:r>
              <a:rPr sz="4350" b="1">
                <a:solidFill>
                  <a:srgbClr val="16446A"/>
                </a:solidFill>
                <a:latin typeface="Arial"/>
                <a:ea typeface="Arial"/>
                <a:cs typeface="Arial"/>
              </a:rPr>
              <a:t>1D flow assumptions</a:t>
            </a:r>
          </a:p>
          <a:p xmlns:a="http://schemas.openxmlformats.org/drawingml/2006/main">
            <a:pPr>
              <a:defRPr sz="4350" b="1">
                <a:solidFill>
                  <a:srgbClr val="16446A"/>
                </a:solidFill>
                <a:latin typeface="Arial"/>
                <a:ea typeface="Arial"/>
                <a:cs typeface="Arial"/>
              </a:defRPr>
            </a:pPr>
            <a:r>
              <a:rPr sz="4350" b="1">
                <a:solidFill>
                  <a:srgbClr val="16446A"/>
                </a:solidFill>
                <a:latin typeface="Arial"/>
                <a:ea typeface="Arial"/>
                <a:cs typeface="Arial"/>
              </a:rPr>
              <a:t>in a healthy aorta</a:t>
            </a:r>
          </a:p>
        </p:txBody>
      </p:sp>
      <p:sp>
        <p:nvSpPr>
          <p:cNvPr id="3" name="text-3">
            <a:extLst xmlns:a="http://schemas.openxmlformats.org/drawingml/2006/main">
              <a:ext uri="{FF2B5EF4-FFF2-40B4-BE49-F238E27FC236}">
                <a16:creationId xmlns:a16="http://schemas.microsoft.com/office/drawing/2014/main" id="{13C7ABD9-F236-48E3-B6DA-D7DF7EA491BC}"/>
              </a:ext>
            </a:extLst>
          </p:cNvPr>
          <p:cNvSpPr>
            <a:spLocks xmlns:a="http://schemas.openxmlformats.org/drawingml/2006/main" noGrp="1"/>
          </p:cNvSpPr>
          <p:nvPr/>
        </p:nvSpPr>
        <p:spPr>
          <a:xfrm xmlns:a="http://schemas.openxmlformats.org/drawingml/2006/main">
            <a:off x="609600" y="42100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446A"/>
                </a:solidFill>
                <a:latin typeface="Arial"/>
                <a:ea typeface="Arial"/>
                <a:cs typeface="Arial"/>
              </a:defRPr>
            </a:defPPr>
          </a:lstStyle>
          <a:p xmlns:a="http://schemas.openxmlformats.org/drawingml/2006/main">
            <a:pPr>
              <a:defRPr sz="2250">
                <a:solidFill>
                  <a:srgbClr val="16446A"/>
                </a:solidFill>
                <a:latin typeface="Arial"/>
                <a:ea typeface="Arial"/>
                <a:cs typeface="Arial"/>
              </a:defRPr>
            </a:pPr>
            <a:r>
              <a:rPr sz="2250">
                <a:solidFill>
                  <a:srgbClr val="16446A"/>
                </a:solidFill>
                <a:latin typeface="Arial"/>
                <a:ea typeface="Arial"/>
                <a:cs typeface="Arial"/>
              </a:rPr>
              <a:t>Rosalie Post and Mark Bongers</a:t>
            </a:r>
          </a:p>
        </p:txBody>
      </p:sp>
      <p:sp>
        <p:nvSpPr>
          <p:cNvPr id="4" name="text-4">
            <a:extLst xmlns:a="http://schemas.openxmlformats.org/drawingml/2006/main">
              <a:ext uri="{FF2B5EF4-FFF2-40B4-BE49-F238E27FC236}">
                <a16:creationId xmlns:a16="http://schemas.microsoft.com/office/drawing/2014/main" id="{7577BAED-BDAA-4110-B440-2C962F23864D}"/>
              </a:ext>
            </a:extLst>
          </p:cNvPr>
          <p:cNvSpPr>
            <a:spLocks xmlns:a="http://schemas.openxmlformats.org/drawingml/2006/main" noGrp="1"/>
          </p:cNvSpPr>
          <p:nvPr/>
        </p:nvSpPr>
        <p:spPr>
          <a:xfrm xmlns:a="http://schemas.openxmlformats.org/drawingml/2006/main">
            <a:off x="609600" y="5514975"/>
            <a:ext cx="647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42"/>
                </a:solidFill>
                <a:latin typeface="Arial"/>
                <a:ea typeface="Arial"/>
                <a:cs typeface="Arial"/>
              </a:defRPr>
            </a:defPPr>
          </a:lstStyle>
          <a:p xmlns:a="http://schemas.openxmlformats.org/drawingml/2006/main">
            <a:pPr>
              <a:defRPr sz="1800">
                <a:solidFill>
                  <a:srgbClr val="172B42"/>
                </a:solidFill>
                <a:latin typeface="Arial"/>
                <a:ea typeface="Arial"/>
                <a:cs typeface="Arial"/>
              </a:defRPr>
            </a:pPr>
            <a:r>
              <a:rPr sz="1800">
                <a:solidFill>
                  <a:srgbClr val="172B42"/>
                </a:solidFill>
                <a:latin typeface="Arial"/>
                <a:ea typeface="Arial"/>
                <a:cs typeface="Arial"/>
              </a:rPr>
              <a:t>Nasreddine Ouchene, Rosalie Post, Mark Bongers</a:t>
            </a:r>
          </a:p>
          <a:p xmlns:a="http://schemas.openxmlformats.org/drawingml/2006/main">
            <a:pPr>
              <a:defRPr sz="1800">
                <a:solidFill>
                  <a:srgbClr val="172B42"/>
                </a:solidFill>
                <a:latin typeface="Arial"/>
                <a:ea typeface="Arial"/>
                <a:cs typeface="Arial"/>
              </a:defRPr>
            </a:pPr>
            <a:r>
              <a:rPr sz="1800">
                <a:solidFill>
                  <a:srgbClr val="172B42"/>
                </a:solidFill>
                <a:latin typeface="Arial"/>
                <a:ea typeface="Arial"/>
                <a:cs typeface="Arial"/>
              </a:rPr>
              <a:t>Bart de Iongh, Ibtissame Ezzahi</a:t>
            </a:r>
          </a:p>
        </p:txBody>
      </p:sp>
      <p:pic>
        <p:nvPicPr>
          <p:cNvPr id="5" name="">
            <a:extLst xmlns:a="http://schemas.openxmlformats.org/drawingml/2006/main">
              <a:ext uri="{FF2B5EF4-FFF2-40B4-BE49-F238E27FC236}">
                <a16:creationId xmlns:a16="http://schemas.microsoft.com/office/drawing/2014/main" id="{80B2FFE1-5D64-480F-8126-2A58E2BAFEB0}"/>
              </a:ext>
            </a:extLst>
          </p:cNvPr>
          <p:cNvPicPr>
            <a:picLocks xmlns:a="http://schemas.openxmlformats.org/drawingml/2006/main" noChangeAspect="1"/>
          </p:cNvPicPr>
          <p:nvPr/>
        </p:nvPicPr>
        <p:blipFill>
          <a:blip xmlns:r="http://schemas.openxmlformats.org/officeDocument/2006/relationships" xmlns:a="http://schemas.openxmlformats.org/drawingml/2006/main" r:embed="Ra3c73f5b98774f4e"/>
          <a:stretch xmlns:a="http://schemas.openxmlformats.org/drawingml/2006/main"/>
        </p:blipFill>
        <p:spPr>
          <a:xfrm xmlns:a="http://schemas.openxmlformats.org/drawingml/2006/main">
            <a:off x="7183277" y="1304925"/>
            <a:ext cx="4302446" cy="4210050"/>
          </a:xfrm>
          <a:prstGeom xmlns:a="http://schemas.openxmlformats.org/drawingml/2006/main" prst="rect">
            <a:avLst/>
          </a:prstGeom>
        </p:spPr>
      </p:pic>
    </p:spTree>
    <p:extLst>
      <p:ext uri="{BB962C8B-B14F-4D97-AF65-F5344CB8AC3E}">
        <p14:creationId xmlns:p14="http://schemas.microsoft.com/office/powerpoint/2010/main" val="1069106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651310E-C586-4FCA-83F7-A9D9ACE8365B}"/>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The question and the 1D assumptions</a:t>
            </a:r>
          </a:p>
        </p:txBody>
      </p:sp>
      <p:sp>
        <p:nvSpPr>
          <p:cNvPr id="2" name="slide-number">
            <a:extLst xmlns:a="http://schemas.openxmlformats.org/drawingml/2006/main">
              <a:ext uri="{FF2B5EF4-FFF2-40B4-BE49-F238E27FC236}">
                <a16:creationId xmlns:a16="http://schemas.microsoft.com/office/drawing/2014/main" id="{9AB35267-4333-4F0F-9F88-169B8A23BA38}"/>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2</a:t>
            </a:r>
          </a:p>
        </p:txBody>
      </p:sp>
      <p:sp>
        <p:nvSpPr>
          <p:cNvPr id="3" name="text-3">
            <a:extLst xmlns:a="http://schemas.openxmlformats.org/drawingml/2006/main">
              <a:ext uri="{FF2B5EF4-FFF2-40B4-BE49-F238E27FC236}">
                <a16:creationId xmlns:a16="http://schemas.microsoft.com/office/drawing/2014/main" id="{22D9C85D-0F87-4E42-8354-23B8FEB0D5BD}"/>
              </a:ext>
            </a:extLst>
          </p:cNvPr>
          <p:cNvSpPr>
            <a:spLocks xmlns:a="http://schemas.openxmlformats.org/drawingml/2006/main" noGrp="1"/>
          </p:cNvSpPr>
          <p:nvPr/>
        </p:nvSpPr>
        <p:spPr>
          <a:xfrm xmlns:a="http://schemas.openxmlformats.org/drawingml/2006/main">
            <a:off x="609600" y="14954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2B42"/>
                </a:solidFill>
                <a:latin typeface="Arial"/>
                <a:ea typeface="Arial"/>
                <a:cs typeface="Arial"/>
              </a:defRPr>
            </a:defPPr>
          </a:lstStyle>
          <a:p xmlns:a="http://schemas.openxmlformats.org/drawingml/2006/main">
            <a:pPr>
              <a:defRPr sz="2550">
                <a:solidFill>
                  <a:srgbClr val="172B42"/>
                </a:solidFill>
                <a:latin typeface="Arial"/>
                <a:ea typeface="Arial"/>
                <a:cs typeface="Arial"/>
              </a:defRPr>
            </a:pPr>
            <a:r>
              <a:rPr sz="2550">
                <a:solidFill>
                  <a:srgbClr val="172B42"/>
                </a:solidFill>
                <a:latin typeface="Arial"/>
                <a:ea typeface="Arial"/>
                <a:cs typeface="Arial"/>
              </a:rPr>
              <a:t>How well do 1D assumptions hold in this aorta?</a:t>
            </a:r>
          </a:p>
        </p:txBody>
      </p:sp>
      <p:sp>
        <p:nvSpPr>
          <p:cNvPr id="4" name="text-4">
            <a:extLst xmlns:a="http://schemas.openxmlformats.org/drawingml/2006/main">
              <a:ext uri="{FF2B5EF4-FFF2-40B4-BE49-F238E27FC236}">
                <a16:creationId xmlns:a16="http://schemas.microsoft.com/office/drawing/2014/main" id="{1EB8738D-4F2B-4B2B-A207-0985FFBDD996}"/>
              </a:ext>
            </a:extLst>
          </p:cNvPr>
          <p:cNvSpPr>
            <a:spLocks xmlns:a="http://schemas.openxmlformats.org/drawingml/2006/main" noGrp="1"/>
          </p:cNvSpPr>
          <p:nvPr/>
        </p:nvSpPr>
        <p:spPr>
          <a:xfrm xmlns:a="http://schemas.openxmlformats.org/drawingml/2006/main">
            <a:off x="609600" y="2190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Each section becomes area A, flow Q and mean pressure P̄.</a:t>
            </a:r>
          </a:p>
        </p:txBody>
      </p:sp>
      <p:sp>
        <p:nvSpPr>
          <p:cNvPr id="5" name="text-5">
            <a:extLst xmlns:a="http://schemas.openxmlformats.org/drawingml/2006/main">
              <a:ext uri="{FF2B5EF4-FFF2-40B4-BE49-F238E27FC236}">
                <a16:creationId xmlns:a16="http://schemas.microsoft.com/office/drawing/2014/main" id="{D75A4F1B-93F6-4476-963C-F96C0BC3B30B}"/>
              </a:ext>
            </a:extLst>
          </p:cNvPr>
          <p:cNvSpPr>
            <a:spLocks xmlns:a="http://schemas.openxmlformats.org/drawingml/2006/main" noGrp="1"/>
          </p:cNvSpPr>
          <p:nvPr/>
        </p:nvSpPr>
        <p:spPr>
          <a:xfrm xmlns:a="http://schemas.openxmlformats.org/drawingml/2006/main">
            <a:off x="609600" y="3019425"/>
            <a:ext cx="1038225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42"/>
                </a:solidFill>
                <a:latin typeface="Arial"/>
                <a:ea typeface="Arial"/>
                <a:cs typeface="Arial"/>
              </a:defRPr>
            </a:defPPr>
          </a:lstStyle>
          <a:p xmlns:a="http://schemas.openxmlformats.org/drawingml/2006/main">
            <a:pPr marL="228600" indent="-114300">
              <a:spcAft>
                <a:spcPts val="1000"/>
              </a:spcAft>
              <a:buChar char="•"/>
              <a:defRPr sz="2100">
                <a:solidFill>
                  <a:srgbClr val="172B42"/>
                </a:solidFill>
                <a:latin typeface="Arial"/>
                <a:ea typeface="Arial"/>
                <a:cs typeface="Arial"/>
              </a:defRPr>
            </a:pPr>
            <a:r>
              <a:t>Mostly axial flow</a:t>
            </a:r>
          </a:p>
          <a:p xmlns:a="http://schemas.openxmlformats.org/drawingml/2006/main">
            <a:pPr marL="228600" indent="-114300">
              <a:spcAft>
                <a:spcPts val="1000"/>
              </a:spcAft>
              <a:buChar char="•"/>
              <a:defRPr sz="2100">
                <a:solidFill>
                  <a:srgbClr val="172B42"/>
                </a:solidFill>
                <a:latin typeface="Arial"/>
                <a:ea typeface="Arial"/>
                <a:cs typeface="Arial"/>
              </a:defRPr>
            </a:pPr>
            <a:r>
              <a:t>Uniform pressure within each section</a:t>
            </a:r>
          </a:p>
          <a:p xmlns:a="http://schemas.openxmlformats.org/drawingml/2006/main">
            <a:pPr marL="228600" indent="-114300">
              <a:spcAft>
                <a:spcPts val="1000"/>
              </a:spcAft>
              <a:buChar char="•"/>
              <a:defRPr sz="2100">
                <a:solidFill>
                  <a:srgbClr val="172B42"/>
                </a:solidFill>
                <a:latin typeface="Arial"/>
                <a:ea typeface="Arial"/>
                <a:cs typeface="Arial"/>
              </a:defRPr>
            </a:pPr>
            <a:r>
              <a:t>Fixed velocity-profile correction α</a:t>
            </a:r>
          </a:p>
          <a:p xmlns:a="http://schemas.openxmlformats.org/drawingml/2006/main">
            <a:pPr marL="228600" indent="-114300">
              <a:spcAft>
                <a:spcPts val="1000"/>
              </a:spcAft>
              <a:buChar char="•"/>
              <a:defRPr sz="2100">
                <a:solidFill>
                  <a:srgbClr val="172B42"/>
                </a:solidFill>
                <a:latin typeface="Arial"/>
                <a:ea typeface="Arial"/>
                <a:cs typeface="Arial"/>
              </a:defRPr>
            </a:pPr>
            <a:r>
              <a:t>Friction follows the assumed profile</a:t>
            </a:r>
          </a:p>
          <a:p xmlns:a="http://schemas.openxmlformats.org/drawingml/2006/main">
            <a:pPr marL="228600" indent="-114300">
              <a:spcAft>
                <a:spcPts val="1000"/>
              </a:spcAft>
              <a:buChar char="•"/>
              <a:defRPr sz="2100">
                <a:solidFill>
                  <a:srgbClr val="172B42"/>
                </a:solidFill>
                <a:latin typeface="Arial"/>
                <a:ea typeface="Arial"/>
                <a:cs typeface="Arial"/>
              </a:defRPr>
            </a:pPr>
            <a:r>
              <a:t>Mass balance along the vessel</a:t>
            </a:r>
          </a:p>
          <a:p xmlns:a="http://schemas.openxmlformats.org/drawingml/2006/main">
            <a:pPr marL="228600" indent="-114300">
              <a:spcAft>
                <a:spcPts val="1000"/>
              </a:spcAft>
              <a:buChar char="•"/>
              <a:defRPr sz="2100">
                <a:solidFill>
                  <a:srgbClr val="172B42"/>
                </a:solidFill>
                <a:latin typeface="Arial"/>
                <a:ea typeface="Arial"/>
                <a:cs typeface="Arial"/>
              </a:defRPr>
            </a:pPr>
            <a:r>
              <a:t>The full momentum balance</a:t>
            </a:r>
          </a:p>
        </p:txBody>
      </p:sp>
    </p:spTree>
    <p:extLst>
      <p:ext uri="{BB962C8B-B14F-4D97-AF65-F5344CB8AC3E}">
        <p14:creationId xmlns:p14="http://schemas.microsoft.com/office/powerpoint/2010/main" val="212602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D8B31C0-426E-4A81-8EA7-2547A7779B62}"/>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Measurements from the 3D simulation</a:t>
            </a:r>
          </a:p>
        </p:txBody>
      </p:sp>
      <p:sp>
        <p:nvSpPr>
          <p:cNvPr id="2" name="slide-number">
            <a:extLst xmlns:a="http://schemas.openxmlformats.org/drawingml/2006/main">
              <a:ext uri="{FF2B5EF4-FFF2-40B4-BE49-F238E27FC236}">
                <a16:creationId xmlns:a16="http://schemas.microsoft.com/office/drawing/2014/main" id="{BFB840CE-F23B-4B4D-B8A3-A13CA554FF9C}"/>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3</a:t>
            </a:r>
          </a:p>
        </p:txBody>
      </p:sp>
      <p:sp>
        <p:nvSpPr>
          <p:cNvPr id="3" name="text-3">
            <a:extLst xmlns:a="http://schemas.openxmlformats.org/drawingml/2006/main">
              <a:ext uri="{FF2B5EF4-FFF2-40B4-BE49-F238E27FC236}">
                <a16:creationId xmlns:a16="http://schemas.microsoft.com/office/drawing/2014/main" id="{ACBBA1B7-F94D-405E-B6D4-FF5CFE1A5FBE}"/>
              </a:ext>
            </a:extLst>
          </p:cNvPr>
          <p:cNvSpPr>
            <a:spLocks xmlns:a="http://schemas.openxmlformats.org/drawingml/2006/main" noGrp="1"/>
          </p:cNvSpPr>
          <p:nvPr/>
        </p:nvSpPr>
        <p:spPr>
          <a:xfrm xmlns:a="http://schemas.openxmlformats.org/drawingml/2006/main">
            <a:off x="609600" y="1457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Existing rigid-wall data from the Vascular Model Repository</a:t>
            </a:r>
          </a:p>
        </p:txBody>
      </p:sp>
      <p:sp>
        <p:nvSpPr>
          <p:cNvPr id="4" name="text-4">
            <a:extLst xmlns:a="http://schemas.openxmlformats.org/drawingml/2006/main">
              <a:ext uri="{FF2B5EF4-FFF2-40B4-BE49-F238E27FC236}">
                <a16:creationId xmlns:a16="http://schemas.microsoft.com/office/drawing/2014/main" id="{4465F5CE-5AB9-4F45-A553-229C9F26749F}"/>
              </a:ext>
            </a:extLst>
          </p:cNvPr>
          <p:cNvSpPr>
            <a:spLocks xmlns:a="http://schemas.openxmlformats.org/drawingml/2006/main" noGrp="1"/>
          </p:cNvSpPr>
          <p:nvPr/>
        </p:nvSpPr>
        <p:spPr>
          <a:xfrm xmlns:a="http://schemas.openxmlformats.org/drawingml/2006/main">
            <a:off x="609600" y="2371725"/>
            <a:ext cx="75247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42"/>
                </a:solidFill>
                <a:latin typeface="Arial"/>
                <a:ea typeface="Arial"/>
                <a:cs typeface="Arial"/>
              </a:defRPr>
            </a:defPPr>
          </a:lstStyle>
          <a:p xmlns:a="http://schemas.openxmlformats.org/drawingml/2006/main">
            <a:pPr marL="228600" indent="-114300">
              <a:spcAft>
                <a:spcPts val="1000"/>
              </a:spcAft>
              <a:buChar char="•"/>
              <a:defRPr sz="2175">
                <a:solidFill>
                  <a:srgbClr val="172B42"/>
                </a:solidFill>
                <a:latin typeface="Arial"/>
                <a:ea typeface="Arial"/>
                <a:cs typeface="Arial"/>
              </a:defRPr>
            </a:pPr>
            <a:r>
              <a:t>Sections perpendicular to the centreline</a:t>
            </a:r>
          </a:p>
          <a:p xmlns:a="http://schemas.openxmlformats.org/drawingml/2006/main">
            <a:pPr marL="228600" indent="-114300">
              <a:spcAft>
                <a:spcPts val="1000"/>
              </a:spcAft>
              <a:buChar char="•"/>
              <a:defRPr sz="2175">
                <a:solidFill>
                  <a:srgbClr val="172B42"/>
                </a:solidFill>
                <a:latin typeface="Arial"/>
                <a:ea typeface="Arial"/>
                <a:cs typeface="Arial"/>
              </a:defRPr>
            </a:pPr>
            <a:r>
              <a:t>Integrate actual pressure and velocity with triangle-area weights</a:t>
            </a:r>
          </a:p>
          <a:p xmlns:a="http://schemas.openxmlformats.org/drawingml/2006/main">
            <a:pPr marL="228600" indent="-114300">
              <a:spcAft>
                <a:spcPts val="1000"/>
              </a:spcAft>
              <a:buChar char="•"/>
              <a:defRPr sz="2175">
                <a:solidFill>
                  <a:srgbClr val="172B42"/>
                </a:solidFill>
                <a:latin typeface="Arial"/>
                <a:ea typeface="Arial"/>
                <a:cs typeface="Arial"/>
              </a:defRPr>
            </a:pPr>
            <a:r>
              <a:t>Exclude branch regions from single-vessel derivatives</a:t>
            </a:r>
          </a:p>
        </p:txBody>
      </p:sp>
      <p:sp>
        <p:nvSpPr>
          <p:cNvPr id="5" name="text-5">
            <a:extLst xmlns:a="http://schemas.openxmlformats.org/drawingml/2006/main">
              <a:ext uri="{FF2B5EF4-FFF2-40B4-BE49-F238E27FC236}">
                <a16:creationId xmlns:a16="http://schemas.microsoft.com/office/drawing/2014/main" id="{8C8EAFF9-9943-4B01-B0EC-65A6A0E3482C}"/>
              </a:ext>
            </a:extLst>
          </p:cNvPr>
          <p:cNvSpPr>
            <a:spLocks xmlns:a="http://schemas.openxmlformats.org/drawingml/2006/main" noGrp="1"/>
          </p:cNvSpPr>
          <p:nvPr/>
        </p:nvSpPr>
        <p:spPr>
          <a:xfrm xmlns:a="http://schemas.openxmlformats.org/drawingml/2006/main">
            <a:off x="8810625" y="2371725"/>
            <a:ext cx="2809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6446A"/>
                </a:solidFill>
                <a:latin typeface="Arial"/>
                <a:ea typeface="Arial"/>
                <a:cs typeface="Arial"/>
              </a:defRPr>
            </a:defPPr>
          </a:lstStyle>
          <a:p xmlns:a="http://schemas.openxmlformats.org/drawingml/2006/main">
            <a:pPr>
              <a:defRPr sz="2550">
                <a:solidFill>
                  <a:srgbClr val="16446A"/>
                </a:solidFill>
                <a:latin typeface="Arial"/>
                <a:ea typeface="Arial"/>
                <a:cs typeface="Arial"/>
              </a:defRPr>
            </a:pPr>
            <a:r>
              <a:rPr sz="2550">
                <a:solidFill>
                  <a:srgbClr val="16446A"/>
                </a:solidFill>
                <a:latin typeface="Arial"/>
                <a:ea typeface="Arial"/>
                <a:cs typeface="Arial"/>
              </a:rPr>
              <a:t>201 snapshots</a:t>
            </a:r>
          </a:p>
          <a:p xmlns:a="http://schemas.openxmlformats.org/drawingml/2006/main">
            <a:pPr>
              <a:defRPr sz="2550">
                <a:solidFill>
                  <a:srgbClr val="16446A"/>
                </a:solidFill>
                <a:latin typeface="Arial"/>
                <a:ea typeface="Arial"/>
                <a:cs typeface="Arial"/>
              </a:defRPr>
            </a:pPr>
            <a:r>
              <a:rPr sz="2550">
                <a:solidFill>
                  <a:srgbClr val="16446A"/>
                </a:solidFill>
                <a:latin typeface="Arial"/>
                <a:ea typeface="Arial"/>
                <a:cs typeface="Arial"/>
              </a:rPr>
              <a:t>47 usable sections</a:t>
            </a:r>
          </a:p>
          <a:p xmlns:a="http://schemas.openxmlformats.org/drawingml/2006/main">
            <a:pPr>
              <a:defRPr sz="2550">
                <a:solidFill>
                  <a:srgbClr val="16446A"/>
                </a:solidFill>
                <a:latin typeface="Arial"/>
                <a:ea typeface="Arial"/>
                <a:cs typeface="Arial"/>
              </a:defRPr>
            </a:pPr>
            <a:r>
              <a:rPr sz="2550">
                <a:solidFill>
                  <a:srgbClr val="16446A"/>
                </a:solidFill>
                <a:latin typeface="Arial"/>
                <a:ea typeface="Arial"/>
                <a:cs typeface="Arial"/>
              </a:rPr>
              <a:t>T = 0.937 s</a:t>
            </a:r>
          </a:p>
        </p:txBody>
      </p:sp>
      <p:sp>
        <p:nvSpPr>
          <p:cNvPr id="6" name="text-6">
            <a:extLst xmlns:a="http://schemas.openxmlformats.org/drawingml/2006/main">
              <a:ext uri="{FF2B5EF4-FFF2-40B4-BE49-F238E27FC236}">
                <a16:creationId xmlns:a16="http://schemas.microsoft.com/office/drawing/2014/main" id="{E1F3A1FD-678A-4A00-82EB-55C41CEF36EC}"/>
              </a:ext>
            </a:extLst>
          </p:cNvPr>
          <p:cNvSpPr>
            <a:spLocks xmlns:a="http://schemas.openxmlformats.org/drawingml/2006/main" noGrp="1"/>
          </p:cNvSpPr>
          <p:nvPr/>
        </p:nvSpPr>
        <p:spPr>
          <a:xfrm xmlns:a="http://schemas.openxmlformats.org/drawingml/2006/main">
            <a:off x="609600" y="52482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72B42"/>
                </a:solidFill>
                <a:latin typeface="Arial"/>
                <a:ea typeface="Arial"/>
                <a:cs typeface="Arial"/>
              </a:defRPr>
            </a:defPPr>
          </a:lstStyle>
          <a:p xmlns:a="http://schemas.openxmlformats.org/drawingml/2006/main">
            <a:pPr>
              <a:defRPr sz="2400">
                <a:solidFill>
                  <a:srgbClr val="172B42"/>
                </a:solidFill>
                <a:latin typeface="Arial"/>
                <a:ea typeface="Arial"/>
                <a:cs typeface="Arial"/>
              </a:defRPr>
            </a:pPr>
            <a:r>
              <a:rPr sz="2400">
                <a:solidFill>
                  <a:srgbClr val="172B42"/>
                </a:solidFill>
                <a:latin typeface="Arial"/>
                <a:ea typeface="Arial"/>
                <a:cs typeface="Arial"/>
              </a:rPr>
              <a:t>Q = ∫ uₛ dA       U = Q/A       P̄ = (1/A) ∫ P dA</a:t>
            </a:r>
          </a:p>
        </p:txBody>
      </p:sp>
    </p:spTree>
    <p:extLst>
      <p:ext uri="{BB962C8B-B14F-4D97-AF65-F5344CB8AC3E}">
        <p14:creationId xmlns:p14="http://schemas.microsoft.com/office/powerpoint/2010/main" val="6518205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D5E039E-9E6A-40FC-A874-E58FACB19E40}"/>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The flow measurements conserve mass</a:t>
            </a:r>
          </a:p>
        </p:txBody>
      </p:sp>
      <p:sp>
        <p:nvSpPr>
          <p:cNvPr id="2" name="slide-number">
            <a:extLst xmlns:a="http://schemas.openxmlformats.org/drawingml/2006/main">
              <a:ext uri="{FF2B5EF4-FFF2-40B4-BE49-F238E27FC236}">
                <a16:creationId xmlns:a16="http://schemas.microsoft.com/office/drawing/2014/main" id="{A17DC168-10AF-4BC7-8F3D-3C19C2FA0A8E}"/>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4</a:t>
            </a:r>
          </a:p>
        </p:txBody>
      </p:sp>
      <p:graphicFrame>
        <p:nvGraphicFramePr>
          <p:cNvPr id="3" name="Chart">
            <a:extLst xmlns:a="http://schemas.openxmlformats.org/drawingml/2006/main">
              <a:ext uri="{FF2B5EF4-FFF2-40B4-BE49-F238E27FC236}">
                <a16:creationId xmlns:a16="http://schemas.microsoft.com/office/drawing/2014/main" id="{6759E8D4-7743-4A69-BD29-F715E847A3ED}"/>
              </a:ext>
            </a:extLst>
          </p:cNvPr>
          <p:cNvGraphicFramePr/>
          <p:nvPr/>
        </p:nvGraphicFramePr>
        <p:xfrm>
          <a:off xmlns:a="http://schemas.openxmlformats.org/drawingml/2006/main" x="542925" y="1590675"/>
          <a:ext xmlns:a="http://schemas.openxmlformats.org/drawingml/2006/main" cx="7810500" cy="4162425"/>
        </p:xfrm>
        <a:graphic xmlns:a="http://schemas.openxmlformats.org/drawingml/2006/main">
          <a:graphicData uri="http://schemas.openxmlformats.org/drawingml/2006/chart">
            <c:chart xmlns:r="http://schemas.openxmlformats.org/officeDocument/2006/relationships" xmlns:c="http://schemas.openxmlformats.org/drawingml/2006/chart" r:id="R21580d06fa2c4c3f"/>
          </a:graphicData>
        </a:graphic>
      </p:graphicFrame>
      <p:sp>
        <p:nvSpPr>
          <p:cNvPr id="4" name="text-3">
            <a:extLst xmlns:a="http://schemas.openxmlformats.org/drawingml/2006/main">
              <a:ext uri="{FF2B5EF4-FFF2-40B4-BE49-F238E27FC236}">
                <a16:creationId xmlns:a16="http://schemas.microsoft.com/office/drawing/2014/main" id="{4737089B-D05D-4B02-9C53-F61150EA1435}"/>
              </a:ext>
            </a:extLst>
          </p:cNvPr>
          <p:cNvSpPr>
            <a:spLocks xmlns:a="http://schemas.openxmlformats.org/drawingml/2006/main" noGrp="1"/>
          </p:cNvSpPr>
          <p:nvPr/>
        </p:nvSpPr>
        <p:spPr>
          <a:xfrm xmlns:a="http://schemas.openxmlformats.org/drawingml/2006/main">
            <a:off x="8810625" y="19716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66717C"/>
                </a:solidFill>
                <a:latin typeface="Arial"/>
                <a:ea typeface="Arial"/>
                <a:cs typeface="Arial"/>
              </a:defRPr>
            </a:defPPr>
          </a:lstStyle>
          <a:p xmlns:a="http://schemas.openxmlformats.org/drawingml/2006/main">
            <a:pPr>
              <a:defRPr sz="1950">
                <a:solidFill>
                  <a:srgbClr val="66717C"/>
                </a:solidFill>
                <a:latin typeface="Arial"/>
                <a:ea typeface="Arial"/>
                <a:cs typeface="Arial"/>
              </a:defRPr>
            </a:pPr>
            <a:r>
              <a:rPr sz="1950">
                <a:solidFill>
                  <a:srgbClr val="66717C"/>
                </a:solidFill>
                <a:latin typeface="Arial"/>
                <a:ea typeface="Arial"/>
                <a:cs typeface="Arial"/>
              </a:rPr>
              <a:t>Global mismatch</a:t>
            </a:r>
          </a:p>
        </p:txBody>
      </p:sp>
      <p:sp>
        <p:nvSpPr>
          <p:cNvPr id="5" name="text-4">
            <a:extLst xmlns:a="http://schemas.openxmlformats.org/drawingml/2006/main">
              <a:ext uri="{FF2B5EF4-FFF2-40B4-BE49-F238E27FC236}">
                <a16:creationId xmlns:a16="http://schemas.microsoft.com/office/drawing/2014/main" id="{A329D298-79DE-4171-99A3-A2DDC5021F57}"/>
              </a:ext>
            </a:extLst>
          </p:cNvPr>
          <p:cNvSpPr>
            <a:spLocks xmlns:a="http://schemas.openxmlformats.org/drawingml/2006/main" noGrp="1"/>
          </p:cNvSpPr>
          <p:nvPr/>
        </p:nvSpPr>
        <p:spPr>
          <a:xfrm xmlns:a="http://schemas.openxmlformats.org/drawingml/2006/main">
            <a:off x="8810625" y="2390775"/>
            <a:ext cx="2724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6446A"/>
                </a:solidFill>
                <a:latin typeface="Arial"/>
                <a:ea typeface="Arial"/>
                <a:cs typeface="Arial"/>
              </a:defRPr>
            </a:defPPr>
          </a:lstStyle>
          <a:p xmlns:a="http://schemas.openxmlformats.org/drawingml/2006/main">
            <a:pPr>
              <a:defRPr sz="2925" b="1">
                <a:solidFill>
                  <a:srgbClr val="16446A"/>
                </a:solidFill>
                <a:latin typeface="Arial"/>
                <a:ea typeface="Arial"/>
                <a:cs typeface="Arial"/>
              </a:defRPr>
            </a:pPr>
            <a:r>
              <a:rPr sz="2925" b="1">
                <a:solidFill>
                  <a:srgbClr val="16446A"/>
                </a:solidFill>
                <a:latin typeface="Arial"/>
                <a:ea typeface="Arial"/>
                <a:cs typeface="Arial"/>
              </a:rPr>
              <a:t>0.000022%</a:t>
            </a:r>
          </a:p>
        </p:txBody>
      </p:sp>
      <p:sp>
        <p:nvSpPr>
          <p:cNvPr id="6" name="text-5">
            <a:extLst xmlns:a="http://schemas.openxmlformats.org/drawingml/2006/main">
              <a:ext uri="{FF2B5EF4-FFF2-40B4-BE49-F238E27FC236}">
                <a16:creationId xmlns:a16="http://schemas.microsoft.com/office/drawing/2014/main" id="{6A1DE0BD-E1C2-444F-BF4B-801DE7EF4EAD}"/>
              </a:ext>
            </a:extLst>
          </p:cNvPr>
          <p:cNvSpPr>
            <a:spLocks xmlns:a="http://schemas.openxmlformats.org/drawingml/2006/main" noGrp="1"/>
          </p:cNvSpPr>
          <p:nvPr/>
        </p:nvSpPr>
        <p:spPr>
          <a:xfrm xmlns:a="http://schemas.openxmlformats.org/drawingml/2006/main">
            <a:off x="8810625" y="3486150"/>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66717C"/>
                </a:solidFill>
                <a:latin typeface="Arial"/>
                <a:ea typeface="Arial"/>
                <a:cs typeface="Arial"/>
              </a:defRPr>
            </a:defPPr>
          </a:lstStyle>
          <a:p xmlns:a="http://schemas.openxmlformats.org/drawingml/2006/main">
            <a:pPr>
              <a:defRPr sz="1950">
                <a:solidFill>
                  <a:srgbClr val="66717C"/>
                </a:solidFill>
                <a:latin typeface="Arial"/>
                <a:ea typeface="Arial"/>
                <a:cs typeface="Arial"/>
              </a:defRPr>
            </a:pPr>
            <a:r>
              <a:rPr sz="1950">
                <a:solidFill>
                  <a:srgbClr val="66717C"/>
                </a:solidFill>
                <a:latin typeface="Arial"/>
                <a:ea typeface="Arial"/>
                <a:cs typeface="Arial"/>
              </a:rPr>
              <a:t>Local mismatch</a:t>
            </a:r>
          </a:p>
        </p:txBody>
      </p:sp>
      <p:sp>
        <p:nvSpPr>
          <p:cNvPr id="7" name="text-6">
            <a:extLst xmlns:a="http://schemas.openxmlformats.org/drawingml/2006/main">
              <a:ext uri="{FF2B5EF4-FFF2-40B4-BE49-F238E27FC236}">
                <a16:creationId xmlns:a16="http://schemas.microsoft.com/office/drawing/2014/main" id="{594FFA7B-AC18-41D3-8C91-D28A876B8FC1}"/>
              </a:ext>
            </a:extLst>
          </p:cNvPr>
          <p:cNvSpPr>
            <a:spLocks xmlns:a="http://schemas.openxmlformats.org/drawingml/2006/main" noGrp="1"/>
          </p:cNvSpPr>
          <p:nvPr/>
        </p:nvSpPr>
        <p:spPr>
          <a:xfrm xmlns:a="http://schemas.openxmlformats.org/drawingml/2006/main">
            <a:off x="8810625" y="3905250"/>
            <a:ext cx="2724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446A"/>
                </a:solidFill>
                <a:latin typeface="Arial"/>
                <a:ea typeface="Arial"/>
                <a:cs typeface="Arial"/>
              </a:defRPr>
            </a:defPPr>
          </a:lstStyle>
          <a:p xmlns:a="http://schemas.openxmlformats.org/drawingml/2006/main">
            <a:pPr>
              <a:defRPr sz="3000" b="1">
                <a:solidFill>
                  <a:srgbClr val="16446A"/>
                </a:solidFill>
                <a:latin typeface="Arial"/>
                <a:ea typeface="Arial"/>
                <a:cs typeface="Arial"/>
              </a:defRPr>
            </a:pPr>
            <a:r>
              <a:rPr sz="3000" b="1">
                <a:solidFill>
                  <a:srgbClr val="16446A"/>
                </a:solidFill>
                <a:latin typeface="Arial"/>
                <a:ea typeface="Arial"/>
                <a:cs typeface="Arial"/>
              </a:rPr>
              <a:t>0.35%</a:t>
            </a:r>
          </a:p>
        </p:txBody>
      </p:sp>
      <p:sp>
        <p:nvSpPr>
          <p:cNvPr id="8" name="text-7">
            <a:extLst xmlns:a="http://schemas.openxmlformats.org/drawingml/2006/main">
              <a:ext uri="{FF2B5EF4-FFF2-40B4-BE49-F238E27FC236}">
                <a16:creationId xmlns:a16="http://schemas.microsoft.com/office/drawing/2014/main" id="{C451F1F6-21AD-4338-8861-D79C8E03AA64}"/>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Maximum differences, scaled by peak inlet flow</a:t>
            </a:r>
          </a:p>
        </p:txBody>
      </p:sp>
    </p:spTree>
    <p:extLst>
      <p:ext uri="{BB962C8B-B14F-4D97-AF65-F5344CB8AC3E}">
        <p14:creationId xmlns:p14="http://schemas.microsoft.com/office/powerpoint/2010/main" val="737344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9861B4B-EDFB-4FD2-A99F-6970CEB65455}"/>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A Womersley case checks the calculations</a:t>
            </a:r>
          </a:p>
        </p:txBody>
      </p:sp>
      <p:sp>
        <p:nvSpPr>
          <p:cNvPr id="2" name="slide-number">
            <a:extLst xmlns:a="http://schemas.openxmlformats.org/drawingml/2006/main">
              <a:ext uri="{FF2B5EF4-FFF2-40B4-BE49-F238E27FC236}">
                <a16:creationId xmlns:a16="http://schemas.microsoft.com/office/drawing/2014/main" id="{C76072BE-8C0A-4045-9A43-D3D2BE8456A2}"/>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5</a:t>
            </a:r>
          </a:p>
        </p:txBody>
      </p:sp>
      <p:graphicFrame>
        <p:nvGraphicFramePr>
          <p:cNvPr id="3" name="Chart">
            <a:extLst xmlns:a="http://schemas.openxmlformats.org/drawingml/2006/main">
              <a:ext uri="{FF2B5EF4-FFF2-40B4-BE49-F238E27FC236}">
                <a16:creationId xmlns:a16="http://schemas.microsoft.com/office/drawing/2014/main" id="{EFDDA93D-A615-4BFB-805B-545FB6103684}"/>
              </a:ext>
            </a:extLst>
          </p:cNvPr>
          <p:cNvGraphicFramePr/>
          <p:nvPr/>
        </p:nvGraphicFramePr>
        <p:xfrm>
          <a:off xmlns:a="http://schemas.openxmlformats.org/drawingml/2006/main" x="542925" y="1647825"/>
          <a:ext xmlns:a="http://schemas.openxmlformats.org/drawingml/2006/main" cx="8048625" cy="4076700"/>
        </p:xfrm>
        <a:graphic xmlns:a="http://schemas.openxmlformats.org/drawingml/2006/main">
          <a:graphicData uri="http://schemas.openxmlformats.org/drawingml/2006/chart">
            <c:chart xmlns:r="http://schemas.openxmlformats.org/officeDocument/2006/relationships" xmlns:c="http://schemas.openxmlformats.org/drawingml/2006/chart" r:id="R0f4f888c75bd4109"/>
          </a:graphicData>
        </a:graphic>
      </p:graphicFrame>
      <p:sp>
        <p:nvSpPr>
          <p:cNvPr id="4" name="text-3">
            <a:extLst xmlns:a="http://schemas.openxmlformats.org/drawingml/2006/main">
              <a:ext uri="{FF2B5EF4-FFF2-40B4-BE49-F238E27FC236}">
                <a16:creationId xmlns:a16="http://schemas.microsoft.com/office/drawing/2014/main" id="{D722FEFE-8B69-4424-9675-01F4FCCC690F}"/>
              </a:ext>
            </a:extLst>
          </p:cNvPr>
          <p:cNvSpPr>
            <a:spLocks xmlns:a="http://schemas.openxmlformats.org/drawingml/2006/main" noGrp="1"/>
          </p:cNvSpPr>
          <p:nvPr/>
        </p:nvSpPr>
        <p:spPr>
          <a:xfrm xmlns:a="http://schemas.openxmlformats.org/drawingml/2006/main">
            <a:off x="8839200" y="1914525"/>
            <a:ext cx="26765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446A"/>
                </a:solidFill>
                <a:latin typeface="Arial"/>
                <a:ea typeface="Arial"/>
                <a:cs typeface="Arial"/>
              </a:defRPr>
            </a:defPPr>
          </a:lstStyle>
          <a:p xmlns:a="http://schemas.openxmlformats.org/drawingml/2006/main">
            <a:pPr>
              <a:defRPr sz="2100" b="1">
                <a:solidFill>
                  <a:srgbClr val="16446A"/>
                </a:solidFill>
                <a:latin typeface="Arial"/>
                <a:ea typeface="Arial"/>
                <a:cs typeface="Arial"/>
              </a:defRPr>
            </a:pPr>
            <a:r>
              <a:rPr sz="2100" b="1">
                <a:solidFill>
                  <a:srgbClr val="16446A"/>
                </a:solidFill>
                <a:latin typeface="Arial"/>
                <a:ea typeface="Arial"/>
                <a:cs typeface="Arial"/>
              </a:rPr>
              <a:t>Known straight-tube solution</a:t>
            </a:r>
          </a:p>
        </p:txBody>
      </p:sp>
      <p:sp>
        <p:nvSpPr>
          <p:cNvPr id="5" name="text-4">
            <a:extLst xmlns:a="http://schemas.openxmlformats.org/drawingml/2006/main">
              <a:ext uri="{FF2B5EF4-FFF2-40B4-BE49-F238E27FC236}">
                <a16:creationId xmlns:a16="http://schemas.microsoft.com/office/drawing/2014/main" id="{4EC72C51-E3A6-416D-8945-08AF161E35FE}"/>
              </a:ext>
            </a:extLst>
          </p:cNvPr>
          <p:cNvSpPr>
            <a:spLocks xmlns:a="http://schemas.openxmlformats.org/drawingml/2006/main" noGrp="1"/>
          </p:cNvSpPr>
          <p:nvPr/>
        </p:nvSpPr>
        <p:spPr>
          <a:xfrm xmlns:a="http://schemas.openxmlformats.org/drawingml/2006/main">
            <a:off x="8839200" y="3038475"/>
            <a:ext cx="26574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42"/>
                </a:solidFill>
                <a:latin typeface="Arial"/>
                <a:ea typeface="Arial"/>
                <a:cs typeface="Arial"/>
              </a:defRPr>
            </a:defPPr>
          </a:lstStyle>
          <a:p xmlns:a="http://schemas.openxmlformats.org/drawingml/2006/main">
            <a:pPr>
              <a:defRPr sz="1950">
                <a:solidFill>
                  <a:srgbClr val="172B42"/>
                </a:solidFill>
                <a:latin typeface="Arial"/>
                <a:ea typeface="Arial"/>
                <a:cs typeface="Arial"/>
              </a:defRPr>
            </a:pPr>
            <a:r>
              <a:rPr sz="1950">
                <a:solidFill>
                  <a:srgbClr val="172B42"/>
                </a:solidFill>
                <a:latin typeface="Arial"/>
                <a:ea typeface="Arial"/>
                <a:cs typeface="Arial"/>
              </a:rPr>
              <a:t>Mean-speed error</a:t>
            </a:r>
          </a:p>
          <a:p xmlns:a="http://schemas.openxmlformats.org/drawingml/2006/main">
            <a:pPr>
              <a:defRPr sz="1950">
                <a:solidFill>
                  <a:srgbClr val="172B42"/>
                </a:solidFill>
                <a:latin typeface="Arial"/>
                <a:ea typeface="Arial"/>
                <a:cs typeface="Arial"/>
              </a:defRPr>
            </a:pPr>
            <a:r>
              <a:rPr sz="1950">
                <a:solidFill>
                  <a:srgbClr val="172B42"/>
                </a:solidFill>
                <a:latin typeface="Arial"/>
                <a:ea typeface="Arial"/>
                <a:cs typeface="Arial"/>
              </a:rPr>
              <a:t>4.0 × 10⁻⁷ m/s</a:t>
            </a:r>
          </a:p>
          <a:p xmlns:a="http://schemas.openxmlformats.org/drawingml/2006/main">
            <a:r>
              <a:t/>
            </a:r>
          </a:p>
          <a:p xmlns:a="http://schemas.openxmlformats.org/drawingml/2006/main">
            <a:pPr>
              <a:defRPr sz="1950">
                <a:solidFill>
                  <a:srgbClr val="172B42"/>
                </a:solidFill>
                <a:latin typeface="Arial"/>
                <a:ea typeface="Arial"/>
                <a:cs typeface="Arial"/>
              </a:defRPr>
            </a:pPr>
            <a:r>
              <a:rPr sz="1950">
                <a:solidFill>
                  <a:srgbClr val="172B42"/>
                </a:solidFill>
                <a:latin typeface="Arial"/>
                <a:ea typeface="Arial"/>
                <a:cs typeface="Arial"/>
              </a:rPr>
              <a:t>No-slip at the wall</a:t>
            </a:r>
          </a:p>
          <a:p xmlns:a="http://schemas.openxmlformats.org/drawingml/2006/main">
            <a:pPr>
              <a:defRPr sz="1950">
                <a:solidFill>
                  <a:srgbClr val="172B42"/>
                </a:solidFill>
                <a:latin typeface="Arial"/>
                <a:ea typeface="Arial"/>
                <a:cs typeface="Arial"/>
              </a:defRPr>
            </a:pPr>
            <a:r>
              <a:rPr sz="1950">
                <a:solidFill>
                  <a:srgbClr val="172B42"/>
                </a:solidFill>
                <a:latin typeface="Arial"/>
                <a:ea typeface="Arial"/>
                <a:cs typeface="Arial"/>
              </a:rPr>
              <a:t>Analytical balance holds</a:t>
            </a:r>
          </a:p>
        </p:txBody>
      </p:sp>
      <p:sp>
        <p:nvSpPr>
          <p:cNvPr id="6" name="text-5">
            <a:extLst xmlns:a="http://schemas.openxmlformats.org/drawingml/2006/main">
              <a:ext uri="{FF2B5EF4-FFF2-40B4-BE49-F238E27FC236}">
                <a16:creationId xmlns:a16="http://schemas.microsoft.com/office/drawing/2014/main" id="{818847AE-432A-4934-99F2-FF1D7D44F00A}"/>
              </a:ext>
            </a:extLst>
          </p:cNvPr>
          <p:cNvSpPr>
            <a:spLocks xmlns:a="http://schemas.openxmlformats.org/drawingml/2006/main" noGrp="1"/>
          </p:cNvSpPr>
          <p:nvPr/>
        </p:nvSpPr>
        <p:spPr>
          <a:xfrm xmlns:a="http://schemas.openxmlformats.org/drawingml/2006/main">
            <a:off x="609600" y="59245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Reference calculation checks before interpreting the aorta</a:t>
            </a:r>
          </a:p>
        </p:txBody>
      </p:sp>
    </p:spTree>
    <p:extLst>
      <p:ext uri="{BB962C8B-B14F-4D97-AF65-F5344CB8AC3E}">
        <p14:creationId xmlns:p14="http://schemas.microsoft.com/office/powerpoint/2010/main" val="9098468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BCA33BF-DA5E-4E3C-9C71-B7605B9200F7}"/>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Pressure varies across the section</a:t>
            </a:r>
          </a:p>
        </p:txBody>
      </p:sp>
      <p:sp>
        <p:nvSpPr>
          <p:cNvPr id="2" name="slide-number">
            <a:extLst xmlns:a="http://schemas.openxmlformats.org/drawingml/2006/main">
              <a:ext uri="{FF2B5EF4-FFF2-40B4-BE49-F238E27FC236}">
                <a16:creationId xmlns:a16="http://schemas.microsoft.com/office/drawing/2014/main" id="{D7A71383-2C6E-4294-979D-0C2C9717E414}"/>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6</a:t>
            </a:r>
          </a:p>
        </p:txBody>
      </p:sp>
      <p:sp>
        <p:nvSpPr>
          <p:cNvPr id="3" name="text-3">
            <a:extLst xmlns:a="http://schemas.openxmlformats.org/drawingml/2006/main">
              <a:ext uri="{FF2B5EF4-FFF2-40B4-BE49-F238E27FC236}">
                <a16:creationId xmlns:a16="http://schemas.microsoft.com/office/drawing/2014/main" id="{71895706-1AC5-48EB-9775-00BE97E53F06}"/>
              </a:ext>
            </a:extLst>
          </p:cNvPr>
          <p:cNvSpPr>
            <a:spLocks xmlns:a="http://schemas.openxmlformats.org/drawingml/2006/main" noGrp="1"/>
          </p:cNvSpPr>
          <p:nvPr/>
        </p:nvSpPr>
        <p:spPr>
          <a:xfrm xmlns:a="http://schemas.openxmlformats.org/drawingml/2006/main">
            <a:off x="609600" y="14382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Section at 199 mm, at peak section flow</a:t>
            </a:r>
          </a:p>
        </p:txBody>
      </p:sp>
      <p:pic>
        <p:nvPicPr>
          <p:cNvPr id="4" name="">
            <a:extLst xmlns:a="http://schemas.openxmlformats.org/drawingml/2006/main">
              <a:ext uri="{FF2B5EF4-FFF2-40B4-BE49-F238E27FC236}">
                <a16:creationId xmlns:a16="http://schemas.microsoft.com/office/drawing/2014/main" id="{2F2B295B-C95F-4C37-92C5-59F106511D86}"/>
              </a:ext>
            </a:extLst>
          </p:cNvPr>
          <p:cNvPicPr>
            <a:picLocks xmlns:a="http://schemas.openxmlformats.org/drawingml/2006/main" noChangeAspect="1"/>
          </p:cNvPicPr>
          <p:nvPr/>
        </p:nvPicPr>
        <p:blipFill>
          <a:blip xmlns:r="http://schemas.openxmlformats.org/officeDocument/2006/relationships" xmlns:a="http://schemas.openxmlformats.org/drawingml/2006/main" r:embed="Re715ca9fd8274909"/>
          <a:stretch xmlns:a="http://schemas.openxmlformats.org/drawingml/2006/main"/>
        </p:blipFill>
        <p:spPr>
          <a:xfrm xmlns:a="http://schemas.openxmlformats.org/drawingml/2006/main">
            <a:off x="1049777" y="2105025"/>
            <a:ext cx="10054347" cy="3762375"/>
          </a:xfrm>
          <a:prstGeom xmlns:a="http://schemas.openxmlformats.org/drawingml/2006/main" prst="rect">
            <a:avLst/>
          </a:prstGeom>
        </p:spPr>
      </p:pic>
      <p:sp>
        <p:nvSpPr>
          <p:cNvPr id="5" name="text-4">
            <a:extLst xmlns:a="http://schemas.openxmlformats.org/drawingml/2006/main">
              <a:ext uri="{FF2B5EF4-FFF2-40B4-BE49-F238E27FC236}">
                <a16:creationId xmlns:a16="http://schemas.microsoft.com/office/drawing/2014/main" id="{A6A0815D-F98B-4441-A84B-248B5F630B46}"/>
              </a:ext>
            </a:extLst>
          </p:cNvPr>
          <p:cNvSpPr>
            <a:spLocks xmlns:a="http://schemas.openxmlformats.org/drawingml/2006/main" noGrp="1"/>
          </p:cNvSpPr>
          <p:nvPr/>
        </p:nvSpPr>
        <p:spPr>
          <a:xfrm xmlns:a="http://schemas.openxmlformats.org/drawingml/2006/main">
            <a:off x="609600" y="59626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446A"/>
                </a:solidFill>
                <a:latin typeface="Arial"/>
                <a:ea typeface="Arial"/>
                <a:cs typeface="Arial"/>
              </a:defRPr>
            </a:defPPr>
          </a:lstStyle>
          <a:p xmlns:a="http://schemas.openxmlformats.org/drawingml/2006/main">
            <a:pPr>
              <a:defRPr sz="2100">
                <a:solidFill>
                  <a:srgbClr val="16446A"/>
                </a:solidFill>
                <a:latin typeface="Arial"/>
                <a:ea typeface="Arial"/>
                <a:cs typeface="Arial"/>
              </a:defRPr>
            </a:pPr>
            <a:r>
              <a:rPr sz="2100">
                <a:solidFill>
                  <a:srgbClr val="16446A"/>
                </a:solidFill>
                <a:latin typeface="Arial"/>
                <a:ea typeface="Arial"/>
                <a:cs typeface="Arial"/>
              </a:rPr>
              <a:t>Pressure range: 126 Pa</a:t>
            </a:r>
          </a:p>
        </p:txBody>
      </p:sp>
    </p:spTree>
    <p:extLst>
      <p:ext uri="{BB962C8B-B14F-4D97-AF65-F5344CB8AC3E}">
        <p14:creationId xmlns:p14="http://schemas.microsoft.com/office/powerpoint/2010/main" val="18389303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E7D4D36-75E4-4A5C-9047-2B1020126D8C}"/>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The velocity profile changes with phase</a:t>
            </a:r>
          </a:p>
        </p:txBody>
      </p:sp>
      <p:sp>
        <p:nvSpPr>
          <p:cNvPr id="2" name="slide-number">
            <a:extLst xmlns:a="http://schemas.openxmlformats.org/drawingml/2006/main">
              <a:ext uri="{FF2B5EF4-FFF2-40B4-BE49-F238E27FC236}">
                <a16:creationId xmlns:a16="http://schemas.microsoft.com/office/drawing/2014/main" id="{C016B42C-8569-4B78-BE1A-6E7862A45BB0}"/>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7</a:t>
            </a:r>
          </a:p>
        </p:txBody>
      </p:sp>
      <p:graphicFrame>
        <p:nvGraphicFramePr>
          <p:cNvPr id="3" name="Chart">
            <a:extLst xmlns:a="http://schemas.openxmlformats.org/drawingml/2006/main">
              <a:ext uri="{FF2B5EF4-FFF2-40B4-BE49-F238E27FC236}">
                <a16:creationId xmlns:a16="http://schemas.microsoft.com/office/drawing/2014/main" id="{06468173-BFB8-4DE3-A193-4067A8A0DF3F}"/>
              </a:ext>
            </a:extLst>
          </p:cNvPr>
          <p:cNvGraphicFramePr/>
          <p:nvPr/>
        </p:nvGraphicFramePr>
        <p:xfrm>
          <a:off xmlns:a="http://schemas.openxmlformats.org/drawingml/2006/main" x="523875" y="1562100"/>
          <a:ext xmlns:a="http://schemas.openxmlformats.org/drawingml/2006/main" cx="8048625" cy="4210050"/>
        </p:xfrm>
        <a:graphic xmlns:a="http://schemas.openxmlformats.org/drawingml/2006/main">
          <a:graphicData uri="http://schemas.openxmlformats.org/drawingml/2006/chart">
            <c:chart xmlns:r="http://schemas.openxmlformats.org/officeDocument/2006/relationships" xmlns:c="http://schemas.openxmlformats.org/drawingml/2006/chart" r:id="Rda113244a93b415a"/>
          </a:graphicData>
        </a:graphic>
      </p:graphicFrame>
      <p:sp>
        <p:nvSpPr>
          <p:cNvPr id="4" name="text-3">
            <a:extLst xmlns:a="http://schemas.openxmlformats.org/drawingml/2006/main">
              <a:ext uri="{FF2B5EF4-FFF2-40B4-BE49-F238E27FC236}">
                <a16:creationId xmlns:a16="http://schemas.microsoft.com/office/drawing/2014/main" id="{0EEF5E5B-7978-477C-BE51-111BF2A914D2}"/>
              </a:ext>
            </a:extLst>
          </p:cNvPr>
          <p:cNvSpPr>
            <a:spLocks xmlns:a="http://schemas.openxmlformats.org/drawingml/2006/main" noGrp="1"/>
          </p:cNvSpPr>
          <p:nvPr/>
        </p:nvSpPr>
        <p:spPr>
          <a:xfrm xmlns:a="http://schemas.openxmlformats.org/drawingml/2006/main">
            <a:off x="8848725" y="1981200"/>
            <a:ext cx="26765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At peak flow</a:t>
            </a:r>
          </a:p>
        </p:txBody>
      </p:sp>
      <p:sp>
        <p:nvSpPr>
          <p:cNvPr id="5" name="text-4">
            <a:extLst xmlns:a="http://schemas.openxmlformats.org/drawingml/2006/main">
              <a:ext uri="{FF2B5EF4-FFF2-40B4-BE49-F238E27FC236}">
                <a16:creationId xmlns:a16="http://schemas.microsoft.com/office/drawing/2014/main" id="{9B8CB2B8-77DC-4484-91B4-4227E33128D9}"/>
              </a:ext>
            </a:extLst>
          </p:cNvPr>
          <p:cNvSpPr>
            <a:spLocks xmlns:a="http://schemas.openxmlformats.org/drawingml/2006/main" noGrp="1"/>
          </p:cNvSpPr>
          <p:nvPr/>
        </p:nvSpPr>
        <p:spPr>
          <a:xfrm xmlns:a="http://schemas.openxmlformats.org/drawingml/2006/main">
            <a:off x="8848725" y="25812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6446A"/>
                </a:solidFill>
                <a:latin typeface="Arial"/>
                <a:ea typeface="Arial"/>
                <a:cs typeface="Arial"/>
              </a:defRPr>
            </a:defPPr>
          </a:lstStyle>
          <a:p xmlns:a="http://schemas.openxmlformats.org/drawingml/2006/main">
            <a:pPr>
              <a:defRPr sz="2925" b="1">
                <a:solidFill>
                  <a:srgbClr val="16446A"/>
                </a:solidFill>
                <a:latin typeface="Arial"/>
                <a:ea typeface="Arial"/>
                <a:cs typeface="Arial"/>
              </a:defRPr>
            </a:pPr>
            <a:r>
              <a:rPr sz="2925" b="1">
                <a:solidFill>
                  <a:srgbClr val="16446A"/>
                </a:solidFill>
                <a:latin typeface="Arial"/>
                <a:ea typeface="Arial"/>
                <a:cs typeface="Arial"/>
              </a:rPr>
              <a:t>α = 1.06</a:t>
            </a:r>
          </a:p>
        </p:txBody>
      </p:sp>
      <p:sp>
        <p:nvSpPr>
          <p:cNvPr id="6" name="text-5">
            <a:extLst xmlns:a="http://schemas.openxmlformats.org/drawingml/2006/main">
              <a:ext uri="{FF2B5EF4-FFF2-40B4-BE49-F238E27FC236}">
                <a16:creationId xmlns:a16="http://schemas.microsoft.com/office/drawing/2014/main" id="{E0C43F7A-7EB9-48A8-B3E0-B99BE13849D4}"/>
              </a:ext>
            </a:extLst>
          </p:cNvPr>
          <p:cNvSpPr>
            <a:spLocks xmlns:a="http://schemas.openxmlformats.org/drawingml/2006/main" noGrp="1"/>
          </p:cNvSpPr>
          <p:nvPr/>
        </p:nvSpPr>
        <p:spPr>
          <a:xfrm xmlns:a="http://schemas.openxmlformats.org/drawingml/2006/main">
            <a:off x="8848725" y="3609975"/>
            <a:ext cx="26860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446A"/>
                </a:solidFill>
                <a:latin typeface="Arial"/>
                <a:ea typeface="Arial"/>
                <a:cs typeface="Arial"/>
              </a:defRPr>
            </a:defPPr>
          </a:lstStyle>
          <a:p xmlns:a="http://schemas.openxmlformats.org/drawingml/2006/main">
            <a:pPr>
              <a:defRPr sz="2175">
                <a:solidFill>
                  <a:srgbClr val="16446A"/>
                </a:solidFill>
                <a:latin typeface="Arial"/>
                <a:ea typeface="Arial"/>
                <a:cs typeface="Arial"/>
              </a:defRPr>
            </a:pPr>
            <a:r>
              <a:rPr sz="2175">
                <a:solidFill>
                  <a:srgbClr val="16446A"/>
                </a:solidFill>
                <a:latin typeface="Arial"/>
                <a:ea typeface="Arial"/>
                <a:cs typeface="Arial"/>
              </a:rPr>
              <a:t>In-plane RMS</a:t>
            </a:r>
          </a:p>
          <a:p xmlns:a="http://schemas.openxmlformats.org/drawingml/2006/main">
            <a:pPr>
              <a:defRPr sz="2175">
                <a:solidFill>
                  <a:srgbClr val="16446A"/>
                </a:solidFill>
                <a:latin typeface="Arial"/>
                <a:ea typeface="Arial"/>
                <a:cs typeface="Arial"/>
              </a:defRPr>
            </a:pPr>
            <a:r>
              <a:rPr sz="2175">
                <a:solidFill>
                  <a:srgbClr val="16446A"/>
                </a:solidFill>
                <a:latin typeface="Arial"/>
                <a:ea typeface="Arial"/>
                <a:cs typeface="Arial"/>
              </a:rPr>
              <a:t>7.1% of axial RMS</a:t>
            </a:r>
          </a:p>
        </p:txBody>
      </p:sp>
      <p:sp>
        <p:nvSpPr>
          <p:cNvPr id="7" name="text-6">
            <a:extLst xmlns:a="http://schemas.openxmlformats.org/drawingml/2006/main">
              <a:ext uri="{FF2B5EF4-FFF2-40B4-BE49-F238E27FC236}">
                <a16:creationId xmlns:a16="http://schemas.microsoft.com/office/drawing/2014/main" id="{B0AAE193-D805-43E5-879D-B2C39A2B46DE}"/>
              </a:ext>
            </a:extLst>
          </p:cNvPr>
          <p:cNvSpPr>
            <a:spLocks xmlns:a="http://schemas.openxmlformats.org/drawingml/2006/main" noGrp="1"/>
          </p:cNvSpPr>
          <p:nvPr/>
        </p:nvSpPr>
        <p:spPr>
          <a:xfrm xmlns:a="http://schemas.openxmlformats.org/drawingml/2006/main">
            <a:off x="609600" y="5924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Point spread shows variation around the section</a:t>
            </a:r>
          </a:p>
        </p:txBody>
      </p:sp>
    </p:spTree>
    <p:extLst>
      <p:ext uri="{BB962C8B-B14F-4D97-AF65-F5344CB8AC3E}">
        <p14:creationId xmlns:p14="http://schemas.microsoft.com/office/powerpoint/2010/main" val="7368783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8668460-CAAD-4A80-B8AD-A65B2CBDF118}"/>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Reference profiles predict different friction</a:t>
            </a:r>
          </a:p>
        </p:txBody>
      </p:sp>
      <p:sp>
        <p:nvSpPr>
          <p:cNvPr id="2" name="slide-number">
            <a:extLst xmlns:a="http://schemas.openxmlformats.org/drawingml/2006/main">
              <a:ext uri="{FF2B5EF4-FFF2-40B4-BE49-F238E27FC236}">
                <a16:creationId xmlns:a16="http://schemas.microsoft.com/office/drawing/2014/main" id="{DDFCA5EE-C1F6-45A3-A9DA-023AA65416FC}"/>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8</a:t>
            </a:r>
          </a:p>
        </p:txBody>
      </p:sp>
      <p:sp>
        <p:nvSpPr>
          <p:cNvPr id="3" name="text-3">
            <a:extLst xmlns:a="http://schemas.openxmlformats.org/drawingml/2006/main">
              <a:ext uri="{FF2B5EF4-FFF2-40B4-BE49-F238E27FC236}">
                <a16:creationId xmlns:a16="http://schemas.microsoft.com/office/drawing/2014/main" id="{455EDF9E-FB6E-4F35-901B-07C10E589314}"/>
              </a:ext>
            </a:extLst>
          </p:cNvPr>
          <p:cNvSpPr>
            <a:spLocks xmlns:a="http://schemas.openxmlformats.org/drawingml/2006/main" noGrp="1"/>
          </p:cNvSpPr>
          <p:nvPr/>
        </p:nvSpPr>
        <p:spPr>
          <a:xfrm xmlns:a="http://schemas.openxmlformats.org/drawingml/2006/main">
            <a:off x="609600" y="14287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42"/>
                </a:solidFill>
                <a:latin typeface="Arial"/>
                <a:ea typeface="Arial"/>
                <a:cs typeface="Arial"/>
              </a:defRPr>
            </a:defPPr>
          </a:lstStyle>
          <a:p xmlns:a="http://schemas.openxmlformats.org/drawingml/2006/main">
            <a:pPr>
              <a:defRPr sz="2175">
                <a:solidFill>
                  <a:srgbClr val="172B42"/>
                </a:solidFill>
                <a:latin typeface="Arial"/>
                <a:ea typeface="Arial"/>
                <a:cs typeface="Arial"/>
              </a:defRPr>
            </a:pPr>
            <a:r>
              <a:rPr sz="2175">
                <a:solidFill>
                  <a:srgbClr val="172B42"/>
                </a:solidFill>
                <a:latin typeface="Arial"/>
                <a:ea typeface="Arial"/>
                <a:cs typeface="Arial"/>
              </a:rPr>
              <a:t>f = Kᵣ U      Poiseuille: Kᵣ = 8πν      Blunt ζ = 9: Kᵣ = 22πν</a:t>
            </a:r>
          </a:p>
        </p:txBody>
      </p:sp>
      <p:graphicFrame>
        <p:nvGraphicFramePr>
          <p:cNvPr id="4" name="Chart">
            <a:extLst xmlns:a="http://schemas.openxmlformats.org/drawingml/2006/main">
              <a:ext uri="{FF2B5EF4-FFF2-40B4-BE49-F238E27FC236}">
                <a16:creationId xmlns:a16="http://schemas.microsoft.com/office/drawing/2014/main" id="{6F676531-95F6-48F2-A006-EA5C2DC9DEFA}"/>
              </a:ext>
            </a:extLst>
          </p:cNvPr>
          <p:cNvGraphicFramePr/>
          <p:nvPr/>
        </p:nvGraphicFramePr>
        <p:xfrm>
          <a:off xmlns:a="http://schemas.openxmlformats.org/drawingml/2006/main" x="552450" y="2209800"/>
          <a:ext xmlns:a="http://schemas.openxmlformats.org/drawingml/2006/main" cx="11029950" cy="3657600"/>
        </p:xfrm>
        <a:graphic xmlns:a="http://schemas.openxmlformats.org/drawingml/2006/main">
          <a:graphicData uri="http://schemas.openxmlformats.org/drawingml/2006/chart">
            <c:chart xmlns:r="http://schemas.openxmlformats.org/officeDocument/2006/relationships" xmlns:c="http://schemas.openxmlformats.org/drawingml/2006/chart" r:id="Read373e415304d6e"/>
          </a:graphicData>
        </a:graphic>
      </p:graphicFrame>
      <p:sp>
        <p:nvSpPr>
          <p:cNvPr id="5" name="text-4">
            <a:extLst xmlns:a="http://schemas.openxmlformats.org/drawingml/2006/main">
              <a:ext uri="{FF2B5EF4-FFF2-40B4-BE49-F238E27FC236}">
                <a16:creationId xmlns:a16="http://schemas.microsoft.com/office/drawing/2014/main" id="{D1D12847-EA4B-48AD-970D-2DD54A60E510}"/>
              </a:ext>
            </a:extLst>
          </p:cNvPr>
          <p:cNvSpPr>
            <a:spLocks xmlns:a="http://schemas.openxmlformats.org/drawingml/2006/main" noGrp="1"/>
          </p:cNvSpPr>
          <p:nvPr/>
        </p:nvSpPr>
        <p:spPr>
          <a:xfrm xmlns:a="http://schemas.openxmlformats.org/drawingml/2006/main">
            <a:off x="609600" y="60007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References use the same measured mean-flow history</a:t>
            </a:r>
          </a:p>
        </p:txBody>
      </p:sp>
    </p:spTree>
    <p:extLst>
      <p:ext uri="{BB962C8B-B14F-4D97-AF65-F5344CB8AC3E}">
        <p14:creationId xmlns:p14="http://schemas.microsoft.com/office/powerpoint/2010/main" val="1796893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9D85AF7-17D4-4779-8727-D3FA2AB7EB47}"/>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The projected momentum balance</a:t>
            </a:r>
          </a:p>
        </p:txBody>
      </p:sp>
      <p:sp>
        <p:nvSpPr>
          <p:cNvPr id="2" name="slide-number">
            <a:extLst xmlns:a="http://schemas.openxmlformats.org/drawingml/2006/main">
              <a:ext uri="{FF2B5EF4-FFF2-40B4-BE49-F238E27FC236}">
                <a16:creationId xmlns:a16="http://schemas.microsoft.com/office/drawing/2014/main" id="{2D86FCAB-CA76-4A6F-851D-964909008CF5}"/>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9</a:t>
            </a:r>
          </a:p>
        </p:txBody>
      </p:sp>
      <p:sp>
        <p:nvSpPr>
          <p:cNvPr id="3" name="text-3">
            <a:extLst xmlns:a="http://schemas.openxmlformats.org/drawingml/2006/main">
              <a:ext uri="{FF2B5EF4-FFF2-40B4-BE49-F238E27FC236}">
                <a16:creationId xmlns:a16="http://schemas.microsoft.com/office/drawing/2014/main" id="{F70C41CA-1E7E-4913-84BB-E51FED9B9FA3}"/>
              </a:ext>
            </a:extLst>
          </p:cNvPr>
          <p:cNvSpPr>
            <a:spLocks xmlns:a="http://schemas.openxmlformats.org/drawingml/2006/main" noGrp="1"/>
          </p:cNvSpPr>
          <p:nvPr/>
        </p:nvSpPr>
        <p:spPr>
          <a:xfrm xmlns:a="http://schemas.openxmlformats.org/drawingml/2006/main">
            <a:off x="609600" y="14097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72B42"/>
                </a:solidFill>
                <a:latin typeface="Arial"/>
                <a:ea typeface="Arial"/>
                <a:cs typeface="Arial"/>
              </a:defRPr>
            </a:defPPr>
          </a:lstStyle>
          <a:p xmlns:a="http://schemas.openxmlformats.org/drawingml/2006/main">
            <a:pPr>
              <a:defRPr sz="2475">
                <a:solidFill>
                  <a:srgbClr val="172B42"/>
                </a:solidFill>
                <a:latin typeface="Arial"/>
                <a:ea typeface="Arial"/>
                <a:cs typeface="Arial"/>
              </a:defRPr>
            </a:pPr>
            <a:r>
              <a:rPr sz="2475">
                <a:solidFill>
                  <a:srgbClr val="172B42"/>
                </a:solidFill>
                <a:latin typeface="Arial"/>
                <a:ea typeface="Arial"/>
                <a:cs typeface="Arial"/>
              </a:rPr>
              <a:t>R = ∂Q/∂t + ∂(αQ²/A)/∂s + (A/ρ)∂P̄/∂s + f</a:t>
            </a:r>
          </a:p>
        </p:txBody>
      </p:sp>
      <p:pic>
        <p:nvPicPr>
          <p:cNvPr id="4" name="">
            <a:extLst xmlns:a="http://schemas.openxmlformats.org/drawingml/2006/main">
              <a:ext uri="{FF2B5EF4-FFF2-40B4-BE49-F238E27FC236}">
                <a16:creationId xmlns:a16="http://schemas.microsoft.com/office/drawing/2014/main" id="{7E269BB0-9DD3-43B7-8A2B-EC05DDE56A11}"/>
              </a:ext>
            </a:extLst>
          </p:cNvPr>
          <p:cNvPicPr>
            <a:picLocks xmlns:a="http://schemas.openxmlformats.org/drawingml/2006/main" noChangeAspect="1"/>
          </p:cNvPicPr>
          <p:nvPr/>
        </p:nvPicPr>
        <p:blipFill>
          <a:blip xmlns:r="http://schemas.openxmlformats.org/officeDocument/2006/relationships" xmlns:a="http://schemas.openxmlformats.org/drawingml/2006/main" r:embed="R333abef30df044d1"/>
          <a:srcRect xmlns:a="http://schemas.openxmlformats.org/drawingml/2006/main" l="0" t="47000" r="0" b="0"/>
          <a:stretch xmlns:a="http://schemas.openxmlformats.org/drawingml/2006/main"/>
        </p:blipFill>
        <p:spPr>
          <a:xfrm xmlns:a="http://schemas.openxmlformats.org/drawingml/2006/main">
            <a:off x="552450" y="2133600"/>
            <a:ext cx="11001375" cy="3476625"/>
          </a:xfrm>
          <a:prstGeom xmlns:a="http://schemas.openxmlformats.org/drawingml/2006/main" prst="rect">
            <a:avLst/>
          </a:prstGeom>
        </p:spPr>
      </p:pic>
      <p:sp>
        <p:nvSpPr>
          <p:cNvPr id="5" name="text-4">
            <a:extLst xmlns:a="http://schemas.openxmlformats.org/drawingml/2006/main">
              <a:ext uri="{FF2B5EF4-FFF2-40B4-BE49-F238E27FC236}">
                <a16:creationId xmlns:a16="http://schemas.microsoft.com/office/drawing/2014/main" id="{3F8B9640-AC51-4201-9D80-571CC23B3C09}"/>
              </a:ext>
            </a:extLst>
          </p:cNvPr>
          <p:cNvSpPr>
            <a:spLocks xmlns:a="http://schemas.openxmlformats.org/drawingml/2006/main" noGrp="1"/>
          </p:cNvSpPr>
          <p:nvPr/>
        </p:nvSpPr>
        <p:spPr>
          <a:xfrm xmlns:a="http://schemas.openxmlformats.org/drawingml/2006/main">
            <a:off x="609600" y="58483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White regions: excluded or unavailable values. Summary uses common samples.</a:t>
            </a:r>
          </a:p>
        </p:txBody>
      </p:sp>
    </p:spTree>
    <p:extLst>
      <p:ext uri="{BB962C8B-B14F-4D97-AF65-F5344CB8AC3E}">
        <p14:creationId xmlns:p14="http://schemas.microsoft.com/office/powerpoint/2010/main" val="275922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EDA1111-083E-4D21-8CA3-4E5B14CE4961}"/>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The closure comparison</a:t>
            </a:r>
          </a:p>
        </p:txBody>
      </p:sp>
      <p:sp>
        <p:nvSpPr>
          <p:cNvPr id="2" name="slide-number">
            <a:extLst xmlns:a="http://schemas.openxmlformats.org/drawingml/2006/main">
              <a:ext uri="{FF2B5EF4-FFF2-40B4-BE49-F238E27FC236}">
                <a16:creationId xmlns:a16="http://schemas.microsoft.com/office/drawing/2014/main" id="{A4F3F39D-B4B3-4C60-BDCF-2C7554F8BD27}"/>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10</a:t>
            </a:r>
          </a:p>
        </p:txBody>
      </p:sp>
      <p:sp>
        <p:nvSpPr>
          <p:cNvPr id="3" name="text-3">
            <a:extLst xmlns:a="http://schemas.openxmlformats.org/drawingml/2006/main">
              <a:ext uri="{FF2B5EF4-FFF2-40B4-BE49-F238E27FC236}">
                <a16:creationId xmlns:a16="http://schemas.microsoft.com/office/drawing/2014/main" id="{0F62317A-1EFE-4FDC-A865-6AA8E5A81E27}"/>
              </a:ext>
            </a:extLst>
          </p:cNvPr>
          <p:cNvSpPr>
            <a:spLocks xmlns:a="http://schemas.openxmlformats.org/drawingml/2006/main" noGrp="1"/>
          </p:cNvSpPr>
          <p:nvPr/>
        </p:nvSpPr>
        <p:spPr>
          <a:xfrm xmlns:a="http://schemas.openxmlformats.org/drawingml/2006/main">
            <a:off x="609600" y="14192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Normalised residual as a percentage of the term scale</a:t>
            </a:r>
          </a:p>
        </p:txBody>
      </p:sp>
      <p:graphicFrame>
        <p:nvGraphicFramePr>
          <p:cNvPr id="4" name="">
            <a:extLst xmlns:a="http://schemas.openxmlformats.org/drawingml/2006/main">
              <a:ext uri="{FF2B5EF4-FFF2-40B4-BE49-F238E27FC236}">
                <a16:creationId xmlns:a16="http://schemas.microsoft.com/office/drawing/2014/main" id="{91C1C34B-7F42-4ED3-AEC3-35A9B7401874}"/>
              </a:ext>
            </a:extLst>
          </p:cNvPr>
          <p:cNvGraphicFramePr/>
          <p:nvPr/>
        </p:nvGraphicFramePr>
        <p:xfrm>
          <a:off xmlns:a="http://schemas.openxmlformats.org/drawingml/2006/main" x="609600" y="2247900"/>
          <a:ext xmlns:a="http://schemas.openxmlformats.org/drawingml/2006/main" cx="10858500" cy="2705100"/>
        </p:xfrm>
        <a:graphic xmlns:a="http://schemas.openxmlformats.org/drawingml/2006/main">
          <a:graphicData uri="http://schemas.openxmlformats.org/drawingml/2006/table">
            <a:tbl>
              <a:tblPr firstRow="1" bandRow="0"/>
              <a:tblGrid>
                <a:gridCol w="5715000"/>
                <a:gridCol w="2190750"/>
                <a:gridCol w="2952750"/>
              </a:tblGrid>
              <a:tr h="676275">
                <a:tc>
                  <a:txBody>
                    <a:bodyPr/>
                    <a:lstStyle/>
                    <a:p>
                      <a:r>
                        <a:rPr sz="2025" b="1">
                          <a:solidFill>
                            <a:srgbClr val="FFFFFF"/>
                          </a:solidFill>
                          <a:latin typeface="Arial"/>
                          <a:ea typeface="Arial"/>
                          <a:cs typeface="Arial"/>
                        </a:rPr>
                        <a:t>Closure</a:t>
                      </a:r>
                    </a:p>
                  </a:txBody>
                  <a:tcPr marL="91440" marR="91440" marT="45720" marB="45720">
                    <a:solidFill>
                      <a:srgbClr val="16446A"/>
                    </a:solidFill>
                  </a:tcPr>
                </a:tc>
                <a:tc>
                  <a:txBody>
                    <a:bodyPr/>
                    <a:lstStyle/>
                    <a:p>
                      <a:r>
                        <a:rPr sz="2025" b="1">
                          <a:solidFill>
                            <a:srgbClr val="FFFFFF"/>
                          </a:solidFill>
                          <a:latin typeface="Arial"/>
                          <a:ea typeface="Arial"/>
                          <a:cs typeface="Arial"/>
                        </a:rPr>
                        <a:t>Median</a:t>
                      </a:r>
                    </a:p>
                  </a:txBody>
                  <a:tcPr marL="91440" marR="91440" marT="45720" marB="45720">
                    <a:solidFill>
                      <a:srgbClr val="16446A"/>
                    </a:solidFill>
                  </a:tcPr>
                </a:tc>
                <a:tc>
                  <a:txBody>
                    <a:bodyPr/>
                    <a:lstStyle/>
                    <a:p>
                      <a:r>
                        <a:rPr sz="2025" b="1">
                          <a:solidFill>
                            <a:srgbClr val="FFFFFF"/>
                          </a:solidFill>
                          <a:latin typeface="Arial"/>
                          <a:ea typeface="Arial"/>
                          <a:cs typeface="Arial"/>
                        </a:rPr>
                        <a:t>95th percentile</a:t>
                      </a:r>
                    </a:p>
                  </a:txBody>
                  <a:tcPr marL="91440" marR="91440" marT="45720" marB="45720">
                    <a:solidFill>
                      <a:srgbClr val="16446A"/>
                    </a:solidFill>
                  </a:tcPr>
                </a:tc>
              </a:tr>
              <a:tr h="676275">
                <a:tc>
                  <a:txBody>
                    <a:bodyPr/>
                    <a:lstStyle/>
                    <a:p>
                      <a:r>
                        <a:rPr sz="2175" b="0">
                          <a:solidFill>
                            <a:srgbClr val="172B42"/>
                          </a:solidFill>
                          <a:latin typeface="Arial"/>
                          <a:ea typeface="Arial"/>
                          <a:cs typeface="Arial"/>
                        </a:rPr>
                        <a:t>Poiseuille</a:t>
                      </a:r>
                    </a:p>
                  </a:txBody>
                  <a:tcPr marL="91440" marR="91440" marT="45720" marB="45720">
                    <a:solidFill>
                      <a:srgbClr val="FFFFFF"/>
                    </a:solidFill>
                  </a:tcPr>
                </a:tc>
                <a:tc>
                  <a:txBody>
                    <a:bodyPr/>
                    <a:lstStyle/>
                    <a:p>
                      <a:r>
                        <a:rPr sz="2175" b="0">
                          <a:solidFill>
                            <a:srgbClr val="172B42"/>
                          </a:solidFill>
                          <a:latin typeface="Arial"/>
                          <a:ea typeface="Arial"/>
                          <a:cs typeface="Arial"/>
                        </a:rPr>
                        <a:t>4.6%</a:t>
                      </a:r>
                    </a:p>
                  </a:txBody>
                  <a:tcPr marL="91440" marR="91440" marT="45720" marB="45720">
                    <a:solidFill>
                      <a:srgbClr val="FFFFFF"/>
                    </a:solidFill>
                  </a:tcPr>
                </a:tc>
                <a:tc>
                  <a:txBody>
                    <a:bodyPr/>
                    <a:lstStyle/>
                    <a:p>
                      <a:r>
                        <a:rPr sz="2175" b="0">
                          <a:solidFill>
                            <a:srgbClr val="172B42"/>
                          </a:solidFill>
                          <a:latin typeface="Arial"/>
                          <a:ea typeface="Arial"/>
                          <a:cs typeface="Arial"/>
                        </a:rPr>
                        <a:t>49.6%</a:t>
                      </a:r>
                    </a:p>
                  </a:txBody>
                  <a:tcPr marL="91440" marR="91440" marT="45720" marB="45720">
                    <a:solidFill>
                      <a:srgbClr val="FFFFFF"/>
                    </a:solidFill>
                  </a:tcPr>
                </a:tc>
              </a:tr>
              <a:tr h="676275">
                <a:tc>
                  <a:txBody>
                    <a:bodyPr/>
                    <a:lstStyle/>
                    <a:p>
                      <a:r>
                        <a:rPr sz="2175" b="0">
                          <a:solidFill>
                            <a:srgbClr val="172B42"/>
                          </a:solidFill>
                          <a:latin typeface="Arial"/>
                          <a:ea typeface="Arial"/>
                          <a:cs typeface="Arial"/>
                        </a:rPr>
                        <a:t>Blunt ζ = 9</a:t>
                      </a:r>
                    </a:p>
                  </a:txBody>
                  <a:tcPr marL="91440" marR="91440" marT="45720" marB="45720">
                    <a:solidFill>
                      <a:srgbClr val="FFFFFF"/>
                    </a:solidFill>
                  </a:tcPr>
                </a:tc>
                <a:tc>
                  <a:txBody>
                    <a:bodyPr/>
                    <a:lstStyle/>
                    <a:p>
                      <a:r>
                        <a:rPr sz="2175" b="0">
                          <a:solidFill>
                            <a:srgbClr val="172B42"/>
                          </a:solidFill>
                          <a:latin typeface="Arial"/>
                          <a:ea typeface="Arial"/>
                          <a:cs typeface="Arial"/>
                        </a:rPr>
                        <a:t>4.4%</a:t>
                      </a:r>
                    </a:p>
                  </a:txBody>
                  <a:tcPr marL="91440" marR="91440" marT="45720" marB="45720">
                    <a:solidFill>
                      <a:srgbClr val="FFFFFF"/>
                    </a:solidFill>
                  </a:tcPr>
                </a:tc>
                <a:tc>
                  <a:txBody>
                    <a:bodyPr/>
                    <a:lstStyle/>
                    <a:p>
                      <a:r>
                        <a:rPr sz="2175" b="0">
                          <a:solidFill>
                            <a:srgbClr val="172B42"/>
                          </a:solidFill>
                          <a:latin typeface="Arial"/>
                          <a:ea typeface="Arial"/>
                          <a:cs typeface="Arial"/>
                        </a:rPr>
                        <a:t>45.4%</a:t>
                      </a:r>
                    </a:p>
                  </a:txBody>
                  <a:tcPr marL="91440" marR="91440" marT="45720" marB="45720">
                    <a:solidFill>
                      <a:srgbClr val="FFFFFF"/>
                    </a:solidFill>
                  </a:tcPr>
                </a:tc>
              </a:tr>
              <a:tr h="676275">
                <a:tc>
                  <a:txBody>
                    <a:bodyPr/>
                    <a:lstStyle/>
                    <a:p>
                      <a:r>
                        <a:rPr sz="2175" b="1">
                          <a:solidFill>
                            <a:srgbClr val="172B42"/>
                          </a:solidFill>
                          <a:latin typeface="Arial"/>
                          <a:ea typeface="Arial"/>
                          <a:cs typeface="Arial"/>
                        </a:rPr>
                        <a:t>Measured α and f</a:t>
                      </a:r>
                    </a:p>
                  </a:txBody>
                  <a:tcPr marL="91440" marR="91440" marT="45720" marB="45720">
                    <a:solidFill>
                      <a:srgbClr val="FFFFFF"/>
                    </a:solidFill>
                  </a:tcPr>
                </a:tc>
                <a:tc>
                  <a:txBody>
                    <a:bodyPr/>
                    <a:lstStyle/>
                    <a:p>
                      <a:r>
                        <a:rPr sz="2175" b="1">
                          <a:solidFill>
                            <a:srgbClr val="172B42"/>
                          </a:solidFill>
                          <a:latin typeface="Arial"/>
                          <a:ea typeface="Arial"/>
                          <a:cs typeface="Arial"/>
                        </a:rPr>
                        <a:t>1.2%</a:t>
                      </a:r>
                    </a:p>
                  </a:txBody>
                  <a:tcPr marL="91440" marR="91440" marT="45720" marB="45720">
                    <a:solidFill>
                      <a:srgbClr val="FFFFFF"/>
                    </a:solidFill>
                  </a:tcPr>
                </a:tc>
                <a:tc>
                  <a:txBody>
                    <a:bodyPr/>
                    <a:lstStyle/>
                    <a:p>
                      <a:r>
                        <a:rPr sz="2175" b="1">
                          <a:solidFill>
                            <a:srgbClr val="172B42"/>
                          </a:solidFill>
                          <a:latin typeface="Arial"/>
                          <a:ea typeface="Arial"/>
                          <a:cs typeface="Arial"/>
                        </a:rPr>
                        <a:t>17.5%</a:t>
                      </a:r>
                    </a:p>
                  </a:txBody>
                  <a:tcPr marL="91440" marR="91440" marT="45720" marB="45720">
                    <a:solidFill>
                      <a:srgbClr val="FFFFFF"/>
                    </a:solidFill>
                  </a:tcPr>
                </a:tc>
              </a:tr>
            </a:tbl>
          </a:graphicData>
        </a:graphic>
      </p:graphicFrame>
      <p:sp>
        <p:nvSpPr>
          <p:cNvPr id="5" name="text-4">
            <a:extLst xmlns:a="http://schemas.openxmlformats.org/drawingml/2006/main">
              <a:ext uri="{FF2B5EF4-FFF2-40B4-BE49-F238E27FC236}">
                <a16:creationId xmlns:a16="http://schemas.microsoft.com/office/drawing/2014/main" id="{799F5A01-6BF2-454B-B874-83E7974D2DDD}"/>
              </a:ext>
            </a:extLst>
          </p:cNvPr>
          <p:cNvSpPr>
            <a:spLocks xmlns:a="http://schemas.openxmlformats.org/drawingml/2006/main" noGrp="1"/>
          </p:cNvSpPr>
          <p:nvPr/>
        </p:nvSpPr>
        <p:spPr>
          <a:xfrm xmlns:a="http://schemas.openxmlformats.org/drawingml/2006/main">
            <a:off x="609600" y="53244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446A"/>
                </a:solidFill>
                <a:latin typeface="Arial"/>
                <a:ea typeface="Arial"/>
                <a:cs typeface="Arial"/>
              </a:defRPr>
            </a:defPPr>
          </a:lstStyle>
          <a:p xmlns:a="http://schemas.openxmlformats.org/drawingml/2006/main">
            <a:pPr>
              <a:defRPr sz="2175">
                <a:solidFill>
                  <a:srgbClr val="16446A"/>
                </a:solidFill>
                <a:latin typeface="Arial"/>
                <a:ea typeface="Arial"/>
                <a:cs typeface="Arial"/>
              </a:defRPr>
            </a:pPr>
            <a:r>
              <a:rPr sz="2175">
                <a:solidFill>
                  <a:srgbClr val="16446A"/>
                </a:solidFill>
                <a:latin typeface="Arial"/>
                <a:ea typeface="Arial"/>
                <a:cs typeface="Arial"/>
              </a:rPr>
              <a:t>Same 2,878 station–time pairs for every closure</a:t>
            </a:r>
          </a:p>
        </p:txBody>
      </p:sp>
      <p:sp>
        <p:nvSpPr>
          <p:cNvPr id="6" name="text-5">
            <a:extLst xmlns:a="http://schemas.openxmlformats.org/drawingml/2006/main">
              <a:ext uri="{FF2B5EF4-FFF2-40B4-BE49-F238E27FC236}">
                <a16:creationId xmlns:a16="http://schemas.microsoft.com/office/drawing/2014/main" id="{73AEFB81-BDC8-49A9-8497-C59A6DB3D1D2}"/>
              </a:ext>
            </a:extLst>
          </p:cNvPr>
          <p:cNvSpPr>
            <a:spLocks xmlns:a="http://schemas.openxmlformats.org/drawingml/2006/main" noGrp="1"/>
          </p:cNvSpPr>
          <p:nvPr/>
        </p:nvSpPr>
        <p:spPr>
          <a:xfrm xmlns:a="http://schemas.openxmlformats.org/drawingml/2006/main">
            <a:off x="609600" y="59721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Measured corrections reduce the median. Larger residuals remain.</a:t>
            </a:r>
          </a:p>
        </p:txBody>
      </p:sp>
    </p:spTree>
    <p:extLst>
      <p:ext uri="{BB962C8B-B14F-4D97-AF65-F5344CB8AC3E}">
        <p14:creationId xmlns:p14="http://schemas.microsoft.com/office/powerpoint/2010/main" val="20214284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F77379A-0121-4DE6-A8FD-92DE2ABF01B9}"/>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Limits of the analysis</a:t>
            </a:r>
          </a:p>
        </p:txBody>
      </p:sp>
      <p:sp>
        <p:nvSpPr>
          <p:cNvPr id="2" name="slide-number">
            <a:extLst xmlns:a="http://schemas.openxmlformats.org/drawingml/2006/main">
              <a:ext uri="{FF2B5EF4-FFF2-40B4-BE49-F238E27FC236}">
                <a16:creationId xmlns:a16="http://schemas.microsoft.com/office/drawing/2014/main" id="{EC80913F-16D8-4392-A134-AC0011A9C12D}"/>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6C9F5CF7-3E5E-473A-8316-065C0C367A3D}"/>
              </a:ext>
            </a:extLst>
          </p:cNvPr>
          <p:cNvGraphicFramePr/>
          <p:nvPr/>
        </p:nvGraphicFramePr>
        <p:xfrm>
          <a:off xmlns:a="http://schemas.openxmlformats.org/drawingml/2006/main" x="533400" y="1809750"/>
          <a:ext xmlns:a="http://schemas.openxmlformats.org/drawingml/2006/main" cx="7439025" cy="3990975"/>
        </p:xfrm>
        <a:graphic xmlns:a="http://schemas.openxmlformats.org/drawingml/2006/main">
          <a:graphicData uri="http://schemas.openxmlformats.org/drawingml/2006/chart">
            <c:chart xmlns:r="http://schemas.openxmlformats.org/officeDocument/2006/relationships" xmlns:c="http://schemas.openxmlformats.org/drawingml/2006/chart" r:id="Rdb306952eeb24339"/>
          </a:graphicData>
        </a:graphic>
      </p:graphicFrame>
      <p:sp>
        <p:nvSpPr>
          <p:cNvPr id="4" name="text-3">
            <a:extLst xmlns:a="http://schemas.openxmlformats.org/drawingml/2006/main">
              <a:ext uri="{FF2B5EF4-FFF2-40B4-BE49-F238E27FC236}">
                <a16:creationId xmlns:a16="http://schemas.microsoft.com/office/drawing/2014/main" id="{48573211-EAE7-427B-A8A9-663765BEFAEF}"/>
              </a:ext>
            </a:extLst>
          </p:cNvPr>
          <p:cNvSpPr>
            <a:spLocks xmlns:a="http://schemas.openxmlformats.org/drawingml/2006/main" noGrp="1"/>
          </p:cNvSpPr>
          <p:nvPr/>
        </p:nvSpPr>
        <p:spPr>
          <a:xfrm xmlns:a="http://schemas.openxmlformats.org/drawingml/2006/main">
            <a:off x="8401050" y="2133600"/>
            <a:ext cx="30575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42"/>
                </a:solidFill>
                <a:latin typeface="Arial"/>
                <a:ea typeface="Arial"/>
                <a:cs typeface="Arial"/>
              </a:defRPr>
            </a:defPPr>
          </a:lstStyle>
          <a:p xmlns:a="http://schemas.openxmlformats.org/drawingml/2006/main">
            <a:pPr marL="228600" indent="-114300">
              <a:spcAft>
                <a:spcPts val="1000"/>
              </a:spcAft>
              <a:buChar char="•"/>
              <a:defRPr sz="1950">
                <a:solidFill>
                  <a:srgbClr val="172B42"/>
                </a:solidFill>
                <a:latin typeface="Arial"/>
                <a:ea typeface="Arial"/>
                <a:cs typeface="Arial"/>
              </a:defRPr>
            </a:pPr>
            <a:r>
              <a:t>Rigid walls</a:t>
            </a:r>
          </a:p>
          <a:p xmlns:a="http://schemas.openxmlformats.org/drawingml/2006/main">
            <a:pPr marL="228600" indent="-114300">
              <a:spcAft>
                <a:spcPts val="1000"/>
              </a:spcAft>
              <a:buChar char="•"/>
              <a:defRPr sz="1950">
                <a:solidFill>
                  <a:srgbClr val="172B42"/>
                </a:solidFill>
                <a:latin typeface="Arial"/>
                <a:ea typeface="Arial"/>
                <a:cs typeface="Arial"/>
              </a:defRPr>
            </a:pPr>
            <a:r>
              <a:t>One anatomy and one cycle</a:t>
            </a:r>
          </a:p>
          <a:p xmlns:a="http://schemas.openxmlformats.org/drawingml/2006/main">
            <a:pPr marL="228600" indent="-114300">
              <a:spcAft>
                <a:spcPts val="1000"/>
              </a:spcAft>
              <a:buChar char="•"/>
              <a:defRPr sz="1950">
                <a:solidFill>
                  <a:srgbClr val="172B42"/>
                </a:solidFill>
                <a:latin typeface="Arial"/>
                <a:ea typeface="Arial"/>
                <a:cs typeface="Arial"/>
              </a:defRPr>
            </a:pPr>
            <a:r>
              <a:t>Near-wall sampling affects force</a:t>
            </a:r>
          </a:p>
          <a:p xmlns:a="http://schemas.openxmlformats.org/drawingml/2006/main">
            <a:pPr marL="228600" indent="-114300">
              <a:spcAft>
                <a:spcPts val="1000"/>
              </a:spcAft>
              <a:buChar char="•"/>
              <a:defRPr sz="1950">
                <a:solidFill>
                  <a:srgbClr val="172B42"/>
                </a:solidFill>
                <a:latin typeface="Arial"/>
                <a:ea typeface="Arial"/>
                <a:cs typeface="Arial"/>
              </a:defRPr>
            </a:pPr>
            <a:r>
              <a:t>No mesh-convergence evidence</a:t>
            </a:r>
          </a:p>
        </p:txBody>
      </p:sp>
      <p:sp>
        <p:nvSpPr>
          <p:cNvPr id="5" name="text-4">
            <a:extLst xmlns:a="http://schemas.openxmlformats.org/drawingml/2006/main">
              <a:ext uri="{FF2B5EF4-FFF2-40B4-BE49-F238E27FC236}">
                <a16:creationId xmlns:a16="http://schemas.microsoft.com/office/drawing/2014/main" id="{19F047AD-540C-4CE2-84C9-9C9A5FDC6651}"/>
              </a:ext>
            </a:extLst>
          </p:cNvPr>
          <p:cNvSpPr>
            <a:spLocks xmlns:a="http://schemas.openxmlformats.org/drawingml/2006/main" noGrp="1"/>
          </p:cNvSpPr>
          <p:nvPr/>
        </p:nvSpPr>
        <p:spPr>
          <a:xfrm xmlns:a="http://schemas.openxmlformats.org/drawingml/2006/main">
            <a:off x="609600" y="59245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Probe-depth comparison is a sensitivity check</a:t>
            </a:r>
          </a:p>
        </p:txBody>
      </p:sp>
    </p:spTree>
    <p:extLst>
      <p:ext uri="{BB962C8B-B14F-4D97-AF65-F5344CB8AC3E}">
        <p14:creationId xmlns:p14="http://schemas.microsoft.com/office/powerpoint/2010/main" val="8372688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8FCD7C9-4F05-48EC-AF2D-95FF37ADD249}"/>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Conclusions</a:t>
            </a:r>
          </a:p>
        </p:txBody>
      </p:sp>
      <p:sp>
        <p:nvSpPr>
          <p:cNvPr id="2" name="slide-number">
            <a:extLst xmlns:a="http://schemas.openxmlformats.org/drawingml/2006/main">
              <a:ext uri="{FF2B5EF4-FFF2-40B4-BE49-F238E27FC236}">
                <a16:creationId xmlns:a16="http://schemas.microsoft.com/office/drawing/2014/main" id="{4DCE45E4-300B-4D25-9F64-508603A1278C}"/>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12</a:t>
            </a:r>
          </a:p>
        </p:txBody>
      </p:sp>
      <p:sp>
        <p:nvSpPr>
          <p:cNvPr id="3" name="text-3">
            <a:extLst xmlns:a="http://schemas.openxmlformats.org/drawingml/2006/main">
              <a:ext uri="{FF2B5EF4-FFF2-40B4-BE49-F238E27FC236}">
                <a16:creationId xmlns:a16="http://schemas.microsoft.com/office/drawing/2014/main" id="{13D07445-BD4E-4976-AECA-4F6930869A01}"/>
              </a:ext>
            </a:extLst>
          </p:cNvPr>
          <p:cNvSpPr>
            <a:spLocks xmlns:a="http://schemas.openxmlformats.org/drawingml/2006/main" noGrp="1"/>
          </p:cNvSpPr>
          <p:nvPr/>
        </p:nvSpPr>
        <p:spPr>
          <a:xfrm xmlns:a="http://schemas.openxmlformats.org/drawingml/2006/main">
            <a:off x="609600" y="1971675"/>
            <a:ext cx="1057275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2B42"/>
                </a:solidFill>
                <a:latin typeface="Arial"/>
                <a:ea typeface="Arial"/>
                <a:cs typeface="Arial"/>
              </a:defRPr>
            </a:defPPr>
          </a:lstStyle>
          <a:p xmlns:a="http://schemas.openxmlformats.org/drawingml/2006/main">
            <a:pPr marL="228600" indent="-114300">
              <a:spcAft>
                <a:spcPts val="1000"/>
              </a:spcAft>
              <a:buChar char="•"/>
              <a:defRPr sz="2550">
                <a:solidFill>
                  <a:srgbClr val="172B42"/>
                </a:solidFill>
                <a:latin typeface="Arial"/>
                <a:ea typeface="Arial"/>
                <a:cs typeface="Arial"/>
              </a:defRPr>
            </a:pPr>
            <a:r>
              <a:t>Conservation supports consistent flow measurements.</a:t>
            </a:r>
          </a:p>
          <a:p xmlns:a="http://schemas.openxmlformats.org/drawingml/2006/main">
            <a:pPr marL="228600" indent="-114300">
              <a:spcAft>
                <a:spcPts val="1000"/>
              </a:spcAft>
              <a:buChar char="•"/>
              <a:defRPr sz="2550">
                <a:solidFill>
                  <a:srgbClr val="172B42"/>
                </a:solidFill>
                <a:latin typeface="Arial"/>
                <a:ea typeface="Arial"/>
                <a:cs typeface="Arial"/>
              </a:defRPr>
            </a:pPr>
            <a:r>
              <a:t>Measured profile and friction information reduces the typical residual.</a:t>
            </a:r>
          </a:p>
          <a:p xmlns:a="http://schemas.openxmlformats.org/drawingml/2006/main">
            <a:pPr marL="228600" indent="-114300">
              <a:spcAft>
                <a:spcPts val="1000"/>
              </a:spcAft>
              <a:buChar char="•"/>
              <a:defRPr sz="2550">
                <a:solidFill>
                  <a:srgbClr val="172B42"/>
                </a:solidFill>
                <a:latin typeface="Arial"/>
                <a:ea typeface="Arial"/>
                <a:cs typeface="Arial"/>
              </a:defRPr>
            </a:pPr>
            <a:r>
              <a:t>Position, phase and numerical limits still affect the result.</a:t>
            </a:r>
          </a:p>
        </p:txBody>
      </p:sp>
      <p:sp>
        <p:nvSpPr>
          <p:cNvPr id="4" name="text-4">
            <a:extLst xmlns:a="http://schemas.openxmlformats.org/drawingml/2006/main">
              <a:ext uri="{FF2B5EF4-FFF2-40B4-BE49-F238E27FC236}">
                <a16:creationId xmlns:a16="http://schemas.microsoft.com/office/drawing/2014/main" id="{A1FAEE86-2FEB-42DA-9CA4-1C6F7E0B3F7B}"/>
              </a:ext>
            </a:extLst>
          </p:cNvPr>
          <p:cNvSpPr>
            <a:spLocks xmlns:a="http://schemas.openxmlformats.org/drawingml/2006/main" noGrp="1"/>
          </p:cNvSpPr>
          <p:nvPr/>
        </p:nvSpPr>
        <p:spPr>
          <a:xfrm xmlns:a="http://schemas.openxmlformats.org/drawingml/2006/main">
            <a:off x="609600" y="51911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446A"/>
                </a:solidFill>
                <a:latin typeface="Arial"/>
                <a:ea typeface="Arial"/>
                <a:cs typeface="Arial"/>
              </a:defRPr>
            </a:defPPr>
          </a:lstStyle>
          <a:p xmlns:a="http://schemas.openxmlformats.org/drawingml/2006/main">
            <a:pPr>
              <a:defRPr sz="2400">
                <a:solidFill>
                  <a:srgbClr val="16446A"/>
                </a:solidFill>
                <a:latin typeface="Arial"/>
                <a:ea typeface="Arial"/>
                <a:cs typeface="Arial"/>
              </a:defRPr>
            </a:pPr>
            <a:r>
              <a:rPr sz="2400">
                <a:solidFill>
                  <a:srgbClr val="16446A"/>
                </a:solidFill>
                <a:latin typeface="Arial"/>
                <a:ea typeface="Arial"/>
                <a:cs typeface="Arial"/>
              </a:rPr>
              <a:t>A 1D description can summarise bulk transport, with care in its closures.</a:t>
            </a:r>
          </a:p>
        </p:txBody>
      </p:sp>
    </p:spTree>
    <p:extLst>
      <p:ext uri="{BB962C8B-B14F-4D97-AF65-F5344CB8AC3E}">
        <p14:creationId xmlns:p14="http://schemas.microsoft.com/office/powerpoint/2010/main" val="4171606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6DF3791-4416-4311-9DED-05D7FB6AD68D}"/>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Backup: profile correction over the cycle</a:t>
            </a:r>
          </a:p>
        </p:txBody>
      </p:sp>
      <p:sp>
        <p:nvSpPr>
          <p:cNvPr id="2" name="slide-number">
            <a:extLst xmlns:a="http://schemas.openxmlformats.org/drawingml/2006/main">
              <a:ext uri="{FF2B5EF4-FFF2-40B4-BE49-F238E27FC236}">
                <a16:creationId xmlns:a16="http://schemas.microsoft.com/office/drawing/2014/main" id="{471F7177-6F1A-44E4-B387-B1F42B095B5F}"/>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13</a:t>
            </a:r>
          </a:p>
        </p:txBody>
      </p:sp>
      <p:sp>
        <p:nvSpPr>
          <p:cNvPr id="3" name="text-3">
            <a:extLst xmlns:a="http://schemas.openxmlformats.org/drawingml/2006/main">
              <a:ext uri="{FF2B5EF4-FFF2-40B4-BE49-F238E27FC236}">
                <a16:creationId xmlns:a16="http://schemas.microsoft.com/office/drawing/2014/main" id="{C19F52C5-8546-4E71-981A-B7FF451799B4}"/>
              </a:ext>
            </a:extLst>
          </p:cNvPr>
          <p:cNvSpPr>
            <a:spLocks xmlns:a="http://schemas.openxmlformats.org/drawingml/2006/main" noGrp="1"/>
          </p:cNvSpPr>
          <p:nvPr/>
        </p:nvSpPr>
        <p:spPr>
          <a:xfrm xmlns:a="http://schemas.openxmlformats.org/drawingml/2006/main">
            <a:off x="609600" y="14382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6717C"/>
                </a:solidFill>
                <a:latin typeface="Arial"/>
                <a:ea typeface="Arial"/>
                <a:cs typeface="Arial"/>
              </a:defRPr>
            </a:defPPr>
          </a:lstStyle>
          <a:p xmlns:a="http://schemas.openxmlformats.org/drawingml/2006/main">
            <a:pPr>
              <a:defRPr sz="2100">
                <a:solidFill>
                  <a:srgbClr val="66717C"/>
                </a:solidFill>
                <a:latin typeface="Arial"/>
                <a:ea typeface="Arial"/>
                <a:cs typeface="Arial"/>
              </a:defRPr>
            </a:pPr>
            <a:r>
              <a:rPr sz="2100">
                <a:solidFill>
                  <a:srgbClr val="66717C"/>
                </a:solidFill>
                <a:latin typeface="Arial"/>
                <a:ea typeface="Arial"/>
                <a:cs typeface="Arial"/>
              </a:rPr>
              <a:t>Selected section. The vertical axis is logarithmic.</a:t>
            </a:r>
          </a:p>
        </p:txBody>
      </p:sp>
      <p:pic>
        <p:nvPicPr>
          <p:cNvPr id="4" name="">
            <a:extLst xmlns:a="http://schemas.openxmlformats.org/drawingml/2006/main">
              <a:ext uri="{FF2B5EF4-FFF2-40B4-BE49-F238E27FC236}">
                <a16:creationId xmlns:a16="http://schemas.microsoft.com/office/drawing/2014/main" id="{E437C0B3-8FBA-4B37-9EDB-46AB297D1890}"/>
              </a:ext>
            </a:extLst>
          </p:cNvPr>
          <p:cNvPicPr>
            <a:picLocks xmlns:a="http://schemas.openxmlformats.org/drawingml/2006/main" noChangeAspect="1"/>
          </p:cNvPicPr>
          <p:nvPr/>
        </p:nvPicPr>
        <p:blipFill>
          <a:blip xmlns:r="http://schemas.openxmlformats.org/officeDocument/2006/relationships" xmlns:a="http://schemas.openxmlformats.org/drawingml/2006/main" r:embed="R9efb3abcfa2d4d15"/>
          <a:stretch xmlns:a="http://schemas.openxmlformats.org/drawingml/2006/main"/>
        </p:blipFill>
        <p:spPr>
          <a:xfrm xmlns:a="http://schemas.openxmlformats.org/drawingml/2006/main">
            <a:off x="1505935" y="2143125"/>
            <a:ext cx="9065829" cy="3552825"/>
          </a:xfrm>
          <a:prstGeom xmlns:a="http://schemas.openxmlformats.org/drawingml/2006/main" prst="rect">
            <a:avLst/>
          </a:prstGeom>
        </p:spPr>
      </p:pic>
      <p:sp>
        <p:nvSpPr>
          <p:cNvPr id="5" name="text-4">
            <a:extLst xmlns:a="http://schemas.openxmlformats.org/drawingml/2006/main">
              <a:ext uri="{FF2B5EF4-FFF2-40B4-BE49-F238E27FC236}">
                <a16:creationId xmlns:a16="http://schemas.microsoft.com/office/drawing/2014/main" id="{71899E65-86E9-472A-8DE9-FD12C17002A5}"/>
              </a:ext>
            </a:extLst>
          </p:cNvPr>
          <p:cNvSpPr>
            <a:spLocks xmlns:a="http://schemas.openxmlformats.org/drawingml/2006/main" noGrp="1"/>
          </p:cNvSpPr>
          <p:nvPr/>
        </p:nvSpPr>
        <p:spPr>
          <a:xfrm xmlns:a="http://schemas.openxmlformats.org/drawingml/2006/main">
            <a:off x="609600" y="59626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42"/>
                </a:solidFill>
                <a:latin typeface="Arial"/>
                <a:ea typeface="Arial"/>
                <a:cs typeface="Arial"/>
              </a:defRPr>
            </a:defPPr>
          </a:lstStyle>
          <a:p xmlns:a="http://schemas.openxmlformats.org/drawingml/2006/main">
            <a:pPr>
              <a:defRPr sz="1875">
                <a:solidFill>
                  <a:srgbClr val="172B42"/>
                </a:solidFill>
                <a:latin typeface="Arial"/>
                <a:ea typeface="Arial"/>
                <a:cs typeface="Arial"/>
              </a:defRPr>
            </a:pPr>
            <a:r>
              <a:rPr sz="1875">
                <a:solidFill>
                  <a:srgbClr val="172B42"/>
                </a:solidFill>
                <a:latin typeface="Arial"/>
                <a:ea typeface="Arial"/>
                <a:cs typeface="Arial"/>
              </a:rPr>
              <a:t>Actual α: 5% low-flow cutoff. Womersley reference: 1% cutoff.</a:t>
            </a:r>
          </a:p>
        </p:txBody>
      </p:sp>
    </p:spTree>
    <p:extLst>
      <p:ext uri="{BB962C8B-B14F-4D97-AF65-F5344CB8AC3E}">
        <p14:creationId xmlns:p14="http://schemas.microsoft.com/office/powerpoint/2010/main" val="20276015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5BAFDA7-71FE-46AC-AE33-C18A73987C64}"/>
              </a:ext>
            </a:extLst>
          </p:cNvPr>
          <p:cNvSpPr>
            <a:spLocks xmlns:a="http://schemas.openxmlformats.org/drawingml/2006/main" noGrp="1"/>
          </p:cNvSpPr>
          <p:nvPr/>
        </p:nvSpPr>
        <p:spPr>
          <a:xfrm xmlns:a="http://schemas.openxmlformats.org/drawingml/2006/main">
            <a:off x="609600" y="4476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446A"/>
                </a:solidFill>
                <a:latin typeface="Arial"/>
                <a:ea typeface="Arial"/>
                <a:cs typeface="Arial"/>
              </a:defRPr>
            </a:defPPr>
          </a:lstStyle>
          <a:p xmlns:a="http://schemas.openxmlformats.org/drawingml/2006/main">
            <a:pPr>
              <a:defRPr sz="3300" b="1">
                <a:solidFill>
                  <a:srgbClr val="16446A"/>
                </a:solidFill>
                <a:latin typeface="Arial"/>
                <a:ea typeface="Arial"/>
                <a:cs typeface="Arial"/>
              </a:defRPr>
            </a:pPr>
            <a:r>
              <a:rPr sz="3300" b="1">
                <a:solidFill>
                  <a:srgbClr val="16446A"/>
                </a:solidFill>
                <a:latin typeface="Arial"/>
                <a:ea typeface="Arial"/>
                <a:cs typeface="Arial"/>
              </a:rPr>
              <a:t>Sources and reproducibility</a:t>
            </a:r>
          </a:p>
        </p:txBody>
      </p:sp>
      <p:sp>
        <p:nvSpPr>
          <p:cNvPr id="2" name="slide-number">
            <a:extLst xmlns:a="http://schemas.openxmlformats.org/drawingml/2006/main">
              <a:ext uri="{FF2B5EF4-FFF2-40B4-BE49-F238E27FC236}">
                <a16:creationId xmlns:a16="http://schemas.microsoft.com/office/drawing/2014/main" id="{76AA31E5-2E5B-405E-81FD-F9558C66390A}"/>
              </a:ext>
            </a:extLst>
          </p:cNvPr>
          <p:cNvSpPr>
            <a:spLocks xmlns:a="http://schemas.openxmlformats.org/drawingml/2006/main" noGrp="1"/>
          </p:cNvSpPr>
          <p:nvPr/>
        </p:nvSpPr>
        <p:spPr>
          <a:xfrm xmlns:a="http://schemas.openxmlformats.org/drawingml/2006/main">
            <a:off x="11258550" y="6467475"/>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17C"/>
                </a:solidFill>
                <a:latin typeface="Arial"/>
                <a:ea typeface="Arial"/>
                <a:cs typeface="Arial"/>
              </a:defRPr>
            </a:defPPr>
          </a:lstStyle>
          <a:p xmlns:a="http://schemas.openxmlformats.org/drawingml/2006/main">
            <a:pPr algn="r">
              <a:defRPr sz="1350">
                <a:solidFill>
                  <a:srgbClr val="66717C"/>
                </a:solidFill>
                <a:latin typeface="Arial"/>
                <a:ea typeface="Arial"/>
                <a:cs typeface="Arial"/>
              </a:defRPr>
            </a:pPr>
            <a:r>
              <a:rPr sz="1350">
                <a:solidFill>
                  <a:srgbClr val="66717C"/>
                </a:solidFill>
                <a:latin typeface="Arial"/>
                <a:ea typeface="Arial"/>
                <a:cs typeface="Arial"/>
              </a:rPr>
              <a:t>14</a:t>
            </a:r>
          </a:p>
        </p:txBody>
      </p:sp>
      <p:sp>
        <p:nvSpPr>
          <p:cNvPr id="3" name="text-3">
            <a:extLst xmlns:a="http://schemas.openxmlformats.org/drawingml/2006/main">
              <a:ext uri="{FF2B5EF4-FFF2-40B4-BE49-F238E27FC236}">
                <a16:creationId xmlns:a16="http://schemas.microsoft.com/office/drawing/2014/main" id="{695D78B3-A6F2-4AD6-A740-8AE625691B67}"/>
              </a:ext>
            </a:extLst>
          </p:cNvPr>
          <p:cNvSpPr>
            <a:spLocks xmlns:a="http://schemas.openxmlformats.org/drawingml/2006/main" noGrp="1"/>
          </p:cNvSpPr>
          <p:nvPr/>
        </p:nvSpPr>
        <p:spPr>
          <a:xfrm xmlns:a="http://schemas.openxmlformats.org/drawingml/2006/main">
            <a:off x="609600" y="1600200"/>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42"/>
                </a:solidFill>
                <a:latin typeface="Arial"/>
                <a:ea typeface="Arial"/>
                <a:cs typeface="Arial"/>
              </a:defRPr>
            </a:defPPr>
          </a:lstStyle>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Vascular Model Repository</a:t>
            </a:r>
          </a:p>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Model 0012_H_AO_H and matching rigid-wall results</a:t>
            </a:r>
          </a:p>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www.vascularmodel.com</a:t>
            </a:r>
          </a:p>
        </p:txBody>
      </p:sp>
      <p:sp>
        <p:nvSpPr>
          <p:cNvPr id="4" name="text-4">
            <a:extLst xmlns:a="http://schemas.openxmlformats.org/drawingml/2006/main">
              <a:ext uri="{FF2B5EF4-FFF2-40B4-BE49-F238E27FC236}">
                <a16:creationId xmlns:a16="http://schemas.microsoft.com/office/drawing/2014/main" id="{F2EFD718-D240-4C4F-B657-F073A0F1E98B}"/>
              </a:ext>
            </a:extLst>
          </p:cNvPr>
          <p:cNvSpPr>
            <a:spLocks xmlns:a="http://schemas.openxmlformats.org/drawingml/2006/main" noGrp="1"/>
          </p:cNvSpPr>
          <p:nvPr/>
        </p:nvSpPr>
        <p:spPr>
          <a:xfrm xmlns:a="http://schemas.openxmlformats.org/drawingml/2006/main">
            <a:off x="609600" y="3181350"/>
            <a:ext cx="10763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42"/>
                </a:solidFill>
                <a:latin typeface="Arial"/>
                <a:ea typeface="Arial"/>
                <a:cs typeface="Arial"/>
              </a:defRPr>
            </a:defPPr>
          </a:lstStyle>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Wilson, Ortiz and Johnson (2013)</a:t>
            </a:r>
          </a:p>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Journal of Medical Devices 7(4), 040923</a:t>
            </a:r>
          </a:p>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doi:10.1115/1.4025983</a:t>
            </a:r>
          </a:p>
        </p:txBody>
      </p:sp>
      <p:sp>
        <p:nvSpPr>
          <p:cNvPr id="5" name="text-5">
            <a:extLst xmlns:a="http://schemas.openxmlformats.org/drawingml/2006/main">
              <a:ext uri="{FF2B5EF4-FFF2-40B4-BE49-F238E27FC236}">
                <a16:creationId xmlns:a16="http://schemas.microsoft.com/office/drawing/2014/main" id="{3F7907D5-D447-481A-A734-10013F976BC3}"/>
              </a:ext>
            </a:extLst>
          </p:cNvPr>
          <p:cNvSpPr>
            <a:spLocks xmlns:a="http://schemas.openxmlformats.org/drawingml/2006/main" noGrp="1"/>
          </p:cNvSpPr>
          <p:nvPr/>
        </p:nvSpPr>
        <p:spPr>
          <a:xfrm xmlns:a="http://schemas.openxmlformats.org/drawingml/2006/main">
            <a:off x="609600" y="46291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42"/>
                </a:solidFill>
                <a:latin typeface="Arial"/>
                <a:ea typeface="Arial"/>
                <a:cs typeface="Arial"/>
              </a:defRPr>
            </a:defPPr>
          </a:lstStyle>
          <a:p xmlns:a="http://schemas.openxmlformats.org/drawingml/2006/main">
            <a:pPr>
              <a:defRPr sz="2025">
                <a:solidFill>
                  <a:srgbClr val="172B42"/>
                </a:solidFill>
                <a:latin typeface="Arial"/>
                <a:ea typeface="Arial"/>
                <a:cs typeface="Arial"/>
              </a:defRPr>
            </a:pPr>
            <a:r>
              <a:rPr sz="2025">
                <a:solidFill>
                  <a:srgbClr val="172B42"/>
                </a:solidFill>
                <a:latin typeface="Arial"/>
                <a:ea typeface="Arial"/>
                <a:cs typeface="Arial"/>
              </a:rPr>
              <a:t>Project 2 brief and From Physics to Physiology teaching material</a:t>
            </a:r>
          </a:p>
        </p:txBody>
      </p:sp>
      <p:sp>
        <p:nvSpPr>
          <p:cNvPr id="6" name="text-6">
            <a:extLst xmlns:a="http://schemas.openxmlformats.org/drawingml/2006/main">
              <a:ext uri="{FF2B5EF4-FFF2-40B4-BE49-F238E27FC236}">
                <a16:creationId xmlns:a16="http://schemas.microsoft.com/office/drawing/2014/main" id="{74F08A55-6B24-4D46-9A0B-95D0E82A1268}"/>
              </a:ext>
            </a:extLst>
          </p:cNvPr>
          <p:cNvSpPr>
            <a:spLocks xmlns:a="http://schemas.openxmlformats.org/drawingml/2006/main" noGrp="1"/>
          </p:cNvSpPr>
          <p:nvPr/>
        </p:nvSpPr>
        <p:spPr>
          <a:xfrm xmlns:a="http://schemas.openxmlformats.org/drawingml/2006/main">
            <a:off x="609600" y="53435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446A"/>
                </a:solidFill>
                <a:latin typeface="Arial"/>
                <a:ea typeface="Arial"/>
                <a:cs typeface="Arial"/>
              </a:defRPr>
            </a:defPPr>
          </a:lstStyle>
          <a:p xmlns:a="http://schemas.openxmlformats.org/drawingml/2006/main">
            <a:pPr>
              <a:defRPr sz="2025">
                <a:solidFill>
                  <a:srgbClr val="16446A"/>
                </a:solidFill>
                <a:latin typeface="Arial"/>
                <a:ea typeface="Arial"/>
                <a:cs typeface="Arial"/>
              </a:defRPr>
            </a:pPr>
            <a:r>
              <a:rPr sz="2025">
                <a:solidFill>
                  <a:srgbClr val="16446A"/>
                </a:solidFill>
                <a:latin typeface="Arial"/>
                <a:ea typeface="Arial"/>
                <a:cs typeface="Arial"/>
              </a:rPr>
              <a:t>Notebook and included scripts: python main.py</a:t>
            </a:r>
          </a:p>
        </p:txBody>
      </p:sp>
      <p:sp>
        <p:nvSpPr>
          <p:cNvPr id="7" name="text-7">
            <a:extLst xmlns:a="http://schemas.openxmlformats.org/drawingml/2006/main">
              <a:ext uri="{FF2B5EF4-FFF2-40B4-BE49-F238E27FC236}">
                <a16:creationId xmlns:a16="http://schemas.microsoft.com/office/drawing/2014/main" id="{7461AF74-E3A0-488F-835C-CA7EE9F46817}"/>
              </a:ext>
            </a:extLst>
          </p:cNvPr>
          <p:cNvSpPr>
            <a:spLocks xmlns:a="http://schemas.openxmlformats.org/drawingml/2006/main" noGrp="1"/>
          </p:cNvSpPr>
          <p:nvPr/>
        </p:nvSpPr>
        <p:spPr>
          <a:xfrm xmlns:a="http://schemas.openxmlformats.org/drawingml/2006/main">
            <a:off x="609600" y="60388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17C"/>
                </a:solidFill>
                <a:latin typeface="Arial"/>
                <a:ea typeface="Arial"/>
                <a:cs typeface="Arial"/>
              </a:defRPr>
            </a:defPPr>
          </a:lstStyle>
          <a:p xmlns:a="http://schemas.openxmlformats.org/drawingml/2006/main">
            <a:pPr>
              <a:defRPr sz="1800">
                <a:solidFill>
                  <a:srgbClr val="66717C"/>
                </a:solidFill>
                <a:latin typeface="Arial"/>
                <a:ea typeface="Arial"/>
                <a:cs typeface="Arial"/>
              </a:defRPr>
            </a:pPr>
            <a:r>
              <a:rPr sz="1800">
                <a:solidFill>
                  <a:srgbClr val="66717C"/>
                </a:solidFill>
                <a:latin typeface="Arial"/>
                <a:ea typeface="Arial"/>
                <a:cs typeface="Arial"/>
              </a:rPr>
              <a:t>AI assistance in drafting and code organisation</a:t>
            </a:r>
          </a:p>
        </p:txBody>
      </p:sp>
    </p:spTree>
    <p:extLst>
      <p:ext uri="{BB962C8B-B14F-4D97-AF65-F5344CB8AC3E}">
        <p14:creationId xmlns:p14="http://schemas.microsoft.com/office/powerpoint/2010/main" val="432398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2026-10-12T12:09:05.2270000Z</dcterms:created>
  <dcterms:modified xsi:type="dcterms:W3CDTF">2026-10-12T12:09:05.2270000Z</dcterms:modified>
</coreProperties>
</file>